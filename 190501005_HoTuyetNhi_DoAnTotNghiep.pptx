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48" r:id="rId1"/>
  </p:sldMasterIdLst>
  <p:notesMasterIdLst>
    <p:notesMasterId r:id="rId32"/>
  </p:notesMasterIdLst>
  <p:sldIdLst>
    <p:sldId id="256" r:id="rId2"/>
    <p:sldId id="303" r:id="rId3"/>
    <p:sldId id="325" r:id="rId4"/>
    <p:sldId id="312" r:id="rId5"/>
    <p:sldId id="310" r:id="rId6"/>
    <p:sldId id="324" r:id="rId7"/>
    <p:sldId id="317" r:id="rId8"/>
    <p:sldId id="346" r:id="rId9"/>
    <p:sldId id="318" r:id="rId10"/>
    <p:sldId id="321" r:id="rId11"/>
    <p:sldId id="314" r:id="rId12"/>
    <p:sldId id="315" r:id="rId13"/>
    <p:sldId id="327" r:id="rId14"/>
    <p:sldId id="316" r:id="rId15"/>
    <p:sldId id="347" r:id="rId16"/>
    <p:sldId id="328" r:id="rId17"/>
    <p:sldId id="329" r:id="rId18"/>
    <p:sldId id="330" r:id="rId19"/>
    <p:sldId id="333" r:id="rId20"/>
    <p:sldId id="334" r:id="rId21"/>
    <p:sldId id="337" r:id="rId22"/>
    <p:sldId id="338" r:id="rId23"/>
    <p:sldId id="341" r:id="rId24"/>
    <p:sldId id="342" r:id="rId25"/>
    <p:sldId id="343" r:id="rId26"/>
    <p:sldId id="344" r:id="rId27"/>
    <p:sldId id="323" r:id="rId28"/>
    <p:sldId id="348" r:id="rId29"/>
    <p:sldId id="345" r:id="rId30"/>
    <p:sldId id="282" r:id="rId31"/>
  </p:sldIdLst>
  <p:sldSz cx="9144000" cy="5143500" type="screen16x9"/>
  <p:notesSz cx="6858000" cy="9144000"/>
  <p:embeddedFontLst>
    <p:embeddedFont>
      <p:font typeface="Bebas Neue" panose="020B0606020202050201" pitchFamily="34" charset="0"/>
      <p:regular r:id="rId33"/>
    </p:embeddedFont>
    <p:embeddedFont>
      <p:font typeface="Roboto" panose="02000000000000000000" pitchFamily="2"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88">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285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9F8E8F0-20F0-4B8D-8F36-6E259BF3FDC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75727" autoAdjust="0"/>
  </p:normalViewPr>
  <p:slideViewPr>
    <p:cSldViewPr snapToGrid="0">
      <p:cViewPr varScale="1">
        <p:scale>
          <a:sx n="85" d="100"/>
          <a:sy n="85" d="100"/>
        </p:scale>
        <p:origin x="1378" y="72"/>
      </p:cViewPr>
      <p:guideLst>
        <p:guide orient="horz" pos="288"/>
        <p:guide pos="2880"/>
      </p:guideLst>
    </p:cSldViewPr>
  </p:slideViewPr>
  <p:outlineViewPr>
    <p:cViewPr>
      <p:scale>
        <a:sx n="33" d="100"/>
        <a:sy n="33" d="100"/>
      </p:scale>
      <p:origin x="0" y="-13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1"/>
        <p:cNvGrpSpPr/>
        <p:nvPr/>
      </p:nvGrpSpPr>
      <p:grpSpPr>
        <a:xfrm>
          <a:off x="0" y="0"/>
          <a:ext cx="0" cy="0"/>
          <a:chOff x="0" y="0"/>
          <a:chExt cx="0" cy="0"/>
        </a:xfrm>
      </p:grpSpPr>
      <p:sp>
        <p:nvSpPr>
          <p:cNvPr id="1852" name="Google Shape;185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3" name="Google Shape;185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800">
                <a:effectLst/>
                <a:latin typeface="Times New Roman" panose="02020603050405020304" pitchFamily="18" charset="0"/>
                <a:ea typeface="Times New Roman" panose="02020603050405020304" pitchFamily="18" charset="0"/>
              </a:rPr>
              <a:t>Trí tuệ nhân tạo (AI - Artificial Intelligence) là một lĩnh vực của khoa học máy tính, nghiên cứu, phát triển và ứng dụng các hệ thống máy tính có khả năng hoạt động giống như con người. </a:t>
            </a:r>
          </a:p>
          <a:p>
            <a:r>
              <a:rPr lang="en-US" sz="1800">
                <a:effectLst/>
                <a:latin typeface="Times New Roman" panose="02020603050405020304" pitchFamily="18" charset="0"/>
                <a:ea typeface="Times New Roman" panose="02020603050405020304" pitchFamily="18" charset="0"/>
              </a:rPr>
              <a:t>Machine Learning (học máy) là một phương pháp trong lĩnh vực Trí tuệ nhân tạo, tập trung vào việc xây dựng các mô hình máy tính có khả năng học từ dữ liệu và sử dụng những kiến thức đó để dự đoán hoặc phân loại các dữ liệu mới.</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panose="020B0604020202020204"/>
              <a:buChar char="●"/>
              <a:tabLst/>
              <a:defRPr/>
            </a:pPr>
            <a:r>
              <a:rPr lang="en-US" sz="1800">
                <a:effectLst/>
                <a:latin typeface="Times New Roman" panose="02020603050405020304" pitchFamily="18" charset="0"/>
                <a:ea typeface="Times New Roman" panose="02020603050405020304" pitchFamily="18" charset="0"/>
              </a:rPr>
              <a:t>Deep Learning (học sâu) là một phương pháp trong lĩnh vực Trí tuệ nhân tạo, tập trung vào việc xây dựng các mạng nơ-ron sâu (deep neural networks) để giải quyết các vấn đề phức tạp hơn. Deep Learning sử dụng các mô hình có số lượng lớn các lớp nơ-ron để học và trích xuất các đặc trưng từ dữ liệu.</a:t>
            </a:r>
          </a:p>
          <a:p>
            <a:endParaRPr lang="en-US"/>
          </a:p>
        </p:txBody>
      </p:sp>
    </p:spTree>
    <p:extLst>
      <p:ext uri="{BB962C8B-B14F-4D97-AF65-F5344CB8AC3E}">
        <p14:creationId xmlns:p14="http://schemas.microsoft.com/office/powerpoint/2010/main" val="36767677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panose="020B0604020202020204"/>
              <a:buChar char="●"/>
              <a:tabLst/>
              <a:defRPr/>
            </a:pPr>
            <a:r>
              <a:rPr lang="en-US" sz="1800">
                <a:effectLst/>
                <a:latin typeface="Times New Roman" panose="02020603050405020304" pitchFamily="18" charset="0"/>
                <a:ea typeface="Times New Roman" panose="02020603050405020304" pitchFamily="18" charset="0"/>
              </a:rPr>
              <a:t>Computer Vision (thị giác máy tính) là một lĩnh vực trong Trí tuệ nhân tạo tập trung nghiên cứu về các phần mềm và máy tính có thể "nhìn" và hiểu được thế giới xung quanh chúng ta thông qua hình ảnh và video. </a:t>
            </a:r>
          </a:p>
          <a:p>
            <a:endParaRPr lang="en-US"/>
          </a:p>
        </p:txBody>
      </p:sp>
    </p:spTree>
    <p:extLst>
      <p:ext uri="{BB962C8B-B14F-4D97-AF65-F5344CB8AC3E}">
        <p14:creationId xmlns:p14="http://schemas.microsoft.com/office/powerpoint/2010/main" val="1732244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800">
                <a:solidFill>
                  <a:srgbClr val="000000"/>
                </a:solidFill>
                <a:effectLst/>
                <a:latin typeface="Times New Roman" panose="02020603050405020304" pitchFamily="18" charset="0"/>
                <a:ea typeface="Times New Roman" panose="02020603050405020304" pitchFamily="18" charset="0"/>
              </a:rPr>
              <a:t>OpenCV (</a:t>
            </a:r>
            <a:r>
              <a:rPr lang="en-US" sz="1800" i="1">
                <a:solidFill>
                  <a:srgbClr val="000000"/>
                </a:solidFill>
                <a:effectLst/>
                <a:latin typeface="Times New Roman" panose="02020603050405020304" pitchFamily="18" charset="0"/>
                <a:ea typeface="Times New Roman" panose="02020603050405020304" pitchFamily="18" charset="0"/>
              </a:rPr>
              <a:t>Open Computer Vision</a:t>
            </a:r>
            <a:r>
              <a:rPr lang="en-US" sz="1800">
                <a:solidFill>
                  <a:srgbClr val="000000"/>
                </a:solidFill>
                <a:effectLst/>
                <a:latin typeface="Times New Roman" panose="02020603050405020304" pitchFamily="18" charset="0"/>
                <a:ea typeface="Times New Roman" panose="02020603050405020304" pitchFamily="18" charset="0"/>
              </a:rPr>
              <a:t>) là một bộ công cụ phần mềm để xử lý hình ảnh, video, phân tích và học máy theo thời gian thực.</a:t>
            </a:r>
          </a:p>
          <a:p>
            <a:r>
              <a:rPr lang="en-US" sz="1800">
                <a:solidFill>
                  <a:srgbClr val="000000"/>
                </a:solidFill>
                <a:effectLst/>
                <a:latin typeface="Times New Roman" panose="02020603050405020304" pitchFamily="18" charset="0"/>
              </a:rPr>
              <a:t>Pytorch </a:t>
            </a:r>
            <a:r>
              <a:rPr lang="en-US" sz="1800">
                <a:effectLst/>
                <a:latin typeface="Times New Roman" panose="02020603050405020304" pitchFamily="18" charset="0"/>
                <a:ea typeface="Times New Roman" panose="02020603050405020304" pitchFamily="18" charset="0"/>
              </a:rPr>
              <a:t>Hỗ trợ các kiến trúc mạng nơ-ron phổ biến, Hỗ trợ huấn luyện mô hình học sâu trên các GPU và TPU</a:t>
            </a:r>
            <a:endParaRPr lang="en-US"/>
          </a:p>
        </p:txBody>
      </p:sp>
    </p:spTree>
    <p:extLst>
      <p:ext uri="{BB962C8B-B14F-4D97-AF65-F5344CB8AC3E}">
        <p14:creationId xmlns:p14="http://schemas.microsoft.com/office/powerpoint/2010/main" val="30823434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9324872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panose="020B0604020202020204"/>
              <a:buChar char="●"/>
              <a:tabLst/>
              <a:defRPr/>
            </a:pPr>
            <a:r>
              <a:rPr lang="en-US" sz="1800">
                <a:effectLst/>
                <a:latin typeface="Times New Roman" panose="02020603050405020304" pitchFamily="18" charset="0"/>
                <a:ea typeface="Times New Roman" panose="02020603050405020304" pitchFamily="18" charset="0"/>
              </a:rPr>
              <a:t>Thuật toán Hồi quy tuyến tính là một phương pháp được sử dụng để dự đoán giá trị của biến phụ thuộc (y) dựa trên giá trị của một hoặc nhiều biến độc lập (x). Trong trường hợp phát hiện làn đường, biến đích là tọa độ của các điểm trên đường, và các biến giải thích là các đặc trưng của hình ảnh như màu sắc, độ sáng, độ tương phản, vv.</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panose="020B0604020202020204"/>
              <a:buChar char="●"/>
              <a:tabLst/>
              <a:defRPr/>
            </a:pPr>
            <a:r>
              <a:rPr lang="en-US" sz="1800">
                <a:effectLst/>
                <a:latin typeface="Times New Roman" panose="02020603050405020304" pitchFamily="18" charset="0"/>
                <a:ea typeface="Times New Roman" panose="02020603050405020304" pitchFamily="18" charset="0"/>
              </a:rPr>
              <a:t>CNN Classification là một phương pháp phân loại hình ảnh dựa trên mô hình mạng neural tích chập (Convolutional Neural Network - CNN).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panose="020B0604020202020204"/>
              <a:buChar char="●"/>
              <a:tabLst/>
              <a:defRPr/>
            </a:pPr>
            <a:endParaRPr lang="en-US" sz="1800">
              <a:effectLst/>
              <a:latin typeface="Times New Roman" panose="02020603050405020304" pitchFamily="18" charset="0"/>
              <a:ea typeface="Times New Roman" panose="02020603050405020304" pitchFamily="18" charset="0"/>
            </a:endParaRPr>
          </a:p>
          <a:p>
            <a:endParaRPr lang="en-US"/>
          </a:p>
        </p:txBody>
      </p:sp>
    </p:spTree>
    <p:extLst>
      <p:ext uri="{BB962C8B-B14F-4D97-AF65-F5344CB8AC3E}">
        <p14:creationId xmlns:p14="http://schemas.microsoft.com/office/powerpoint/2010/main" val="24557313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just">
              <a:lnSpc>
                <a:spcPct val="115000"/>
              </a:lnSpc>
              <a:spcBef>
                <a:spcPts val="300"/>
              </a:spcBef>
              <a:spcAft>
                <a:spcPts val="300"/>
              </a:spcAft>
            </a:pPr>
            <a:r>
              <a:rPr lang="en-US" sz="1800">
                <a:effectLst/>
                <a:latin typeface="Times New Roman" panose="02020603050405020304" pitchFamily="18" charset="0"/>
                <a:ea typeface="Times New Roman" panose="02020603050405020304" pitchFamily="18" charset="0"/>
              </a:rPr>
              <a:t>Thuật toán PID sẽ điều chỉnh lệnh điều khiển tăng hoặc giảm tốc độ quay của động cơ để giữ cho xe tự hành di chuyển trên đường một cách chính xác. Phương pháp này sử dụng ba thành phần chính: Proportional (P)- </a:t>
            </a:r>
            <a:r>
              <a:rPr lang="vi-VN" sz="3200"/>
              <a:t>Tỷ lệ</a:t>
            </a:r>
            <a:r>
              <a:rPr lang="en-US" sz="1800">
                <a:effectLst/>
                <a:latin typeface="Times New Roman" panose="02020603050405020304" pitchFamily="18" charset="0"/>
                <a:ea typeface="Times New Roman" panose="02020603050405020304" pitchFamily="18" charset="0"/>
              </a:rPr>
              <a:t>, Integral (I) - </a:t>
            </a:r>
            <a:r>
              <a:rPr lang="vi-VN" sz="3200"/>
              <a:t>Tích phân</a:t>
            </a:r>
            <a:r>
              <a:rPr lang="en-US" sz="1800">
                <a:effectLst/>
                <a:latin typeface="Times New Roman" panose="02020603050405020304" pitchFamily="18" charset="0"/>
                <a:ea typeface="Times New Roman" panose="02020603050405020304" pitchFamily="18" charset="0"/>
              </a:rPr>
              <a:t>, và Derivative (D) - </a:t>
            </a:r>
            <a:r>
              <a:rPr lang="vi-VN" sz="3200"/>
              <a:t>Đạo hàm</a:t>
            </a:r>
            <a:r>
              <a:rPr lang="en-US" sz="1800">
                <a:effectLst/>
                <a:latin typeface="Times New Roman" panose="02020603050405020304" pitchFamily="18" charset="0"/>
                <a:ea typeface="Times New Roman" panose="02020603050405020304" pitchFamily="18" charset="0"/>
              </a:rPr>
              <a:t>, để tính toán sai số giữa giá trị đầu vào và giá trị mong muốn.</a:t>
            </a:r>
          </a:p>
          <a:p>
            <a:pPr algn="just">
              <a:lnSpc>
                <a:spcPct val="115000"/>
              </a:lnSpc>
              <a:spcBef>
                <a:spcPts val="300"/>
              </a:spcBef>
              <a:spcAft>
                <a:spcPts val="300"/>
              </a:spcAft>
            </a:pPr>
            <a:r>
              <a:rPr lang="en-US" sz="1800">
                <a:effectLst/>
                <a:latin typeface="Times New Roman" panose="02020603050405020304" pitchFamily="18" charset="0"/>
                <a:ea typeface="Times New Roman" panose="02020603050405020304" pitchFamily="18" charset="0"/>
              </a:rPr>
              <a:t>Các thành phần của PID được tính toán như sau:</a:t>
            </a:r>
          </a:p>
          <a:p>
            <a:pPr marL="342900" lvl="0" indent="-342900" algn="just">
              <a:lnSpc>
                <a:spcPct val="115000"/>
              </a:lnSpc>
              <a:spcBef>
                <a:spcPts val="300"/>
              </a:spcBef>
              <a:buFont typeface="Symbol" panose="05050102010706020507" pitchFamily="18" charset="2"/>
              <a:buChar char=""/>
            </a:pPr>
            <a:r>
              <a:rPr lang="en-US" sz="1800">
                <a:effectLst/>
                <a:latin typeface="Times New Roman" panose="02020603050405020304" pitchFamily="18" charset="0"/>
                <a:ea typeface="Times New Roman" panose="02020603050405020304" pitchFamily="18" charset="0"/>
              </a:rPr>
              <a:t>Proportional: Tính toán sai số hiện tại giữa giá trị đầu vào và giá trị mong muốn. Giá trị này được nhân với hệ số P để tính toán lệnh điều khiển.</a:t>
            </a:r>
          </a:p>
          <a:p>
            <a:pPr marL="342900" lvl="0" indent="-342900" algn="just">
              <a:lnSpc>
                <a:spcPct val="115000"/>
              </a:lnSpc>
              <a:buFont typeface="Symbol" panose="05050102010706020507" pitchFamily="18" charset="2"/>
              <a:buChar char=""/>
            </a:pPr>
            <a:r>
              <a:rPr lang="en-US" sz="1800">
                <a:effectLst/>
                <a:latin typeface="Times New Roman" panose="02020603050405020304" pitchFamily="18" charset="0"/>
                <a:ea typeface="Times New Roman" panose="02020603050405020304" pitchFamily="18" charset="0"/>
              </a:rPr>
              <a:t>Integral: Tính toán tổng các sai số trong quá khứ và cộng vào lệnh điều khiển hiện tại. Giá trị này được nhân với hệ số I để tính toán lệnh điều khiển.</a:t>
            </a:r>
          </a:p>
          <a:p>
            <a:pPr marL="342900" lvl="0" indent="-342900" algn="just">
              <a:lnSpc>
                <a:spcPct val="115000"/>
              </a:lnSpc>
              <a:spcAft>
                <a:spcPts val="300"/>
              </a:spcAft>
              <a:buFont typeface="Symbol" panose="05050102010706020507" pitchFamily="18" charset="2"/>
              <a:buChar char=""/>
            </a:pPr>
            <a:r>
              <a:rPr lang="en-US" sz="1800">
                <a:effectLst/>
                <a:latin typeface="Times New Roman" panose="02020603050405020304" pitchFamily="18" charset="0"/>
                <a:ea typeface="Times New Roman" panose="02020603050405020304" pitchFamily="18" charset="0"/>
              </a:rPr>
              <a:t>Derivative: Tính tốc độ thay đổi của sai số và trừ lượng tác động này ra khỏi lệnh điều khiển hiện tại. Giá trị này được nhân với hệ số D để tính lệnh điều khiển.</a:t>
            </a:r>
          </a:p>
          <a:p>
            <a:r>
              <a:rPr lang="en-US" sz="1800">
                <a:effectLst/>
                <a:latin typeface="Times New Roman" panose="02020603050405020304" pitchFamily="18" charset="0"/>
                <a:ea typeface="Times New Roman" panose="02020603050405020304" pitchFamily="18" charset="0"/>
              </a:rPr>
              <a:t>Phương pháp Reactive Control là một phương pháp điều khiển đơn giản dựa trên các quy tắc logic để điều khiển xe tự hành di chuyển trên đường. </a:t>
            </a:r>
            <a:endParaRPr lang="en-US"/>
          </a:p>
        </p:txBody>
      </p:sp>
    </p:spTree>
    <p:extLst>
      <p:ext uri="{BB962C8B-B14F-4D97-AF65-F5344CB8AC3E}">
        <p14:creationId xmlns:p14="http://schemas.microsoft.com/office/powerpoint/2010/main" val="11813238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800" i="1">
                <a:effectLst/>
                <a:latin typeface="Times New Roman" panose="02020603050405020304" pitchFamily="18" charset="0"/>
                <a:ea typeface="Times New Roman" panose="02020603050405020304" pitchFamily="18" charset="0"/>
              </a:rPr>
              <a:t>Camera IMX219-160:</a:t>
            </a:r>
            <a:r>
              <a:rPr lang="en-US" sz="1800">
                <a:effectLst/>
                <a:latin typeface="Times New Roman" panose="02020603050405020304" pitchFamily="18" charset="0"/>
                <a:ea typeface="Times New Roman" panose="02020603050405020304" pitchFamily="18" charset="0"/>
              </a:rPr>
              <a:t> Là một camera độ phân giải 8-megapixel </a:t>
            </a:r>
          </a:p>
          <a:p>
            <a:r>
              <a:rPr lang="en-US" sz="1800" i="1">
                <a:effectLst/>
                <a:latin typeface="Times New Roman" panose="02020603050405020304" pitchFamily="18" charset="0"/>
                <a:ea typeface="Times New Roman" panose="02020603050405020304" pitchFamily="18" charset="0"/>
              </a:rPr>
              <a:t>Pin sạc</a:t>
            </a:r>
            <a:r>
              <a:rPr lang="en-US" sz="1800">
                <a:effectLst/>
                <a:latin typeface="Times New Roman" panose="02020603050405020304" pitchFamily="18" charset="0"/>
                <a:ea typeface="Times New Roman" panose="02020603050405020304" pitchFamily="18" charset="0"/>
              </a:rPr>
              <a:t>: Pin sạc 3-cell 18650-Lithium-Ion dung lượng 2500mAh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panose="020B0604020202020204"/>
              <a:buChar char="●"/>
              <a:tabLst/>
              <a:defRPr/>
            </a:pPr>
            <a:r>
              <a:rPr lang="en-US" sz="1100" i="1">
                <a:effectLst/>
                <a:latin typeface="Times New Roman" panose="02020603050405020304" pitchFamily="18" charset="0"/>
                <a:ea typeface="Times New Roman" panose="02020603050405020304" pitchFamily="18" charset="0"/>
              </a:rPr>
              <a:t>Động cơ DC</a:t>
            </a:r>
            <a:r>
              <a:rPr lang="en-US" sz="1100">
                <a:effectLst/>
                <a:latin typeface="Times New Roman" panose="02020603050405020304" pitchFamily="18" charset="0"/>
                <a:ea typeface="Times New Roman" panose="02020603050405020304" pitchFamily="18" charset="0"/>
              </a:rPr>
              <a:t> </a:t>
            </a:r>
            <a:r>
              <a:rPr lang="en-US" sz="1100" i="1">
                <a:effectLst/>
                <a:latin typeface="Times New Roman" panose="02020603050405020304" pitchFamily="18" charset="0"/>
                <a:ea typeface="Times New Roman" panose="02020603050405020304" pitchFamily="18" charset="0"/>
              </a:rPr>
              <a:t>(DC motor)</a:t>
            </a:r>
            <a:r>
              <a:rPr lang="en-US" sz="1100">
                <a:effectLst/>
                <a:latin typeface="Times New Roman" panose="02020603050405020304" pitchFamily="18" charset="0"/>
                <a:ea typeface="Times New Roman" panose="02020603050405020304" pitchFamily="18" charset="0"/>
              </a:rPr>
              <a:t>: </a:t>
            </a: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Điện áp hoạt động: 6V DC</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panose="020B0604020202020204"/>
              <a:buChar char="●"/>
              <a:tabLst/>
              <a:defRPr/>
            </a:pPr>
            <a:r>
              <a:rPr lang="en-US" sz="1800" i="1">
                <a:effectLst/>
                <a:latin typeface="Times New Roman" panose="02020603050405020304" pitchFamily="18" charset="0"/>
                <a:ea typeface="Times New Roman" panose="02020603050405020304" pitchFamily="18" charset="0"/>
              </a:rPr>
              <a:t>Intel Wireless AC8265</a:t>
            </a:r>
            <a:r>
              <a:rPr lang="en-US" sz="1800">
                <a:effectLst/>
                <a:latin typeface="Times New Roman" panose="02020603050405020304" pitchFamily="18" charset="0"/>
                <a:ea typeface="Times New Roman" panose="02020603050405020304" pitchFamily="18" charset="0"/>
              </a:rPr>
              <a:t>: Module hỗ trợ kết nối wifi cho Jetson Nano.</a:t>
            </a:r>
          </a:p>
          <a:p>
            <a:endParaRPr lang="en-US"/>
          </a:p>
        </p:txBody>
      </p:sp>
    </p:spTree>
    <p:extLst>
      <p:ext uri="{BB962C8B-B14F-4D97-AF65-F5344CB8AC3E}">
        <p14:creationId xmlns:p14="http://schemas.microsoft.com/office/powerpoint/2010/main" val="1374826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Thêm</a:t>
            </a:r>
            <a:r>
              <a:rPr lang="en-US" baseline="0"/>
              <a:t> tên thiết bị</a:t>
            </a:r>
            <a:endParaRPr lang="en-US"/>
          </a:p>
        </p:txBody>
      </p:sp>
    </p:spTree>
    <p:extLst>
      <p:ext uri="{BB962C8B-B14F-4D97-AF65-F5344CB8AC3E}">
        <p14:creationId xmlns:p14="http://schemas.microsoft.com/office/powerpoint/2010/main" val="21364399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800">
                <a:effectLst/>
                <a:latin typeface="Times New Roman" panose="02020603050405020304" pitchFamily="18" charset="0"/>
                <a:ea typeface="Times New Roman" panose="02020603050405020304" pitchFamily="18" charset="0"/>
              </a:rPr>
              <a:t>Mạng ResNet (Residual Network) là một loại kiến trúc mạng nơ-ron sâu </a:t>
            </a:r>
            <a:endParaRPr lang="en-US"/>
          </a:p>
        </p:txBody>
      </p:sp>
    </p:spTree>
    <p:extLst>
      <p:ext uri="{BB962C8B-B14F-4D97-AF65-F5344CB8AC3E}">
        <p14:creationId xmlns:p14="http://schemas.microsoft.com/office/powerpoint/2010/main" val="16137327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just">
              <a:lnSpc>
                <a:spcPct val="115000"/>
              </a:lnSpc>
              <a:spcBef>
                <a:spcPts val="300"/>
              </a:spcBef>
              <a:spcAft>
                <a:spcPts val="300"/>
              </a:spcAft>
            </a:pPr>
            <a:r>
              <a:rPr lang="en-US" sz="1800">
                <a:effectLst/>
                <a:latin typeface="Times New Roman" panose="02020603050405020304" pitchFamily="18" charset="0"/>
                <a:ea typeface="Times New Roman" panose="02020603050405020304" pitchFamily="18" charset="0"/>
              </a:rPr>
              <a:t>Bước 1: Bắt đầu chương trình.</a:t>
            </a:r>
          </a:p>
          <a:p>
            <a:pPr algn="just">
              <a:lnSpc>
                <a:spcPct val="115000"/>
              </a:lnSpc>
              <a:spcBef>
                <a:spcPts val="300"/>
              </a:spcBef>
              <a:spcAft>
                <a:spcPts val="300"/>
              </a:spcAft>
            </a:pPr>
            <a:r>
              <a:rPr lang="en-US" sz="1800">
                <a:effectLst/>
                <a:latin typeface="Times New Roman" panose="02020603050405020304" pitchFamily="18" charset="0"/>
                <a:ea typeface="Times New Roman" panose="02020603050405020304" pitchFamily="18" charset="0"/>
              </a:rPr>
              <a:t>Bước 2: Khởi tạo các tham số PID. Bao gồm các tham số Kp, Ki, Kd và giá trị setpoint (điểm đích) cho giá trị độ lệch.</a:t>
            </a:r>
          </a:p>
          <a:p>
            <a:pPr algn="just">
              <a:lnSpc>
                <a:spcPct val="115000"/>
              </a:lnSpc>
              <a:spcBef>
                <a:spcPts val="300"/>
              </a:spcBef>
              <a:spcAft>
                <a:spcPts val="300"/>
              </a:spcAft>
            </a:pPr>
            <a:r>
              <a:rPr lang="en-US" sz="1800">
                <a:effectLst/>
                <a:latin typeface="Times New Roman" panose="02020603050405020304" pitchFamily="18" charset="0"/>
                <a:ea typeface="Times New Roman" panose="02020603050405020304" pitchFamily="18" charset="0"/>
              </a:rPr>
              <a:t>Bước 3: Chụp ảnh từ camera.</a:t>
            </a:r>
          </a:p>
          <a:p>
            <a:pPr algn="just">
              <a:lnSpc>
                <a:spcPct val="115000"/>
              </a:lnSpc>
              <a:spcBef>
                <a:spcPts val="300"/>
              </a:spcBef>
              <a:spcAft>
                <a:spcPts val="300"/>
              </a:spcAft>
            </a:pPr>
            <a:r>
              <a:rPr lang="en-US" sz="1800">
                <a:effectLst/>
                <a:latin typeface="Times New Roman" panose="02020603050405020304" pitchFamily="18" charset="0"/>
                <a:ea typeface="Times New Roman" panose="02020603050405020304" pitchFamily="18" charset="0"/>
              </a:rPr>
              <a:t>Bước 4: Phát hiện làn đường. Sử dụng mô hình deep learning để phát hiện và phân tích các đường láng, biên đường hoặc các đối tượng khác trong ảnh.</a:t>
            </a:r>
          </a:p>
          <a:p>
            <a:pPr algn="just">
              <a:lnSpc>
                <a:spcPct val="115000"/>
              </a:lnSpc>
              <a:spcBef>
                <a:spcPts val="300"/>
              </a:spcBef>
              <a:spcAft>
                <a:spcPts val="300"/>
              </a:spcAft>
            </a:pPr>
            <a:r>
              <a:rPr lang="en-US" sz="1800">
                <a:effectLst/>
                <a:latin typeface="Times New Roman" panose="02020603050405020304" pitchFamily="18" charset="0"/>
                <a:ea typeface="Times New Roman" panose="02020603050405020304" pitchFamily="18" charset="0"/>
              </a:rPr>
              <a:t>Bước 5: Tính toán sai số. Tính toán sai số giữa vị trí hiện tại của xe và trung tâm của làn đường.</a:t>
            </a:r>
          </a:p>
          <a:p>
            <a:pPr algn="just">
              <a:lnSpc>
                <a:spcPct val="115000"/>
              </a:lnSpc>
              <a:spcBef>
                <a:spcPts val="300"/>
              </a:spcBef>
              <a:spcAft>
                <a:spcPts val="300"/>
              </a:spcAft>
            </a:pPr>
            <a:r>
              <a:rPr lang="en-US" sz="1800">
                <a:effectLst/>
                <a:latin typeface="Times New Roman" panose="02020603050405020304" pitchFamily="18" charset="0"/>
                <a:ea typeface="Times New Roman" panose="02020603050405020304" pitchFamily="18" charset="0"/>
              </a:rPr>
              <a:t>Bước 6: Tính toán giá trị PID. Sử dụng các thông tin từ bước 5 để tính toán giá trị PID (Proportional-Integral-Derivative) để điều khiển xe di chuyển trên đường.</a:t>
            </a:r>
          </a:p>
          <a:p>
            <a:pPr algn="just">
              <a:lnSpc>
                <a:spcPct val="115000"/>
              </a:lnSpc>
              <a:spcBef>
                <a:spcPts val="300"/>
              </a:spcBef>
              <a:spcAft>
                <a:spcPts val="300"/>
              </a:spcAft>
            </a:pPr>
            <a:r>
              <a:rPr lang="en-US" sz="1800">
                <a:effectLst/>
                <a:latin typeface="Times New Roman" panose="02020603050405020304" pitchFamily="18" charset="0"/>
                <a:ea typeface="Times New Roman" panose="02020603050405020304" pitchFamily="18" charset="0"/>
              </a:rPr>
              <a:t>Bước 7: Điều khiển xe chạy theo giá trị PID. Điều khiển xe di chuyển trên đường dựa trên giá trị PID tính toán được ở bước 6.</a:t>
            </a:r>
          </a:p>
          <a:p>
            <a:pPr algn="just">
              <a:lnSpc>
                <a:spcPct val="115000"/>
              </a:lnSpc>
              <a:spcBef>
                <a:spcPts val="300"/>
              </a:spcBef>
              <a:spcAft>
                <a:spcPts val="300"/>
              </a:spcAft>
            </a:pPr>
            <a:r>
              <a:rPr lang="en-US" sz="1800">
                <a:effectLst/>
                <a:latin typeface="Times New Roman" panose="02020603050405020304" pitchFamily="18" charset="0"/>
                <a:ea typeface="Times New Roman" panose="02020603050405020304" pitchFamily="18" charset="0"/>
              </a:rPr>
              <a:t>Bước 8: Lặp lại từ bước 3 để tiếp tục chụp ảnh và xử lý ảnh để phát hiện làn đường và điều khiển xe di chuyển trên đường. </a:t>
            </a:r>
          </a:p>
          <a:p>
            <a:pPr marL="158750" indent="0">
              <a:buNone/>
            </a:pPr>
            <a:endParaRPr lang="en-US"/>
          </a:p>
        </p:txBody>
      </p:sp>
    </p:spTree>
    <p:extLst>
      <p:ext uri="{BB962C8B-B14F-4D97-AF65-F5344CB8AC3E}">
        <p14:creationId xmlns:p14="http://schemas.microsoft.com/office/powerpoint/2010/main" val="6671175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just">
              <a:lnSpc>
                <a:spcPct val="115000"/>
              </a:lnSpc>
              <a:spcBef>
                <a:spcPts val="300"/>
              </a:spcBef>
              <a:spcAft>
                <a:spcPts val="300"/>
              </a:spcAft>
            </a:pPr>
            <a:r>
              <a:rPr lang="en-US" sz="1800">
                <a:effectLst/>
                <a:latin typeface="Times New Roman" panose="02020603050405020304" pitchFamily="18" charset="0"/>
                <a:ea typeface="Times New Roman" panose="02020603050405020304" pitchFamily="18" charset="0"/>
              </a:rPr>
              <a:t>1. Bắt đầu chương trình.</a:t>
            </a:r>
          </a:p>
          <a:p>
            <a:pPr algn="just">
              <a:lnSpc>
                <a:spcPct val="115000"/>
              </a:lnSpc>
              <a:spcBef>
                <a:spcPts val="300"/>
              </a:spcBef>
              <a:spcAft>
                <a:spcPts val="300"/>
              </a:spcAft>
            </a:pPr>
            <a:r>
              <a:rPr lang="en-US" sz="1800">
                <a:effectLst/>
                <a:latin typeface="Times New Roman" panose="02020603050405020304" pitchFamily="18" charset="0"/>
                <a:ea typeface="Times New Roman" panose="02020603050405020304" pitchFamily="18" charset="0"/>
              </a:rPr>
              <a:t>2. Chụp ảnh môi trường và xử lý ảnh để phát hiện vật cản.</a:t>
            </a:r>
          </a:p>
          <a:p>
            <a:pPr algn="just">
              <a:lnSpc>
                <a:spcPct val="115000"/>
              </a:lnSpc>
              <a:spcBef>
                <a:spcPts val="300"/>
              </a:spcBef>
              <a:spcAft>
                <a:spcPts val="300"/>
              </a:spcAft>
            </a:pPr>
            <a:r>
              <a:rPr lang="en-US" sz="1800">
                <a:effectLst/>
                <a:latin typeface="Times New Roman" panose="02020603050405020304" pitchFamily="18" charset="0"/>
                <a:ea typeface="Times New Roman" panose="02020603050405020304" pitchFamily="18" charset="0"/>
              </a:rPr>
              <a:t>3. Phát hiện trạng thái vật cản. Nếu không có vật cản, tiếp tục thực hiện Reactive Control để xe đi thẳng. Nếu có vật cản, thực hiện Reactive Control để xe quẹo trái để tránh vật cản.</a:t>
            </a:r>
          </a:p>
          <a:p>
            <a:pPr algn="just">
              <a:lnSpc>
                <a:spcPct val="115000"/>
              </a:lnSpc>
              <a:spcBef>
                <a:spcPts val="300"/>
              </a:spcBef>
              <a:spcAft>
                <a:spcPts val="300"/>
              </a:spcAft>
            </a:pPr>
            <a:r>
              <a:rPr lang="en-US" sz="1800">
                <a:effectLst/>
                <a:latin typeface="Times New Roman" panose="02020603050405020304" pitchFamily="18" charset="0"/>
                <a:ea typeface="Times New Roman" panose="02020603050405020304" pitchFamily="18" charset="0"/>
              </a:rPr>
              <a:t>4. Tiếp tục thực hiện Reactive Control để xe đi thẳng nếu không gặp vật cản.</a:t>
            </a:r>
          </a:p>
          <a:p>
            <a:pPr algn="just">
              <a:lnSpc>
                <a:spcPct val="115000"/>
              </a:lnSpc>
              <a:spcBef>
                <a:spcPts val="300"/>
              </a:spcBef>
              <a:spcAft>
                <a:spcPts val="300"/>
              </a:spcAft>
            </a:pPr>
            <a:r>
              <a:rPr lang="en-US" sz="1800">
                <a:effectLst/>
                <a:latin typeface="Times New Roman" panose="02020603050405020304" pitchFamily="18" charset="0"/>
                <a:ea typeface="Times New Roman" panose="02020603050405020304" pitchFamily="18" charset="0"/>
              </a:rPr>
              <a:t>5. Nếu không có vật cản, xe sẽ tiếp tục di chuyển thẳng và quay lại bước chụp ảnh và xử lý ảnh để phát hiện vật cản mới.</a:t>
            </a:r>
          </a:p>
          <a:p>
            <a:pPr algn="just">
              <a:lnSpc>
                <a:spcPct val="115000"/>
              </a:lnSpc>
              <a:spcBef>
                <a:spcPts val="300"/>
              </a:spcBef>
              <a:spcAft>
                <a:spcPts val="300"/>
              </a:spcAft>
            </a:pPr>
            <a:r>
              <a:rPr lang="en-US" sz="1800">
                <a:effectLst/>
                <a:latin typeface="Times New Roman" panose="02020603050405020304" pitchFamily="18" charset="0"/>
                <a:ea typeface="Times New Roman" panose="02020603050405020304" pitchFamily="18" charset="0"/>
              </a:rPr>
              <a:t>6. Quá trình này sẽ được lặp lại liên tục để xe có thể di chuyển an toàn và hiệu quả trên đường.</a:t>
            </a:r>
          </a:p>
          <a:p>
            <a:pPr algn="just">
              <a:lnSpc>
                <a:spcPct val="115000"/>
              </a:lnSpc>
              <a:spcBef>
                <a:spcPts val="300"/>
              </a:spcBef>
              <a:spcAft>
                <a:spcPts val="300"/>
              </a:spcAft>
            </a:pPr>
            <a:r>
              <a:rPr lang="en-US" sz="1800">
                <a:effectLst/>
                <a:latin typeface="Times New Roman" panose="02020603050405020304" pitchFamily="18" charset="0"/>
                <a:ea typeface="Times New Roman" panose="02020603050405020304" pitchFamily="18" charset="0"/>
              </a:rPr>
              <a:t>7. Kết thúc chương trình.</a:t>
            </a:r>
          </a:p>
          <a:p>
            <a:pPr marL="158750" indent="0">
              <a:buNone/>
            </a:pPr>
            <a:endParaRPr lang="en-US"/>
          </a:p>
        </p:txBody>
      </p:sp>
    </p:spTree>
    <p:extLst>
      <p:ext uri="{BB962C8B-B14F-4D97-AF65-F5344CB8AC3E}">
        <p14:creationId xmlns:p14="http://schemas.microsoft.com/office/powerpoint/2010/main" val="23719530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just">
              <a:lnSpc>
                <a:spcPct val="115000"/>
              </a:lnSpc>
              <a:spcBef>
                <a:spcPts val="300"/>
              </a:spcBef>
              <a:spcAft>
                <a:spcPts val="300"/>
              </a:spcAft>
            </a:pPr>
            <a:r>
              <a:rPr lang="en-US" sz="1800">
                <a:effectLst/>
                <a:latin typeface="Times New Roman" panose="02020603050405020304" pitchFamily="18" charset="0"/>
                <a:ea typeface="Times New Roman" panose="02020603050405020304" pitchFamily="18" charset="0"/>
              </a:rPr>
              <a:t>1. Bắt đầu chương trình</a:t>
            </a:r>
          </a:p>
          <a:p>
            <a:pPr algn="just">
              <a:lnSpc>
                <a:spcPct val="115000"/>
              </a:lnSpc>
              <a:spcBef>
                <a:spcPts val="300"/>
              </a:spcBef>
              <a:spcAft>
                <a:spcPts val="300"/>
              </a:spcAft>
            </a:pPr>
            <a:r>
              <a:rPr lang="en-US" sz="1800">
                <a:effectLst/>
                <a:latin typeface="Times New Roman" panose="02020603050405020304" pitchFamily="18" charset="0"/>
                <a:ea typeface="Times New Roman" panose="02020603050405020304" pitchFamily="18" charset="0"/>
              </a:rPr>
              <a:t>2. Chụp ảnh môi trường và xử lý ảnh để phát hiện đèn giao thông</a:t>
            </a:r>
          </a:p>
          <a:p>
            <a:pPr algn="just">
              <a:lnSpc>
                <a:spcPct val="115000"/>
              </a:lnSpc>
              <a:spcBef>
                <a:spcPts val="300"/>
              </a:spcBef>
              <a:spcAft>
                <a:spcPts val="300"/>
              </a:spcAft>
            </a:pPr>
            <a:r>
              <a:rPr lang="en-US" sz="1800">
                <a:effectLst/>
                <a:latin typeface="Times New Roman" panose="02020603050405020304" pitchFamily="18" charset="0"/>
                <a:ea typeface="Times New Roman" panose="02020603050405020304" pitchFamily="18" charset="0"/>
              </a:rPr>
              <a:t>3. Phát hiện trạng thái đèn giao thông. Nếu đèn xanh, thực hiện Reactive Control để xe đi thẳng. Nếu đèn đỏ, thực hiện Reactive Control để xe dừng lại.</a:t>
            </a:r>
          </a:p>
          <a:p>
            <a:pPr algn="just">
              <a:lnSpc>
                <a:spcPct val="115000"/>
              </a:lnSpc>
              <a:spcBef>
                <a:spcPts val="300"/>
              </a:spcBef>
              <a:spcAft>
                <a:spcPts val="300"/>
              </a:spcAft>
            </a:pPr>
            <a:r>
              <a:rPr lang="en-US" sz="1800">
                <a:effectLst/>
                <a:latin typeface="Times New Roman" panose="02020603050405020304" pitchFamily="18" charset="0"/>
                <a:ea typeface="Times New Roman" panose="02020603050405020304" pitchFamily="18" charset="0"/>
              </a:rPr>
              <a:t>4. Khi dừng đèn đỏ, xe tiếp tục theo dõi trạng thái đèn giao thông. Nếu đèn chuyển sang màu xanh, tiếp tục thực hiện Reactive Control để xe đi thẳng.</a:t>
            </a:r>
          </a:p>
          <a:p>
            <a:pPr algn="just">
              <a:lnSpc>
                <a:spcPct val="115000"/>
              </a:lnSpc>
              <a:spcBef>
                <a:spcPts val="300"/>
              </a:spcBef>
              <a:spcAft>
                <a:spcPts val="300"/>
              </a:spcAft>
            </a:pPr>
            <a:r>
              <a:rPr lang="en-US" sz="1800">
                <a:effectLst/>
                <a:latin typeface="Times New Roman" panose="02020603050405020304" pitchFamily="18" charset="0"/>
                <a:ea typeface="Times New Roman" panose="02020603050405020304" pitchFamily="18" charset="0"/>
              </a:rPr>
              <a:t>5. Xe đi thẳng và tiếp tục chụp ảnh và xử lí ảnh để phát hiện đèn giao thông.</a:t>
            </a:r>
          </a:p>
          <a:p>
            <a:pPr algn="just">
              <a:lnSpc>
                <a:spcPct val="115000"/>
              </a:lnSpc>
              <a:spcBef>
                <a:spcPts val="300"/>
              </a:spcBef>
              <a:spcAft>
                <a:spcPts val="300"/>
              </a:spcAft>
            </a:pPr>
            <a:r>
              <a:rPr lang="en-US" sz="1800">
                <a:effectLst/>
                <a:latin typeface="Times New Roman" panose="02020603050405020304" pitchFamily="18" charset="0"/>
                <a:ea typeface="Times New Roman" panose="02020603050405020304" pitchFamily="18" charset="0"/>
              </a:rPr>
              <a:t>6. Kết thúc chương trình.</a:t>
            </a:r>
          </a:p>
          <a:p>
            <a:pPr marL="158750" indent="0">
              <a:buNone/>
            </a:pPr>
            <a:endParaRPr lang="en-US"/>
          </a:p>
        </p:txBody>
      </p:sp>
    </p:spTree>
    <p:extLst>
      <p:ext uri="{BB962C8B-B14F-4D97-AF65-F5344CB8AC3E}">
        <p14:creationId xmlns:p14="http://schemas.microsoft.com/office/powerpoint/2010/main" val="31699597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indent="-298450" algn="just"/>
            <a:r>
              <a:rPr lang="en-US" sz="1100" b="1">
                <a:solidFill>
                  <a:schemeClr val="bg1">
                    <a:lumMod val="50000"/>
                  </a:schemeClr>
                </a:solidFill>
                <a:latin typeface="Arial" panose="020B0604020202020204" pitchFamily="34" charset="0"/>
                <a:cs typeface="Arial" panose="020B0604020202020204" pitchFamily="34" charset="0"/>
              </a:rPr>
              <a:t>Kết luận</a:t>
            </a:r>
          </a:p>
          <a:p>
            <a:pPr marL="914400" lvl="1" indent="-298450" algn="just">
              <a:buFont typeface="Arial" panose="020B0604020202020204" pitchFamily="34" charset="0"/>
              <a:buChar char="‒"/>
            </a:pPr>
            <a:r>
              <a:rPr lang="vi-VN" sz="1100">
                <a:solidFill>
                  <a:schemeClr val="bg1">
                    <a:lumMod val="50000"/>
                  </a:schemeClr>
                </a:solidFill>
                <a:latin typeface="Arial" panose="020B0604020202020204" pitchFamily="34" charset="0"/>
                <a:cs typeface="Arial" panose="020B0604020202020204" pitchFamily="34" charset="0"/>
              </a:rPr>
              <a:t>Chức năng chạy theo làn đường dựa trên thuật toán Hồi quy tuyến tính</a:t>
            </a:r>
            <a:r>
              <a:rPr lang="en-US" sz="1100">
                <a:solidFill>
                  <a:schemeClr val="bg1">
                    <a:lumMod val="50000"/>
                  </a:schemeClr>
                </a:solidFill>
                <a:latin typeface="Arial" panose="020B0604020202020204" pitchFamily="34" charset="0"/>
                <a:cs typeface="Arial" panose="020B0604020202020204" pitchFamily="34" charset="0"/>
              </a:rPr>
              <a:t>.</a:t>
            </a:r>
          </a:p>
          <a:p>
            <a:pPr marL="914400" lvl="1" indent="-298450" algn="just">
              <a:buFont typeface="Arial" panose="020B0604020202020204" pitchFamily="34" charset="0"/>
              <a:buChar char="‒"/>
            </a:pPr>
            <a:r>
              <a:rPr lang="en-US" sz="1100">
                <a:solidFill>
                  <a:schemeClr val="bg1">
                    <a:lumMod val="50000"/>
                  </a:schemeClr>
                </a:solidFill>
                <a:latin typeface="Arial" panose="020B0604020202020204" pitchFamily="34" charset="0"/>
                <a:cs typeface="Arial" panose="020B0604020202020204" pitchFamily="34" charset="0"/>
              </a:rPr>
              <a:t>Chức năng phát hiện tránh vật cản và chức năng tuân thủ đèn xanh đèn đỏ dựa trên mô hình CNN Classification.</a:t>
            </a:r>
          </a:p>
          <a:p>
            <a:pPr marL="457200" indent="-298450" algn="just"/>
            <a:r>
              <a:rPr lang="vi-VN" sz="1100" b="1">
                <a:solidFill>
                  <a:schemeClr val="bg1">
                    <a:lumMod val="50000"/>
                  </a:schemeClr>
                </a:solidFill>
                <a:latin typeface="Arial" panose="020B0604020202020204" pitchFamily="34" charset="0"/>
                <a:cs typeface="Arial" panose="020B0604020202020204" pitchFamily="34" charset="0"/>
              </a:rPr>
              <a:t>Đề tài xe tự hành đã thực hiện được những chức năng đặt ra, tuy nhiên vẫn còn hạn chế:</a:t>
            </a:r>
            <a:endParaRPr lang="en-US" sz="1100" b="1">
              <a:solidFill>
                <a:schemeClr val="bg1">
                  <a:lumMod val="50000"/>
                </a:schemeClr>
              </a:solidFill>
              <a:latin typeface="Arial" panose="020B0604020202020204" pitchFamily="34" charset="0"/>
              <a:cs typeface="Arial" panose="020B0604020202020204" pitchFamily="34" charset="0"/>
            </a:endParaRPr>
          </a:p>
          <a:p>
            <a:pPr marL="742950" lvl="1" indent="-285750" algn="just">
              <a:buClr>
                <a:schemeClr val="tx2">
                  <a:lumMod val="50000"/>
                </a:schemeClr>
              </a:buClr>
              <a:buSzPct val="80000"/>
              <a:buFont typeface="Arial" panose="020B0604020202020204" pitchFamily="34" charset="0"/>
              <a:buChar char="‒"/>
            </a:pPr>
            <a:r>
              <a:rPr lang="en-US" sz="1100">
                <a:solidFill>
                  <a:schemeClr val="bg1">
                    <a:lumMod val="50000"/>
                  </a:schemeClr>
                </a:solidFill>
                <a:latin typeface="Arial" panose="020B0604020202020204" pitchFamily="34" charset="0"/>
                <a:cs typeface="Arial" panose="020B0604020202020204" pitchFamily="34" charset="0"/>
              </a:rPr>
              <a:t>Các tính năng chưa được kết hợp do mô hình nặng và xử lý quá nhiều ảnh. </a:t>
            </a:r>
          </a:p>
          <a:p>
            <a:pPr marL="742950" lvl="1" indent="-285750" algn="just">
              <a:buClr>
                <a:schemeClr val="tx2">
                  <a:lumMod val="50000"/>
                </a:schemeClr>
              </a:buClr>
              <a:buSzPct val="80000"/>
              <a:buFont typeface="Arial" panose="020B0604020202020204" pitchFamily="34" charset="0"/>
              <a:buChar char="‒"/>
            </a:pPr>
            <a:r>
              <a:rPr lang="en-US" sz="1100">
                <a:solidFill>
                  <a:schemeClr val="bg1">
                    <a:lumMod val="50000"/>
                  </a:schemeClr>
                </a:solidFill>
                <a:latin typeface="Arial" panose="020B0604020202020204" pitchFamily="34" charset="0"/>
                <a:cs typeface="Arial" panose="020B0604020202020204" pitchFamily="34" charset="0"/>
              </a:rPr>
              <a:t>Dễ bị nhiễu do ánh sáng môi trường do dữ liệu hình ảnh và nhận dạng hoàn toàn từ camera. </a:t>
            </a:r>
          </a:p>
          <a:p>
            <a:pPr marL="742950" lvl="1" indent="-285750" algn="just">
              <a:buClr>
                <a:schemeClr val="tx2">
                  <a:lumMod val="50000"/>
                </a:schemeClr>
              </a:buClr>
              <a:buSzPct val="80000"/>
              <a:buFont typeface="Arial" panose="020B0604020202020204" pitchFamily="34" charset="0"/>
              <a:buChar char="‒"/>
            </a:pPr>
            <a:r>
              <a:rPr lang="en-US" sz="1100">
                <a:solidFill>
                  <a:schemeClr val="bg1">
                    <a:lumMod val="50000"/>
                  </a:schemeClr>
                </a:solidFill>
                <a:latin typeface="Arial" panose="020B0604020202020204" pitchFamily="34" charset="0"/>
                <a:cs typeface="Arial" panose="020B0604020202020204" pitchFamily="34" charset="0"/>
              </a:rPr>
              <a:t>Camera có thể bị trễ hoặc kết nối có thể gián đoạn do sử dụng mạng 4G.</a:t>
            </a:r>
          </a:p>
          <a:p>
            <a:pPr marL="457200" marR="0" lvl="0" indent="-298450" algn="just" defTabSz="914400" rtl="0" eaLnBrk="1" fontAlgn="auto" latinLnBrk="0" hangingPunct="1">
              <a:lnSpc>
                <a:spcPct val="100000"/>
              </a:lnSpc>
              <a:spcBef>
                <a:spcPts val="0"/>
              </a:spcBef>
              <a:spcAft>
                <a:spcPts val="0"/>
              </a:spcAft>
              <a:buClr>
                <a:srgbClr val="000000"/>
              </a:buClr>
              <a:buSzPts val="1100"/>
              <a:tabLst/>
              <a:defRPr/>
            </a:pPr>
            <a:r>
              <a:rPr lang="en-US" sz="1100" b="1">
                <a:solidFill>
                  <a:schemeClr val="bg1">
                    <a:lumMod val="50000"/>
                  </a:schemeClr>
                </a:solidFill>
                <a:latin typeface="Arial" panose="020B0604020202020204" pitchFamily="34" charset="0"/>
                <a:cs typeface="Arial" panose="020B0604020202020204" pitchFamily="34" charset="0"/>
              </a:rPr>
              <a:t>Những hướng phát triển được đề xuất bao gồm:</a:t>
            </a:r>
          </a:p>
          <a:p>
            <a:pPr marL="742950" lvl="1" indent="-285750" algn="just">
              <a:buClr>
                <a:schemeClr val="tx2">
                  <a:lumMod val="50000"/>
                </a:schemeClr>
              </a:buClr>
              <a:buSzPct val="80000"/>
              <a:buFont typeface="Arial" panose="020B0604020202020204" pitchFamily="34" charset="0"/>
              <a:buChar char="‒"/>
            </a:pPr>
            <a:r>
              <a:rPr lang="en-US" sz="1100">
                <a:solidFill>
                  <a:schemeClr val="bg1">
                    <a:lumMod val="50000"/>
                  </a:schemeClr>
                </a:solidFill>
                <a:latin typeface="Arial" panose="020B0604020202020204" pitchFamily="34" charset="0"/>
                <a:cs typeface="Arial" panose="020B0604020202020204" pitchFamily="34" charset="0"/>
              </a:rPr>
              <a:t>Kết hợp các tính năng bằng cách sử dụng các thư viện tối ưu hóa mô hình.</a:t>
            </a:r>
          </a:p>
          <a:p>
            <a:pPr marL="742950" marR="0" lvl="1" indent="-285750" algn="just" defTabSz="914400" rtl="0" eaLnBrk="1" fontAlgn="auto" latinLnBrk="0" hangingPunct="1">
              <a:lnSpc>
                <a:spcPct val="100000"/>
              </a:lnSpc>
              <a:spcBef>
                <a:spcPts val="0"/>
              </a:spcBef>
              <a:spcAft>
                <a:spcPts val="0"/>
              </a:spcAft>
              <a:buClr>
                <a:schemeClr val="tx2">
                  <a:lumMod val="50000"/>
                </a:schemeClr>
              </a:buClr>
              <a:buSzPct val="80000"/>
              <a:buFont typeface="Arial" panose="020B0604020202020204" pitchFamily="34" charset="0"/>
              <a:buChar char="‒"/>
              <a:tabLst/>
              <a:defRPr/>
            </a:pPr>
            <a:r>
              <a:rPr lang="en-US" sz="1800">
                <a:effectLst/>
                <a:latin typeface="Times New Roman" panose="02020603050405020304" pitchFamily="18" charset="0"/>
                <a:ea typeface="Times New Roman" panose="02020603050405020304" pitchFamily="18" charset="0"/>
              </a:rPr>
              <a:t>Sử dụng các phương pháp tốt hơn để xử lý vấn đề bị nhiễu do ngoại cảnh hoặc thu thập thêm dữ liệu hoặc tăng cường dữ liệu ở mức độ vừa phải để tăng độ chính xác và hệ thống sẽ xử lí tốt hơn.</a:t>
            </a:r>
            <a:endParaRPr lang="en-US" sz="1100">
              <a:solidFill>
                <a:schemeClr val="bg1">
                  <a:lumMod val="50000"/>
                </a:schemeClr>
              </a:solidFill>
              <a:latin typeface="Arial" panose="020B0604020202020204" pitchFamily="34" charset="0"/>
              <a:cs typeface="Arial" panose="020B0604020202020204" pitchFamily="34" charset="0"/>
            </a:endParaRPr>
          </a:p>
          <a:p>
            <a:pPr marL="742950" lvl="1" indent="-285750" algn="just">
              <a:buClr>
                <a:schemeClr val="tx2">
                  <a:lumMod val="50000"/>
                </a:schemeClr>
              </a:buClr>
              <a:buSzPct val="80000"/>
              <a:buFont typeface="Arial" panose="020B0604020202020204" pitchFamily="34" charset="0"/>
              <a:buChar char="‒"/>
            </a:pPr>
            <a:r>
              <a:rPr lang="en-US" sz="1100">
                <a:solidFill>
                  <a:schemeClr val="bg1">
                    <a:lumMod val="50000"/>
                  </a:schemeClr>
                </a:solidFill>
                <a:latin typeface="Arial" panose="020B0604020202020204" pitchFamily="34" charset="0"/>
                <a:cs typeface="Arial" panose="020B0604020202020204" pitchFamily="34" charset="0"/>
              </a:rPr>
              <a:t>Tích hợp thêm các tính năng </a:t>
            </a:r>
            <a:r>
              <a:rPr lang="en-US" sz="1800">
                <a:effectLst/>
                <a:latin typeface="Times New Roman" panose="02020603050405020304" pitchFamily="18" charset="0"/>
                <a:ea typeface="Times New Roman" panose="02020603050405020304" pitchFamily="18" charset="0"/>
              </a:rPr>
              <a:t>như giọng nói, kiến thức trò chuyện, lộ trình mới, thiết bị hỗ trợ</a:t>
            </a:r>
            <a:r>
              <a:rPr lang="en-US" sz="1100">
                <a:solidFill>
                  <a:schemeClr val="bg1">
                    <a:lumMod val="50000"/>
                  </a:schemeClr>
                </a:solidFill>
                <a:latin typeface="Arial" panose="020B0604020202020204" pitchFamily="34" charset="0"/>
                <a:cs typeface="Arial" panose="020B0604020202020204" pitchFamily="34" charset="0"/>
              </a:rPr>
              <a:t> để phát triển Robot tự động.</a:t>
            </a:r>
          </a:p>
          <a:p>
            <a:pPr marL="158750" marR="0" lvl="0" indent="0" algn="just" defTabSz="914400" rtl="0" eaLnBrk="1" fontAlgn="auto" latinLnBrk="0" hangingPunct="1">
              <a:lnSpc>
                <a:spcPct val="100000"/>
              </a:lnSpc>
              <a:spcBef>
                <a:spcPts val="0"/>
              </a:spcBef>
              <a:spcAft>
                <a:spcPts val="0"/>
              </a:spcAft>
              <a:buClr>
                <a:srgbClr val="000000"/>
              </a:buClr>
              <a:buSzPts val="1100"/>
              <a:buNone/>
              <a:tabLst/>
              <a:defRPr/>
            </a:pPr>
            <a:endParaRPr lang="en-US" sz="1100">
              <a:solidFill>
                <a:schemeClr val="bg1">
                  <a:lumMod val="50000"/>
                </a:schemeClr>
              </a:solidFill>
              <a:latin typeface="Arial" panose="020B0604020202020204" pitchFamily="34" charset="0"/>
              <a:cs typeface="Arial" panose="020B0604020202020204" pitchFamily="34" charset="0"/>
            </a:endParaRPr>
          </a:p>
          <a:p>
            <a:pPr marL="158750" indent="0" algn="just">
              <a:buNone/>
            </a:pPr>
            <a:endParaRPr lang="en-US" sz="1100">
              <a:solidFill>
                <a:schemeClr val="bg1">
                  <a:lumMod val="50000"/>
                </a:schemeClr>
              </a:solidFill>
              <a:latin typeface="Arial" panose="020B0604020202020204" pitchFamily="34" charset="0"/>
              <a:cs typeface="Arial" panose="020B0604020202020204" pitchFamily="34" charset="0"/>
            </a:endParaRPr>
          </a:p>
          <a:p>
            <a:endParaRPr lang="en-US"/>
          </a:p>
        </p:txBody>
      </p:sp>
    </p:spTree>
    <p:extLst>
      <p:ext uri="{BB962C8B-B14F-4D97-AF65-F5344CB8AC3E}">
        <p14:creationId xmlns:p14="http://schemas.microsoft.com/office/powerpoint/2010/main" val="26512248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6"/>
        <p:cNvGrpSpPr/>
        <p:nvPr/>
      </p:nvGrpSpPr>
      <p:grpSpPr>
        <a:xfrm>
          <a:off x="0" y="0"/>
          <a:ext cx="0" cy="0"/>
          <a:chOff x="0" y="0"/>
          <a:chExt cx="0" cy="0"/>
        </a:xfrm>
      </p:grpSpPr>
      <p:sp>
        <p:nvSpPr>
          <p:cNvPr id="2657" name="Google Shape;2657;g92b9ca3f2f_0_22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8" name="Google Shape;2658;g92b9ca3f2f_0_22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1376525" y="-1521150"/>
            <a:ext cx="7767703" cy="3383025"/>
            <a:chOff x="24125" y="294775"/>
            <a:chExt cx="7767703" cy="3383025"/>
          </a:xfrm>
        </p:grpSpPr>
        <p:sp>
          <p:nvSpPr>
            <p:cNvPr id="10" name="Google Shape;10;p2"/>
            <p:cNvSpPr/>
            <p:nvPr/>
          </p:nvSpPr>
          <p:spPr>
            <a:xfrm>
              <a:off x="1686375" y="607200"/>
              <a:ext cx="142125" cy="129550"/>
            </a:xfrm>
            <a:custGeom>
              <a:avLst/>
              <a:gdLst/>
              <a:ahLst/>
              <a:cxnLst/>
              <a:rect l="l" t="t" r="r" b="b"/>
              <a:pathLst>
                <a:path w="5685" h="5182" extrusionOk="0">
                  <a:moveTo>
                    <a:pt x="2834" y="1"/>
                  </a:moveTo>
                  <a:cubicBezTo>
                    <a:pt x="2169" y="1"/>
                    <a:pt x="1507" y="252"/>
                    <a:pt x="1005" y="754"/>
                  </a:cubicBezTo>
                  <a:cubicBezTo>
                    <a:pt x="1" y="1781"/>
                    <a:pt x="1" y="3402"/>
                    <a:pt x="1005" y="4429"/>
                  </a:cubicBezTo>
                  <a:cubicBezTo>
                    <a:pt x="1507" y="4931"/>
                    <a:pt x="2169" y="5182"/>
                    <a:pt x="2834" y="5182"/>
                  </a:cubicBezTo>
                  <a:cubicBezTo>
                    <a:pt x="3499" y="5182"/>
                    <a:pt x="4166" y="4931"/>
                    <a:pt x="4680" y="4429"/>
                  </a:cubicBezTo>
                  <a:cubicBezTo>
                    <a:pt x="5684" y="3402"/>
                    <a:pt x="5684" y="1781"/>
                    <a:pt x="4680" y="754"/>
                  </a:cubicBezTo>
                  <a:cubicBezTo>
                    <a:pt x="4166" y="252"/>
                    <a:pt x="3499" y="1"/>
                    <a:pt x="28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66098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6721650" y="3191600"/>
              <a:ext cx="149525" cy="93025"/>
            </a:xfrm>
            <a:custGeom>
              <a:avLst/>
              <a:gdLst/>
              <a:ahLst/>
              <a:cxnLst/>
              <a:rect l="l" t="t" r="r" b="b"/>
              <a:pathLst>
                <a:path w="5981" h="3721" extrusionOk="0">
                  <a:moveTo>
                    <a:pt x="0" y="0"/>
                  </a:moveTo>
                  <a:lnTo>
                    <a:pt x="3584" y="3721"/>
                  </a:lnTo>
                  <a:lnTo>
                    <a:pt x="5980"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68340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69459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7057750" y="3191600"/>
              <a:ext cx="149525" cy="93025"/>
            </a:xfrm>
            <a:custGeom>
              <a:avLst/>
              <a:gdLst/>
              <a:ahLst/>
              <a:cxnLst/>
              <a:rect l="l" t="t" r="r" b="b"/>
              <a:pathLst>
                <a:path w="5981" h="3721" extrusionOk="0">
                  <a:moveTo>
                    <a:pt x="0" y="0"/>
                  </a:moveTo>
                  <a:lnTo>
                    <a:pt x="3607" y="3721"/>
                  </a:lnTo>
                  <a:lnTo>
                    <a:pt x="5980" y="3721"/>
                  </a:lnTo>
                  <a:lnTo>
                    <a:pt x="239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1701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282000" y="3191600"/>
              <a:ext cx="149525" cy="93025"/>
            </a:xfrm>
            <a:custGeom>
              <a:avLst/>
              <a:gdLst/>
              <a:ahLst/>
              <a:cxnLst/>
              <a:rect l="l" t="t" r="r" b="b"/>
              <a:pathLst>
                <a:path w="5981" h="3721" extrusionOk="0">
                  <a:moveTo>
                    <a:pt x="1" y="0"/>
                  </a:moveTo>
                  <a:lnTo>
                    <a:pt x="3584" y="3721"/>
                  </a:lnTo>
                  <a:lnTo>
                    <a:pt x="5981"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2406525" y="1218350"/>
              <a:ext cx="5385303" cy="1110475"/>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987925" y="355975"/>
              <a:ext cx="6210225" cy="1468400"/>
            </a:xfrm>
            <a:custGeom>
              <a:avLst/>
              <a:gdLst/>
              <a:ahLst/>
              <a:cxnLst/>
              <a:rect l="l" t="t" r="r" b="b"/>
              <a:pathLst>
                <a:path w="248409" h="58736" extrusionOk="0">
                  <a:moveTo>
                    <a:pt x="248203" y="1"/>
                  </a:moveTo>
                  <a:cubicBezTo>
                    <a:pt x="248151" y="1"/>
                    <a:pt x="248100" y="18"/>
                    <a:pt x="248066" y="52"/>
                  </a:cubicBezTo>
                  <a:lnTo>
                    <a:pt x="196663" y="51455"/>
                  </a:lnTo>
                  <a:lnTo>
                    <a:pt x="175778" y="51455"/>
                  </a:lnTo>
                  <a:lnTo>
                    <a:pt x="155760" y="31460"/>
                  </a:lnTo>
                  <a:lnTo>
                    <a:pt x="121112" y="31460"/>
                  </a:lnTo>
                  <a:lnTo>
                    <a:pt x="94200" y="58371"/>
                  </a:lnTo>
                  <a:lnTo>
                    <a:pt x="183" y="58371"/>
                  </a:lnTo>
                  <a:cubicBezTo>
                    <a:pt x="92" y="58371"/>
                    <a:pt x="0" y="58439"/>
                    <a:pt x="0" y="58553"/>
                  </a:cubicBezTo>
                  <a:cubicBezTo>
                    <a:pt x="0" y="58645"/>
                    <a:pt x="92" y="58736"/>
                    <a:pt x="183" y="58736"/>
                  </a:cubicBezTo>
                  <a:lnTo>
                    <a:pt x="94360" y="58736"/>
                  </a:lnTo>
                  <a:lnTo>
                    <a:pt x="121248" y="31848"/>
                  </a:lnTo>
                  <a:lnTo>
                    <a:pt x="155623" y="31848"/>
                  </a:lnTo>
                  <a:lnTo>
                    <a:pt x="175618" y="51843"/>
                  </a:lnTo>
                  <a:lnTo>
                    <a:pt x="196823" y="51843"/>
                  </a:lnTo>
                  <a:lnTo>
                    <a:pt x="248340" y="326"/>
                  </a:lnTo>
                  <a:cubicBezTo>
                    <a:pt x="248408" y="235"/>
                    <a:pt x="248408" y="121"/>
                    <a:pt x="248340" y="52"/>
                  </a:cubicBezTo>
                  <a:cubicBezTo>
                    <a:pt x="248306" y="18"/>
                    <a:pt x="248254" y="1"/>
                    <a:pt x="248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265250" y="1389550"/>
              <a:ext cx="6299250" cy="1955000"/>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1631600" y="1974425"/>
              <a:ext cx="6160000" cy="1095650"/>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1978550" y="331575"/>
              <a:ext cx="4691750" cy="1289675"/>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937150" y="2104550"/>
              <a:ext cx="6622775" cy="1510475"/>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1664700" y="294775"/>
              <a:ext cx="3135650" cy="7666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100600" y="2193550"/>
              <a:ext cx="3410675" cy="530725"/>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06300" y="832600"/>
              <a:ext cx="2024625" cy="395475"/>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24125" y="1108225"/>
              <a:ext cx="1654850" cy="513025"/>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24125" y="1371850"/>
              <a:ext cx="979225" cy="45197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585500" y="1408375"/>
              <a:ext cx="1529900" cy="580350"/>
            </a:xfrm>
            <a:custGeom>
              <a:avLst/>
              <a:gdLst/>
              <a:ahLst/>
              <a:cxnLst/>
              <a:rect l="l" t="t" r="r" b="b"/>
              <a:pathLst>
                <a:path w="61196" h="23214" extrusionOk="0">
                  <a:moveTo>
                    <a:pt x="49121" y="0"/>
                  </a:moveTo>
                  <a:lnTo>
                    <a:pt x="26661" y="22460"/>
                  </a:lnTo>
                  <a:lnTo>
                    <a:pt x="389" y="22460"/>
                  </a:lnTo>
                  <a:cubicBezTo>
                    <a:pt x="161" y="22460"/>
                    <a:pt x="1" y="22620"/>
                    <a:pt x="1" y="22848"/>
                  </a:cubicBezTo>
                  <a:cubicBezTo>
                    <a:pt x="1" y="23054"/>
                    <a:pt x="161" y="23214"/>
                    <a:pt x="389" y="23214"/>
                  </a:cubicBezTo>
                  <a:lnTo>
                    <a:pt x="26980" y="23214"/>
                  </a:lnTo>
                  <a:lnTo>
                    <a:pt x="49441" y="776"/>
                  </a:lnTo>
                  <a:lnTo>
                    <a:pt x="60808" y="776"/>
                  </a:lnTo>
                  <a:cubicBezTo>
                    <a:pt x="61013" y="776"/>
                    <a:pt x="61196" y="594"/>
                    <a:pt x="61196" y="388"/>
                  </a:cubicBezTo>
                  <a:cubicBezTo>
                    <a:pt x="61196" y="183"/>
                    <a:pt x="61013" y="0"/>
                    <a:pt x="60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5953000" y="3543100"/>
              <a:ext cx="134700" cy="134700"/>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5976400" y="3566500"/>
              <a:ext cx="87900" cy="8732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5421175" y="2256325"/>
              <a:ext cx="134700" cy="134700"/>
            </a:xfrm>
            <a:custGeom>
              <a:avLst/>
              <a:gdLst/>
              <a:ahLst/>
              <a:cxnLst/>
              <a:rect l="l" t="t" r="r" b="b"/>
              <a:pathLst>
                <a:path w="5388" h="5388" extrusionOk="0">
                  <a:moveTo>
                    <a:pt x="2694" y="389"/>
                  </a:moveTo>
                  <a:cubicBezTo>
                    <a:pt x="3972" y="389"/>
                    <a:pt x="4999" y="1416"/>
                    <a:pt x="4999" y="2694"/>
                  </a:cubicBezTo>
                  <a:cubicBezTo>
                    <a:pt x="4999" y="3972"/>
                    <a:pt x="3972" y="5022"/>
                    <a:pt x="2694" y="5022"/>
                  </a:cubicBezTo>
                  <a:cubicBezTo>
                    <a:pt x="1415" y="5022"/>
                    <a:pt x="365" y="3972"/>
                    <a:pt x="365" y="2694"/>
                  </a:cubicBezTo>
                  <a:cubicBezTo>
                    <a:pt x="365" y="1416"/>
                    <a:pt x="1415" y="389"/>
                    <a:pt x="2694" y="389"/>
                  </a:cubicBezTo>
                  <a:close/>
                  <a:moveTo>
                    <a:pt x="2694" y="1"/>
                  </a:moveTo>
                  <a:cubicBezTo>
                    <a:pt x="1210" y="1"/>
                    <a:pt x="0" y="1210"/>
                    <a:pt x="0" y="2694"/>
                  </a:cubicBezTo>
                  <a:cubicBezTo>
                    <a:pt x="0" y="4178"/>
                    <a:pt x="1210" y="5387"/>
                    <a:pt x="2694" y="5387"/>
                  </a:cubicBezTo>
                  <a:cubicBezTo>
                    <a:pt x="4177" y="5387"/>
                    <a:pt x="5387" y="4178"/>
                    <a:pt x="5387" y="2694"/>
                  </a:cubicBezTo>
                  <a:cubicBezTo>
                    <a:pt x="5387" y="1210"/>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444575" y="2279725"/>
              <a:ext cx="87900" cy="87900"/>
            </a:xfrm>
            <a:custGeom>
              <a:avLst/>
              <a:gdLst/>
              <a:ahLst/>
              <a:cxnLst/>
              <a:rect l="l" t="t" r="r" b="b"/>
              <a:pathLst>
                <a:path w="3516" h="3516" extrusionOk="0">
                  <a:moveTo>
                    <a:pt x="1758" y="0"/>
                  </a:moveTo>
                  <a:cubicBezTo>
                    <a:pt x="776" y="0"/>
                    <a:pt x="0" y="799"/>
                    <a:pt x="0" y="1758"/>
                  </a:cubicBezTo>
                  <a:cubicBezTo>
                    <a:pt x="0" y="2739"/>
                    <a:pt x="776" y="3516"/>
                    <a:pt x="1758" y="3516"/>
                  </a:cubicBezTo>
                  <a:cubicBezTo>
                    <a:pt x="2716" y="3516"/>
                    <a:pt x="3515" y="2739"/>
                    <a:pt x="3515" y="1758"/>
                  </a:cubicBezTo>
                  <a:cubicBezTo>
                    <a:pt x="3515" y="799"/>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459400" y="1912225"/>
              <a:ext cx="134700" cy="134700"/>
            </a:xfrm>
            <a:custGeom>
              <a:avLst/>
              <a:gdLst/>
              <a:ahLst/>
              <a:cxnLst/>
              <a:rect l="l" t="t" r="r" b="b"/>
              <a:pathLst>
                <a:path w="5388" h="5388" extrusionOk="0">
                  <a:moveTo>
                    <a:pt x="2694" y="366"/>
                  </a:moveTo>
                  <a:cubicBezTo>
                    <a:pt x="3972" y="366"/>
                    <a:pt x="4999" y="1416"/>
                    <a:pt x="4999" y="2694"/>
                  </a:cubicBezTo>
                  <a:cubicBezTo>
                    <a:pt x="4999" y="3973"/>
                    <a:pt x="3972" y="5000"/>
                    <a:pt x="2694" y="5000"/>
                  </a:cubicBezTo>
                  <a:cubicBezTo>
                    <a:pt x="1416" y="5000"/>
                    <a:pt x="389" y="3973"/>
                    <a:pt x="389" y="2694"/>
                  </a:cubicBezTo>
                  <a:cubicBezTo>
                    <a:pt x="389" y="1416"/>
                    <a:pt x="1416" y="366"/>
                    <a:pt x="2694" y="366"/>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5482800" y="1935625"/>
              <a:ext cx="87900" cy="87900"/>
            </a:xfrm>
            <a:custGeom>
              <a:avLst/>
              <a:gdLst/>
              <a:ahLst/>
              <a:cxnLst/>
              <a:rect l="l" t="t" r="r" b="b"/>
              <a:pathLst>
                <a:path w="3516" h="3516" extrusionOk="0">
                  <a:moveTo>
                    <a:pt x="1758" y="1"/>
                  </a:moveTo>
                  <a:cubicBezTo>
                    <a:pt x="799" y="1"/>
                    <a:pt x="0" y="777"/>
                    <a:pt x="0" y="1758"/>
                  </a:cubicBezTo>
                  <a:cubicBezTo>
                    <a:pt x="0" y="2717"/>
                    <a:pt x="799" y="3516"/>
                    <a:pt x="1758" y="3516"/>
                  </a:cubicBezTo>
                  <a:cubicBezTo>
                    <a:pt x="2739" y="3516"/>
                    <a:pt x="3515" y="2717"/>
                    <a:pt x="3515" y="1758"/>
                  </a:cubicBezTo>
                  <a:cubicBezTo>
                    <a:pt x="3515" y="777"/>
                    <a:pt x="2739"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4736975" y="1935625"/>
              <a:ext cx="87900" cy="87900"/>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7044625" y="2632950"/>
              <a:ext cx="87900" cy="8732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4222850" y="1085400"/>
              <a:ext cx="134675" cy="134675"/>
            </a:xfrm>
            <a:custGeom>
              <a:avLst/>
              <a:gdLst/>
              <a:ahLst/>
              <a:cxnLst/>
              <a:rect l="l" t="t" r="r" b="b"/>
              <a:pathLst>
                <a:path w="5387" h="5387" extrusionOk="0">
                  <a:moveTo>
                    <a:pt x="2694" y="388"/>
                  </a:moveTo>
                  <a:cubicBezTo>
                    <a:pt x="3972" y="388"/>
                    <a:pt x="5022" y="1415"/>
                    <a:pt x="5022" y="2694"/>
                  </a:cubicBezTo>
                  <a:cubicBezTo>
                    <a:pt x="5022" y="3972"/>
                    <a:pt x="3972" y="4999"/>
                    <a:pt x="2694" y="4999"/>
                  </a:cubicBezTo>
                  <a:cubicBezTo>
                    <a:pt x="1415" y="4999"/>
                    <a:pt x="388" y="3972"/>
                    <a:pt x="388" y="2694"/>
                  </a:cubicBezTo>
                  <a:cubicBezTo>
                    <a:pt x="388" y="1415"/>
                    <a:pt x="1415" y="388"/>
                    <a:pt x="2694" y="388"/>
                  </a:cubicBezTo>
                  <a:close/>
                  <a:moveTo>
                    <a:pt x="2694" y="0"/>
                  </a:moveTo>
                  <a:cubicBezTo>
                    <a:pt x="1210" y="0"/>
                    <a:pt x="0" y="1210"/>
                    <a:pt x="0" y="2694"/>
                  </a:cubicBezTo>
                  <a:cubicBezTo>
                    <a:pt x="0" y="4177"/>
                    <a:pt x="1210" y="5387"/>
                    <a:pt x="2694" y="5387"/>
                  </a:cubicBezTo>
                  <a:cubicBezTo>
                    <a:pt x="4177" y="5387"/>
                    <a:pt x="5387" y="4177"/>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4246800" y="1108775"/>
              <a:ext cx="87350" cy="87925"/>
            </a:xfrm>
            <a:custGeom>
              <a:avLst/>
              <a:gdLst/>
              <a:ahLst/>
              <a:cxnLst/>
              <a:rect l="l" t="t" r="r" b="b"/>
              <a:pathLst>
                <a:path w="3494" h="3517" extrusionOk="0">
                  <a:moveTo>
                    <a:pt x="1736" y="1"/>
                  </a:moveTo>
                  <a:cubicBezTo>
                    <a:pt x="777" y="1"/>
                    <a:pt x="1" y="800"/>
                    <a:pt x="1" y="1759"/>
                  </a:cubicBezTo>
                  <a:cubicBezTo>
                    <a:pt x="1" y="2717"/>
                    <a:pt x="777" y="3516"/>
                    <a:pt x="1736" y="3516"/>
                  </a:cubicBezTo>
                  <a:cubicBezTo>
                    <a:pt x="2717" y="3516"/>
                    <a:pt x="3493" y="2717"/>
                    <a:pt x="3493" y="1759"/>
                  </a:cubicBezTo>
                  <a:cubicBezTo>
                    <a:pt x="3493" y="800"/>
                    <a:pt x="2717" y="1"/>
                    <a:pt x="17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3502700" y="2585000"/>
              <a:ext cx="134700" cy="134700"/>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3526100" y="2608400"/>
              <a:ext cx="87900" cy="87900"/>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2281550" y="1156150"/>
              <a:ext cx="134700" cy="134700"/>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2304950" y="1179550"/>
              <a:ext cx="87325" cy="87900"/>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1577950" y="1004925"/>
              <a:ext cx="94750" cy="94750"/>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1595075" y="1022050"/>
              <a:ext cx="59950" cy="59950"/>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2892125" y="11704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7004675" y="1366150"/>
              <a:ext cx="106150" cy="106150"/>
            </a:xfrm>
            <a:custGeom>
              <a:avLst/>
              <a:gdLst/>
              <a:ahLst/>
              <a:cxnLst/>
              <a:rect l="l" t="t" r="r" b="b"/>
              <a:pathLst>
                <a:path w="4246" h="4246" extrusionOk="0">
                  <a:moveTo>
                    <a:pt x="2123" y="0"/>
                  </a:moveTo>
                  <a:cubicBezTo>
                    <a:pt x="936" y="0"/>
                    <a:pt x="0" y="959"/>
                    <a:pt x="0" y="2123"/>
                  </a:cubicBezTo>
                  <a:cubicBezTo>
                    <a:pt x="0" y="3310"/>
                    <a:pt x="936" y="4246"/>
                    <a:pt x="2123" y="4246"/>
                  </a:cubicBezTo>
                  <a:cubicBezTo>
                    <a:pt x="3287" y="4246"/>
                    <a:pt x="4246" y="3310"/>
                    <a:pt x="4246" y="2123"/>
                  </a:cubicBezTo>
                  <a:cubicBezTo>
                    <a:pt x="4246" y="959"/>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6446600" y="2270600"/>
              <a:ext cx="106150" cy="106150"/>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6258275" y="3300575"/>
              <a:ext cx="69650" cy="69650"/>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4746100" y="3030675"/>
              <a:ext cx="69650" cy="69075"/>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5111875" y="1378700"/>
              <a:ext cx="106175" cy="106150"/>
            </a:xfrm>
            <a:custGeom>
              <a:avLst/>
              <a:gdLst/>
              <a:ahLst/>
              <a:cxnLst/>
              <a:rect l="l" t="t" r="r" b="b"/>
              <a:pathLst>
                <a:path w="4247" h="4246" extrusionOk="0">
                  <a:moveTo>
                    <a:pt x="2124" y="0"/>
                  </a:moveTo>
                  <a:cubicBezTo>
                    <a:pt x="960" y="0"/>
                    <a:pt x="1" y="959"/>
                    <a:pt x="1" y="2123"/>
                  </a:cubicBezTo>
                  <a:cubicBezTo>
                    <a:pt x="1" y="3310"/>
                    <a:pt x="960" y="4246"/>
                    <a:pt x="2124" y="4246"/>
                  </a:cubicBezTo>
                  <a:cubicBezTo>
                    <a:pt x="3288" y="4246"/>
                    <a:pt x="4246" y="3310"/>
                    <a:pt x="4246" y="2123"/>
                  </a:cubicBezTo>
                  <a:cubicBezTo>
                    <a:pt x="4246" y="959"/>
                    <a:pt x="3288" y="0"/>
                    <a:pt x="21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5692225" y="1404950"/>
              <a:ext cx="75350" cy="74775"/>
            </a:xfrm>
            <a:custGeom>
              <a:avLst/>
              <a:gdLst/>
              <a:ahLst/>
              <a:cxnLst/>
              <a:rect l="l" t="t" r="r" b="b"/>
              <a:pathLst>
                <a:path w="3014" h="2991" extrusionOk="0">
                  <a:moveTo>
                    <a:pt x="1507" y="0"/>
                  </a:moveTo>
                  <a:cubicBezTo>
                    <a:pt x="685" y="0"/>
                    <a:pt x="0" y="662"/>
                    <a:pt x="0" y="1507"/>
                  </a:cubicBezTo>
                  <a:cubicBezTo>
                    <a:pt x="0" y="2328"/>
                    <a:pt x="685" y="2990"/>
                    <a:pt x="1507" y="2990"/>
                  </a:cubicBezTo>
                  <a:cubicBezTo>
                    <a:pt x="2328" y="2990"/>
                    <a:pt x="3013" y="2328"/>
                    <a:pt x="3013" y="1507"/>
                  </a:cubicBezTo>
                  <a:cubicBezTo>
                    <a:pt x="3013" y="662"/>
                    <a:pt x="2328"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5821750" y="1469425"/>
              <a:ext cx="79350" cy="79350"/>
            </a:xfrm>
            <a:custGeom>
              <a:avLst/>
              <a:gdLst/>
              <a:ahLst/>
              <a:cxnLst/>
              <a:rect l="l" t="t" r="r" b="b"/>
              <a:pathLst>
                <a:path w="3174" h="3174" extrusionOk="0">
                  <a:moveTo>
                    <a:pt x="1598" y="1"/>
                  </a:moveTo>
                  <a:cubicBezTo>
                    <a:pt x="708" y="1"/>
                    <a:pt x="1" y="708"/>
                    <a:pt x="1" y="1575"/>
                  </a:cubicBezTo>
                  <a:cubicBezTo>
                    <a:pt x="1" y="2466"/>
                    <a:pt x="708" y="3173"/>
                    <a:pt x="1598" y="3173"/>
                  </a:cubicBezTo>
                  <a:cubicBezTo>
                    <a:pt x="2466" y="3173"/>
                    <a:pt x="3173" y="2466"/>
                    <a:pt x="3173" y="1575"/>
                  </a:cubicBezTo>
                  <a:cubicBezTo>
                    <a:pt x="3173" y="708"/>
                    <a:pt x="2466"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3572900" y="2384150"/>
              <a:ext cx="139825" cy="139250"/>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5419450" y="2995300"/>
              <a:ext cx="139825" cy="139825"/>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3311550" y="1787275"/>
              <a:ext cx="65075" cy="65075"/>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3501550" y="1519075"/>
              <a:ext cx="143825" cy="144400"/>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3526675" y="1544750"/>
              <a:ext cx="93600" cy="93050"/>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1930050" y="1563575"/>
              <a:ext cx="106150" cy="106175"/>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1621325" y="1563575"/>
              <a:ext cx="106175" cy="106175"/>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944550" y="1765575"/>
              <a:ext cx="106175" cy="106175"/>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496050" y="13239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3168300" y="1186975"/>
              <a:ext cx="72500" cy="73050"/>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1238425" y="1362725"/>
              <a:ext cx="73075" cy="73050"/>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2281550" y="832600"/>
              <a:ext cx="2995850" cy="9725"/>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2222775" y="800650"/>
              <a:ext cx="73075" cy="73050"/>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5235725" y="800650"/>
              <a:ext cx="73050" cy="73050"/>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5732175" y="319450"/>
              <a:ext cx="1118450" cy="1117475"/>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5870250" y="381100"/>
              <a:ext cx="1118475" cy="1117450"/>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4775775" y="1974875"/>
              <a:ext cx="2300825" cy="706600"/>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3518100" y="2023500"/>
              <a:ext cx="149550" cy="93050"/>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3630525" y="2023500"/>
              <a:ext cx="148950" cy="93050"/>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3742375" y="2023500"/>
              <a:ext cx="149525" cy="93050"/>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38547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3966625" y="2023500"/>
              <a:ext cx="148950" cy="93050"/>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4078475" y="2023500"/>
              <a:ext cx="149525" cy="93050"/>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41908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4302725" y="2023500"/>
              <a:ext cx="149525" cy="93050"/>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2718075" y="2800150"/>
              <a:ext cx="276800" cy="172925"/>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2925800" y="2800150"/>
              <a:ext cx="276775" cy="172925"/>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3133500" y="2800150"/>
              <a:ext cx="276775" cy="172925"/>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3341775" y="2800150"/>
              <a:ext cx="276800" cy="172925"/>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3549500" y="2800150"/>
              <a:ext cx="276775" cy="172925"/>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3757200" y="2800150"/>
              <a:ext cx="276775" cy="172925"/>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61139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5906200" y="435450"/>
              <a:ext cx="276800" cy="172925"/>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5698500" y="435450"/>
              <a:ext cx="276775" cy="172925"/>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54902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5282500" y="435450"/>
              <a:ext cx="276775" cy="172925"/>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5074800" y="435450"/>
              <a:ext cx="276775" cy="172925"/>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4867075" y="435450"/>
              <a:ext cx="276800" cy="172925"/>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4658800" y="435450"/>
              <a:ext cx="276775" cy="172925"/>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4853400"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4940700"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5028000"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5115300" y="927325"/>
              <a:ext cx="143825" cy="155250"/>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5202625" y="927325"/>
              <a:ext cx="143825" cy="155250"/>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5289925" y="927325"/>
              <a:ext cx="143825" cy="155250"/>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5377225" y="927325"/>
              <a:ext cx="143825" cy="155250"/>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5465100" y="927325"/>
              <a:ext cx="143250" cy="155250"/>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5552425"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5639725"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5727025"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 name="Google Shape;104;p2"/>
          <p:cNvGrpSpPr/>
          <p:nvPr/>
        </p:nvGrpSpPr>
        <p:grpSpPr>
          <a:xfrm>
            <a:off x="368162" y="1909134"/>
            <a:ext cx="352280" cy="353863"/>
            <a:chOff x="1448125" y="1450525"/>
            <a:chExt cx="133500" cy="134100"/>
          </a:xfrm>
        </p:grpSpPr>
        <p:sp>
          <p:nvSpPr>
            <p:cNvPr id="105" name="Google Shape;105;p2"/>
            <p:cNvSpPr/>
            <p:nvPr/>
          </p:nvSpPr>
          <p:spPr>
            <a:xfrm>
              <a:off x="1448125" y="1450525"/>
              <a:ext cx="133500" cy="134100"/>
            </a:xfrm>
            <a:custGeom>
              <a:avLst/>
              <a:gdLst/>
              <a:ahLst/>
              <a:cxnLst/>
              <a:rect l="l" t="t" r="r" b="b"/>
              <a:pathLst>
                <a:path w="5340" h="5364" extrusionOk="0">
                  <a:moveTo>
                    <a:pt x="2457" y="1"/>
                  </a:moveTo>
                  <a:lnTo>
                    <a:pt x="2256" y="452"/>
                  </a:lnTo>
                  <a:cubicBezTo>
                    <a:pt x="2056" y="502"/>
                    <a:pt x="1855" y="577"/>
                    <a:pt x="1680" y="652"/>
                  </a:cubicBezTo>
                  <a:lnTo>
                    <a:pt x="1229" y="427"/>
                  </a:lnTo>
                  <a:cubicBezTo>
                    <a:pt x="1003" y="552"/>
                    <a:pt x="803" y="727"/>
                    <a:pt x="627" y="928"/>
                  </a:cubicBezTo>
                  <a:lnTo>
                    <a:pt x="828" y="1404"/>
                  </a:lnTo>
                  <a:cubicBezTo>
                    <a:pt x="703" y="1579"/>
                    <a:pt x="602" y="1755"/>
                    <a:pt x="527" y="1955"/>
                  </a:cubicBezTo>
                  <a:lnTo>
                    <a:pt x="51" y="2081"/>
                  </a:lnTo>
                  <a:cubicBezTo>
                    <a:pt x="26" y="2281"/>
                    <a:pt x="1" y="2482"/>
                    <a:pt x="1" y="2682"/>
                  </a:cubicBezTo>
                  <a:cubicBezTo>
                    <a:pt x="1" y="2757"/>
                    <a:pt x="1" y="2808"/>
                    <a:pt x="1" y="2883"/>
                  </a:cubicBezTo>
                  <a:lnTo>
                    <a:pt x="452" y="3083"/>
                  </a:lnTo>
                  <a:cubicBezTo>
                    <a:pt x="502" y="3284"/>
                    <a:pt x="552" y="3484"/>
                    <a:pt x="652" y="3685"/>
                  </a:cubicBezTo>
                  <a:lnTo>
                    <a:pt x="402" y="4111"/>
                  </a:lnTo>
                  <a:cubicBezTo>
                    <a:pt x="552" y="4336"/>
                    <a:pt x="728" y="4537"/>
                    <a:pt x="928" y="4712"/>
                  </a:cubicBezTo>
                  <a:lnTo>
                    <a:pt x="1379" y="4537"/>
                  </a:lnTo>
                  <a:cubicBezTo>
                    <a:pt x="1555" y="4637"/>
                    <a:pt x="1755" y="4737"/>
                    <a:pt x="1956" y="4813"/>
                  </a:cubicBezTo>
                  <a:lnTo>
                    <a:pt x="2081" y="5289"/>
                  </a:lnTo>
                  <a:cubicBezTo>
                    <a:pt x="2282" y="5339"/>
                    <a:pt x="2457" y="5364"/>
                    <a:pt x="2657" y="5364"/>
                  </a:cubicBezTo>
                  <a:cubicBezTo>
                    <a:pt x="2733" y="5364"/>
                    <a:pt x="2808" y="5364"/>
                    <a:pt x="2883" y="5339"/>
                  </a:cubicBezTo>
                  <a:lnTo>
                    <a:pt x="3084" y="4888"/>
                  </a:lnTo>
                  <a:cubicBezTo>
                    <a:pt x="3284" y="4863"/>
                    <a:pt x="3485" y="4787"/>
                    <a:pt x="3660" y="4687"/>
                  </a:cubicBezTo>
                  <a:lnTo>
                    <a:pt x="4111" y="4938"/>
                  </a:lnTo>
                  <a:cubicBezTo>
                    <a:pt x="4337" y="4787"/>
                    <a:pt x="4537" y="4612"/>
                    <a:pt x="4713" y="4412"/>
                  </a:cubicBezTo>
                  <a:lnTo>
                    <a:pt x="4512" y="3960"/>
                  </a:lnTo>
                  <a:cubicBezTo>
                    <a:pt x="4637" y="3785"/>
                    <a:pt x="4738" y="3610"/>
                    <a:pt x="4813" y="3409"/>
                  </a:cubicBezTo>
                  <a:lnTo>
                    <a:pt x="5289" y="3259"/>
                  </a:lnTo>
                  <a:cubicBezTo>
                    <a:pt x="5314" y="3083"/>
                    <a:pt x="5339" y="2883"/>
                    <a:pt x="5339" y="2682"/>
                  </a:cubicBezTo>
                  <a:cubicBezTo>
                    <a:pt x="5339" y="2607"/>
                    <a:pt x="5339" y="2532"/>
                    <a:pt x="5339" y="2482"/>
                  </a:cubicBezTo>
                  <a:lnTo>
                    <a:pt x="4888" y="2281"/>
                  </a:lnTo>
                  <a:cubicBezTo>
                    <a:pt x="4838" y="2056"/>
                    <a:pt x="4788" y="1855"/>
                    <a:pt x="4688" y="1680"/>
                  </a:cubicBezTo>
                  <a:lnTo>
                    <a:pt x="4938" y="1254"/>
                  </a:lnTo>
                  <a:cubicBezTo>
                    <a:pt x="4788" y="1028"/>
                    <a:pt x="4612" y="828"/>
                    <a:pt x="4412" y="652"/>
                  </a:cubicBezTo>
                  <a:lnTo>
                    <a:pt x="3961" y="828"/>
                  </a:lnTo>
                  <a:cubicBezTo>
                    <a:pt x="3785" y="702"/>
                    <a:pt x="3585" y="602"/>
                    <a:pt x="3384" y="552"/>
                  </a:cubicBezTo>
                  <a:lnTo>
                    <a:pt x="3259" y="76"/>
                  </a:lnTo>
                  <a:cubicBezTo>
                    <a:pt x="3058" y="26"/>
                    <a:pt x="2883" y="1"/>
                    <a:pt x="26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1476325" y="1479350"/>
              <a:ext cx="77100" cy="76475"/>
            </a:xfrm>
            <a:custGeom>
              <a:avLst/>
              <a:gdLst/>
              <a:ahLst/>
              <a:cxnLst/>
              <a:rect l="l" t="t" r="r" b="b"/>
              <a:pathLst>
                <a:path w="3084" h="3059" extrusionOk="0">
                  <a:moveTo>
                    <a:pt x="1529" y="0"/>
                  </a:moveTo>
                  <a:cubicBezTo>
                    <a:pt x="702" y="0"/>
                    <a:pt x="1" y="677"/>
                    <a:pt x="1" y="1529"/>
                  </a:cubicBezTo>
                  <a:cubicBezTo>
                    <a:pt x="1" y="2381"/>
                    <a:pt x="702" y="3058"/>
                    <a:pt x="1529" y="3058"/>
                  </a:cubicBezTo>
                  <a:cubicBezTo>
                    <a:pt x="2382" y="3058"/>
                    <a:pt x="3083" y="2381"/>
                    <a:pt x="3083" y="1529"/>
                  </a:cubicBezTo>
                  <a:cubicBezTo>
                    <a:pt x="3083" y="677"/>
                    <a:pt x="2382" y="0"/>
                    <a:pt x="15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 name="Google Shape;107;p2"/>
          <p:cNvGrpSpPr/>
          <p:nvPr/>
        </p:nvGrpSpPr>
        <p:grpSpPr>
          <a:xfrm>
            <a:off x="723674" y="1578426"/>
            <a:ext cx="552301" cy="552301"/>
            <a:chOff x="1582850" y="1325200"/>
            <a:chExt cx="209300" cy="209300"/>
          </a:xfrm>
        </p:grpSpPr>
        <p:sp>
          <p:nvSpPr>
            <p:cNvPr id="108" name="Google Shape;108;p2"/>
            <p:cNvSpPr/>
            <p:nvPr/>
          </p:nvSpPr>
          <p:spPr>
            <a:xfrm>
              <a:off x="1582850" y="1325200"/>
              <a:ext cx="209300" cy="209300"/>
            </a:xfrm>
            <a:custGeom>
              <a:avLst/>
              <a:gdLst/>
              <a:ahLst/>
              <a:cxnLst/>
              <a:rect l="l" t="t" r="r" b="b"/>
              <a:pathLst>
                <a:path w="8372" h="8372" extrusionOk="0">
                  <a:moveTo>
                    <a:pt x="4111" y="1"/>
                  </a:moveTo>
                  <a:cubicBezTo>
                    <a:pt x="3810" y="1"/>
                    <a:pt x="3509" y="26"/>
                    <a:pt x="3208" y="101"/>
                  </a:cubicBezTo>
                  <a:cubicBezTo>
                    <a:pt x="3083" y="126"/>
                    <a:pt x="2983" y="176"/>
                    <a:pt x="2883" y="201"/>
                  </a:cubicBezTo>
                  <a:lnTo>
                    <a:pt x="2757" y="953"/>
                  </a:lnTo>
                  <a:cubicBezTo>
                    <a:pt x="2456" y="1104"/>
                    <a:pt x="2181" y="1279"/>
                    <a:pt x="1930" y="1480"/>
                  </a:cubicBezTo>
                  <a:lnTo>
                    <a:pt x="1178" y="1279"/>
                  </a:lnTo>
                  <a:cubicBezTo>
                    <a:pt x="878" y="1580"/>
                    <a:pt x="652" y="1931"/>
                    <a:pt x="451" y="2282"/>
                  </a:cubicBezTo>
                  <a:lnTo>
                    <a:pt x="903" y="2933"/>
                  </a:lnTo>
                  <a:cubicBezTo>
                    <a:pt x="777" y="3234"/>
                    <a:pt x="702" y="3560"/>
                    <a:pt x="677" y="3886"/>
                  </a:cubicBezTo>
                  <a:lnTo>
                    <a:pt x="0" y="4262"/>
                  </a:lnTo>
                  <a:cubicBezTo>
                    <a:pt x="0" y="4562"/>
                    <a:pt x="50" y="4863"/>
                    <a:pt x="126" y="5189"/>
                  </a:cubicBezTo>
                  <a:cubicBezTo>
                    <a:pt x="151" y="5289"/>
                    <a:pt x="176" y="5389"/>
                    <a:pt x="201" y="5490"/>
                  </a:cubicBezTo>
                  <a:lnTo>
                    <a:pt x="978" y="5615"/>
                  </a:lnTo>
                  <a:cubicBezTo>
                    <a:pt x="1103" y="5941"/>
                    <a:pt x="1279" y="6217"/>
                    <a:pt x="1504" y="6442"/>
                  </a:cubicBezTo>
                  <a:lnTo>
                    <a:pt x="1279" y="7194"/>
                  </a:lnTo>
                  <a:cubicBezTo>
                    <a:pt x="1579" y="7495"/>
                    <a:pt x="1930" y="7745"/>
                    <a:pt x="2306" y="7921"/>
                  </a:cubicBezTo>
                  <a:lnTo>
                    <a:pt x="2933" y="7470"/>
                  </a:lnTo>
                  <a:cubicBezTo>
                    <a:pt x="3233" y="7595"/>
                    <a:pt x="3559" y="7670"/>
                    <a:pt x="3885" y="7695"/>
                  </a:cubicBezTo>
                  <a:lnTo>
                    <a:pt x="4261" y="8372"/>
                  </a:lnTo>
                  <a:cubicBezTo>
                    <a:pt x="4562" y="8372"/>
                    <a:pt x="4888" y="8322"/>
                    <a:pt x="5188" y="8247"/>
                  </a:cubicBezTo>
                  <a:cubicBezTo>
                    <a:pt x="5289" y="8222"/>
                    <a:pt x="5389" y="8196"/>
                    <a:pt x="5489" y="8171"/>
                  </a:cubicBezTo>
                  <a:lnTo>
                    <a:pt x="5639" y="7394"/>
                  </a:lnTo>
                  <a:cubicBezTo>
                    <a:pt x="5940" y="7269"/>
                    <a:pt x="6216" y="7094"/>
                    <a:pt x="6467" y="6893"/>
                  </a:cubicBezTo>
                  <a:lnTo>
                    <a:pt x="7218" y="7094"/>
                  </a:lnTo>
                  <a:cubicBezTo>
                    <a:pt x="7494" y="6793"/>
                    <a:pt x="7745" y="6442"/>
                    <a:pt x="7920" y="6066"/>
                  </a:cubicBezTo>
                  <a:lnTo>
                    <a:pt x="7494" y="5440"/>
                  </a:lnTo>
                  <a:cubicBezTo>
                    <a:pt x="7594" y="5139"/>
                    <a:pt x="7670" y="4813"/>
                    <a:pt x="7695" y="4487"/>
                  </a:cubicBezTo>
                  <a:lnTo>
                    <a:pt x="8371" y="4111"/>
                  </a:lnTo>
                  <a:cubicBezTo>
                    <a:pt x="8371" y="3810"/>
                    <a:pt x="8346" y="3485"/>
                    <a:pt x="8271" y="3184"/>
                  </a:cubicBezTo>
                  <a:cubicBezTo>
                    <a:pt x="8246" y="3084"/>
                    <a:pt x="8196" y="2983"/>
                    <a:pt x="8171" y="2883"/>
                  </a:cubicBezTo>
                  <a:lnTo>
                    <a:pt x="7419" y="2758"/>
                  </a:lnTo>
                  <a:cubicBezTo>
                    <a:pt x="7269" y="2432"/>
                    <a:pt x="7093" y="2156"/>
                    <a:pt x="6893" y="1906"/>
                  </a:cubicBezTo>
                  <a:lnTo>
                    <a:pt x="7093" y="1179"/>
                  </a:lnTo>
                  <a:cubicBezTo>
                    <a:pt x="6792" y="878"/>
                    <a:pt x="6467" y="628"/>
                    <a:pt x="6091" y="452"/>
                  </a:cubicBezTo>
                  <a:lnTo>
                    <a:pt x="5439" y="903"/>
                  </a:lnTo>
                  <a:cubicBezTo>
                    <a:pt x="5138" y="778"/>
                    <a:pt x="4812" y="703"/>
                    <a:pt x="4487" y="678"/>
                  </a:cubicBezTo>
                  <a:lnTo>
                    <a:pt x="4111" y="1"/>
                  </a:ln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1621075" y="1369750"/>
              <a:ext cx="132850" cy="120200"/>
            </a:xfrm>
            <a:custGeom>
              <a:avLst/>
              <a:gdLst/>
              <a:ahLst/>
              <a:cxnLst/>
              <a:rect l="l" t="t" r="r" b="b"/>
              <a:pathLst>
                <a:path w="5314" h="4808" extrusionOk="0">
                  <a:moveTo>
                    <a:pt x="2667" y="1"/>
                  </a:moveTo>
                  <a:cubicBezTo>
                    <a:pt x="2474" y="1"/>
                    <a:pt x="2277" y="24"/>
                    <a:pt x="2080" y="74"/>
                  </a:cubicBezTo>
                  <a:cubicBezTo>
                    <a:pt x="802" y="374"/>
                    <a:pt x="0" y="1678"/>
                    <a:pt x="326" y="2981"/>
                  </a:cubicBezTo>
                  <a:cubicBezTo>
                    <a:pt x="603" y="4066"/>
                    <a:pt x="1584" y="4808"/>
                    <a:pt x="2656" y="4808"/>
                  </a:cubicBezTo>
                  <a:cubicBezTo>
                    <a:pt x="2847" y="4808"/>
                    <a:pt x="3040" y="4784"/>
                    <a:pt x="3233" y="4735"/>
                  </a:cubicBezTo>
                  <a:cubicBezTo>
                    <a:pt x="4511" y="4435"/>
                    <a:pt x="5313" y="3131"/>
                    <a:pt x="4988" y="1828"/>
                  </a:cubicBezTo>
                  <a:cubicBezTo>
                    <a:pt x="4732" y="743"/>
                    <a:pt x="3754" y="1"/>
                    <a:pt x="2667" y="1"/>
                  </a:cubicBez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1643000" y="1389100"/>
              <a:ext cx="89625" cy="81300"/>
            </a:xfrm>
            <a:custGeom>
              <a:avLst/>
              <a:gdLst/>
              <a:ahLst/>
              <a:cxnLst/>
              <a:rect l="l" t="t" r="r" b="b"/>
              <a:pathLst>
                <a:path w="3585" h="3252" extrusionOk="0">
                  <a:moveTo>
                    <a:pt x="1801" y="1"/>
                  </a:moveTo>
                  <a:cubicBezTo>
                    <a:pt x="1670" y="1"/>
                    <a:pt x="1537" y="17"/>
                    <a:pt x="1404" y="51"/>
                  </a:cubicBezTo>
                  <a:cubicBezTo>
                    <a:pt x="527" y="252"/>
                    <a:pt x="0" y="1154"/>
                    <a:pt x="201" y="2006"/>
                  </a:cubicBezTo>
                  <a:cubicBezTo>
                    <a:pt x="394" y="2758"/>
                    <a:pt x="1066" y="3252"/>
                    <a:pt x="1806" y="3252"/>
                  </a:cubicBezTo>
                  <a:cubicBezTo>
                    <a:pt x="1930" y="3252"/>
                    <a:pt x="2055" y="3238"/>
                    <a:pt x="2181" y="3209"/>
                  </a:cubicBezTo>
                  <a:cubicBezTo>
                    <a:pt x="3033" y="2984"/>
                    <a:pt x="3584" y="2107"/>
                    <a:pt x="3359" y="1254"/>
                  </a:cubicBezTo>
                  <a:cubicBezTo>
                    <a:pt x="3189" y="510"/>
                    <a:pt x="2532" y="1"/>
                    <a:pt x="18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1664925" y="1409050"/>
              <a:ext cx="45775" cy="41425"/>
            </a:xfrm>
            <a:custGeom>
              <a:avLst/>
              <a:gdLst/>
              <a:ahLst/>
              <a:cxnLst/>
              <a:rect l="l" t="t" r="r" b="b"/>
              <a:pathLst>
                <a:path w="1831" h="1657" extrusionOk="0">
                  <a:moveTo>
                    <a:pt x="922" y="0"/>
                  </a:moveTo>
                  <a:cubicBezTo>
                    <a:pt x="850" y="0"/>
                    <a:pt x="776" y="10"/>
                    <a:pt x="702" y="30"/>
                  </a:cubicBezTo>
                  <a:cubicBezTo>
                    <a:pt x="276" y="131"/>
                    <a:pt x="1" y="582"/>
                    <a:pt x="101" y="1033"/>
                  </a:cubicBezTo>
                  <a:cubicBezTo>
                    <a:pt x="186" y="1418"/>
                    <a:pt x="527" y="1656"/>
                    <a:pt x="905" y="1656"/>
                  </a:cubicBezTo>
                  <a:cubicBezTo>
                    <a:pt x="970" y="1656"/>
                    <a:pt x="1037" y="1649"/>
                    <a:pt x="1103" y="1634"/>
                  </a:cubicBezTo>
                  <a:cubicBezTo>
                    <a:pt x="1554" y="1534"/>
                    <a:pt x="1830" y="1083"/>
                    <a:pt x="1705" y="632"/>
                  </a:cubicBezTo>
                  <a:cubicBezTo>
                    <a:pt x="1621" y="255"/>
                    <a:pt x="1292" y="0"/>
                    <a:pt x="9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 name="Google Shape;112;p2"/>
          <p:cNvGrpSpPr/>
          <p:nvPr/>
        </p:nvGrpSpPr>
        <p:grpSpPr>
          <a:xfrm>
            <a:off x="-64791" y="3334954"/>
            <a:ext cx="2438787" cy="1857515"/>
            <a:chOff x="-64791" y="3334954"/>
            <a:chExt cx="2438787" cy="1857515"/>
          </a:xfrm>
        </p:grpSpPr>
        <p:sp>
          <p:nvSpPr>
            <p:cNvPr id="113" name="Google Shape;113;p2"/>
            <p:cNvSpPr/>
            <p:nvPr/>
          </p:nvSpPr>
          <p:spPr>
            <a:xfrm>
              <a:off x="153233" y="4953367"/>
              <a:ext cx="101" cy="101"/>
            </a:xfrm>
            <a:custGeom>
              <a:avLst/>
              <a:gdLst/>
              <a:ahLst/>
              <a:cxnLst/>
              <a:rect l="l" t="t" r="r" b="b"/>
              <a:pathLst>
                <a:path w="1" h="1" fill="none" extrusionOk="0">
                  <a:moveTo>
                    <a:pt x="0" y="0"/>
                  </a:moveTo>
                  <a:lnTo>
                    <a:pt x="0" y="0"/>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735872" y="4953367"/>
              <a:ext cx="101" cy="101"/>
            </a:xfrm>
            <a:custGeom>
              <a:avLst/>
              <a:gdLst/>
              <a:ahLst/>
              <a:cxnLst/>
              <a:rect l="l" t="t" r="r" b="b"/>
              <a:pathLst>
                <a:path w="1" h="1" fill="none" extrusionOk="0">
                  <a:moveTo>
                    <a:pt x="0" y="0"/>
                  </a:moveTo>
                  <a:lnTo>
                    <a:pt x="0" y="0"/>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173449" y="4953367"/>
              <a:ext cx="527044" cy="101"/>
            </a:xfrm>
            <a:custGeom>
              <a:avLst/>
              <a:gdLst/>
              <a:ahLst/>
              <a:cxnLst/>
              <a:rect l="l" t="t" r="r" b="b"/>
              <a:pathLst>
                <a:path w="5214" h="1" fill="none" extrusionOk="0">
                  <a:moveTo>
                    <a:pt x="5214" y="0"/>
                  </a:moveTo>
                  <a:lnTo>
                    <a:pt x="1"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26784" y="4811455"/>
              <a:ext cx="106541" cy="101"/>
            </a:xfrm>
            <a:custGeom>
              <a:avLst/>
              <a:gdLst/>
              <a:ahLst/>
              <a:cxnLst/>
              <a:rect l="l" t="t" r="r" b="b"/>
              <a:pathLst>
                <a:path w="1054" h="1" fill="none" extrusionOk="0">
                  <a:moveTo>
                    <a:pt x="1054" y="1"/>
                  </a:moveTo>
                  <a:lnTo>
                    <a:pt x="1"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1115" y="4735444"/>
              <a:ext cx="78642" cy="101"/>
            </a:xfrm>
            <a:custGeom>
              <a:avLst/>
              <a:gdLst/>
              <a:ahLst/>
              <a:cxnLst/>
              <a:rect l="l" t="t" r="r" b="b"/>
              <a:pathLst>
                <a:path w="778" h="1" fill="none" extrusionOk="0">
                  <a:moveTo>
                    <a:pt x="778" y="1"/>
                  </a:moveTo>
                  <a:lnTo>
                    <a:pt x="1"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811974" y="4755761"/>
              <a:ext cx="53372" cy="101"/>
            </a:xfrm>
            <a:custGeom>
              <a:avLst/>
              <a:gdLst/>
              <a:ahLst/>
              <a:cxnLst/>
              <a:rect l="l" t="t" r="r" b="b"/>
              <a:pathLst>
                <a:path w="528" h="1" fill="none" extrusionOk="0">
                  <a:moveTo>
                    <a:pt x="1" y="0"/>
                  </a:moveTo>
                  <a:lnTo>
                    <a:pt x="527"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459715" y="5029378"/>
              <a:ext cx="101" cy="114116"/>
            </a:xfrm>
            <a:custGeom>
              <a:avLst/>
              <a:gdLst/>
              <a:ahLst/>
              <a:cxnLst/>
              <a:rect l="l" t="t" r="r" b="b"/>
              <a:pathLst>
                <a:path w="1" h="1129" fill="none" extrusionOk="0">
                  <a:moveTo>
                    <a:pt x="1" y="0"/>
                  </a:moveTo>
                  <a:lnTo>
                    <a:pt x="1" y="1128"/>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335585" y="5029378"/>
              <a:ext cx="101" cy="53268"/>
            </a:xfrm>
            <a:custGeom>
              <a:avLst/>
              <a:gdLst/>
              <a:ahLst/>
              <a:cxnLst/>
              <a:rect l="l" t="t" r="r" b="b"/>
              <a:pathLst>
                <a:path w="1" h="527" fill="none" extrusionOk="0">
                  <a:moveTo>
                    <a:pt x="1" y="0"/>
                  </a:moveTo>
                  <a:lnTo>
                    <a:pt x="1" y="527"/>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244409" y="5029378"/>
              <a:ext cx="101" cy="83692"/>
            </a:xfrm>
            <a:custGeom>
              <a:avLst/>
              <a:gdLst/>
              <a:ahLst/>
              <a:cxnLst/>
              <a:rect l="l" t="t" r="r" b="b"/>
              <a:pathLst>
                <a:path w="1" h="828" fill="none" extrusionOk="0">
                  <a:moveTo>
                    <a:pt x="0" y="0"/>
                  </a:moveTo>
                  <a:lnTo>
                    <a:pt x="0" y="827"/>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611743" y="5029378"/>
              <a:ext cx="101" cy="83692"/>
            </a:xfrm>
            <a:custGeom>
              <a:avLst/>
              <a:gdLst/>
              <a:ahLst/>
              <a:cxnLst/>
              <a:rect l="l" t="t" r="r" b="b"/>
              <a:pathLst>
                <a:path w="1" h="828" fill="none" extrusionOk="0">
                  <a:moveTo>
                    <a:pt x="0" y="0"/>
                  </a:moveTo>
                  <a:lnTo>
                    <a:pt x="0" y="827"/>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535729" y="5029378"/>
              <a:ext cx="101" cy="63376"/>
            </a:xfrm>
            <a:custGeom>
              <a:avLst/>
              <a:gdLst/>
              <a:ahLst/>
              <a:cxnLst/>
              <a:rect l="l" t="t" r="r" b="b"/>
              <a:pathLst>
                <a:path w="1" h="627" fill="none" extrusionOk="0">
                  <a:moveTo>
                    <a:pt x="1" y="0"/>
                  </a:moveTo>
                  <a:lnTo>
                    <a:pt x="1" y="627"/>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rot="5400000" flipH="1">
              <a:off x="1339300" y="4319646"/>
              <a:ext cx="345501" cy="1400147"/>
            </a:xfrm>
            <a:custGeom>
              <a:avLst/>
              <a:gdLst/>
              <a:ahLst/>
              <a:cxnLst/>
              <a:rect l="l" t="t" r="r" b="b"/>
              <a:pathLst>
                <a:path w="1330" h="5390" fill="none" extrusionOk="0">
                  <a:moveTo>
                    <a:pt x="1329" y="5389"/>
                  </a:moveTo>
                  <a:lnTo>
                    <a:pt x="1329" y="2808"/>
                  </a:lnTo>
                  <a:lnTo>
                    <a:pt x="1" y="1504"/>
                  </a:ln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201348" y="4418870"/>
              <a:ext cx="486510" cy="486486"/>
            </a:xfrm>
            <a:custGeom>
              <a:avLst/>
              <a:gdLst/>
              <a:ahLst/>
              <a:cxnLst/>
              <a:rect l="l" t="t" r="r" b="b"/>
              <a:pathLst>
                <a:path w="4813" h="4813" fill="none" extrusionOk="0">
                  <a:moveTo>
                    <a:pt x="0" y="0"/>
                  </a:moveTo>
                  <a:lnTo>
                    <a:pt x="4812" y="0"/>
                  </a:lnTo>
                  <a:lnTo>
                    <a:pt x="4812" y="4812"/>
                  </a:lnTo>
                  <a:lnTo>
                    <a:pt x="0" y="4812"/>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a:off x="282416" y="4499934"/>
              <a:ext cx="324374" cy="324358"/>
            </a:xfrm>
            <a:custGeom>
              <a:avLst/>
              <a:gdLst/>
              <a:ahLst/>
              <a:cxnLst/>
              <a:rect l="l" t="t" r="r" b="b"/>
              <a:pathLst>
                <a:path w="3209" h="3209" extrusionOk="0">
                  <a:moveTo>
                    <a:pt x="0" y="0"/>
                  </a:moveTo>
                  <a:lnTo>
                    <a:pt x="0" y="3208"/>
                  </a:lnTo>
                  <a:lnTo>
                    <a:pt x="3208" y="3208"/>
                  </a:lnTo>
                  <a:lnTo>
                    <a:pt x="3208" y="0"/>
                  </a:lnTo>
                  <a:close/>
                </a:path>
              </a:pathLst>
            </a:custGeom>
            <a:solidFill>
              <a:schemeClr val="dk2"/>
            </a:solid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153233" y="4388445"/>
              <a:ext cx="101" cy="527018"/>
            </a:xfrm>
            <a:custGeom>
              <a:avLst/>
              <a:gdLst/>
              <a:ahLst/>
              <a:cxnLst/>
              <a:rect l="l" t="t" r="r" b="b"/>
              <a:pathLst>
                <a:path w="1" h="5214" fill="none" extrusionOk="0">
                  <a:moveTo>
                    <a:pt x="0" y="5213"/>
                  </a:moveTo>
                  <a:lnTo>
                    <a:pt x="0"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153233" y="4370656"/>
              <a:ext cx="101" cy="101"/>
            </a:xfrm>
            <a:custGeom>
              <a:avLst/>
              <a:gdLst/>
              <a:ahLst/>
              <a:cxnLst/>
              <a:rect l="l" t="t" r="r" b="b"/>
              <a:pathLst>
                <a:path w="1" h="1" fill="none" extrusionOk="0">
                  <a:moveTo>
                    <a:pt x="0" y="1"/>
                  </a:moveTo>
                  <a:lnTo>
                    <a:pt x="0" y="1"/>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a:off x="191139" y="4370656"/>
              <a:ext cx="527145" cy="101"/>
            </a:xfrm>
            <a:custGeom>
              <a:avLst/>
              <a:gdLst/>
              <a:ahLst/>
              <a:cxnLst/>
              <a:rect l="l" t="t" r="r" b="b"/>
              <a:pathLst>
                <a:path w="5215" h="1" fill="none" extrusionOk="0">
                  <a:moveTo>
                    <a:pt x="1" y="1"/>
                  </a:moveTo>
                  <a:lnTo>
                    <a:pt x="5214"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p:nvPr/>
          </p:nvSpPr>
          <p:spPr>
            <a:xfrm>
              <a:off x="735872" y="4370656"/>
              <a:ext cx="101" cy="101"/>
            </a:xfrm>
            <a:custGeom>
              <a:avLst/>
              <a:gdLst/>
              <a:ahLst/>
              <a:cxnLst/>
              <a:rect l="l" t="t" r="r" b="b"/>
              <a:pathLst>
                <a:path w="1" h="1" fill="none" extrusionOk="0">
                  <a:moveTo>
                    <a:pt x="0" y="1"/>
                  </a:moveTo>
                  <a:lnTo>
                    <a:pt x="0" y="1"/>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a:off x="735872" y="4406134"/>
              <a:ext cx="101" cy="527018"/>
            </a:xfrm>
            <a:custGeom>
              <a:avLst/>
              <a:gdLst/>
              <a:ahLst/>
              <a:cxnLst/>
              <a:rect l="l" t="t" r="r" b="b"/>
              <a:pathLst>
                <a:path w="1" h="5214" fill="none" extrusionOk="0">
                  <a:moveTo>
                    <a:pt x="0" y="1"/>
                  </a:moveTo>
                  <a:lnTo>
                    <a:pt x="0" y="5214"/>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79746" y="4297273"/>
              <a:ext cx="732242" cy="729678"/>
            </a:xfrm>
            <a:custGeom>
              <a:avLst/>
              <a:gdLst/>
              <a:ahLst/>
              <a:cxnLst/>
              <a:rect l="l" t="t" r="r" b="b"/>
              <a:pathLst>
                <a:path w="7244" h="7219" fill="none" extrusionOk="0">
                  <a:moveTo>
                    <a:pt x="0" y="0"/>
                  </a:moveTo>
                  <a:lnTo>
                    <a:pt x="7243" y="0"/>
                  </a:lnTo>
                  <a:lnTo>
                    <a:pt x="7243" y="7218"/>
                  </a:lnTo>
                  <a:lnTo>
                    <a:pt x="0" y="7218"/>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331917" y="3334954"/>
              <a:ext cx="201068" cy="201068"/>
            </a:xfrm>
            <a:custGeom>
              <a:avLst/>
              <a:gdLst/>
              <a:ahLst/>
              <a:cxnLst/>
              <a:rect l="l" t="t" r="r" b="b"/>
              <a:pathLst>
                <a:path w="1204" h="1204" fill="none" extrusionOk="0">
                  <a:moveTo>
                    <a:pt x="602" y="0"/>
                  </a:moveTo>
                  <a:cubicBezTo>
                    <a:pt x="928" y="0"/>
                    <a:pt x="1204" y="276"/>
                    <a:pt x="1204" y="602"/>
                  </a:cubicBezTo>
                  <a:cubicBezTo>
                    <a:pt x="1204" y="928"/>
                    <a:pt x="928" y="1203"/>
                    <a:pt x="602" y="1203"/>
                  </a:cubicBezTo>
                  <a:cubicBezTo>
                    <a:pt x="276" y="1203"/>
                    <a:pt x="1" y="928"/>
                    <a:pt x="1" y="602"/>
                  </a:cubicBezTo>
                  <a:cubicBezTo>
                    <a:pt x="1" y="276"/>
                    <a:pt x="276" y="0"/>
                    <a:pt x="602" y="0"/>
                  </a:cubicBezTo>
                  <a:close/>
                </a:path>
              </a:pathLst>
            </a:custGeom>
            <a:noFill/>
            <a:ln w="19050" cap="flat" cmpd="sng">
              <a:solidFill>
                <a:schemeClr val="accent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4" name="Google Shape;134;p2"/>
            <p:cNvCxnSpPr/>
            <p:nvPr/>
          </p:nvCxnSpPr>
          <p:spPr>
            <a:xfrm rot="10800000">
              <a:off x="432450" y="3536025"/>
              <a:ext cx="0" cy="764700"/>
            </a:xfrm>
            <a:prstGeom prst="straightConnector1">
              <a:avLst/>
            </a:prstGeom>
            <a:noFill/>
            <a:ln w="19050" cap="flat" cmpd="sng">
              <a:solidFill>
                <a:schemeClr val="accent2"/>
              </a:solidFill>
              <a:prstDash val="solid"/>
              <a:round/>
              <a:headEnd type="none" w="med" len="med"/>
              <a:tailEnd type="none" w="med" len="med"/>
            </a:ln>
          </p:spPr>
        </p:cxnSp>
        <p:sp>
          <p:nvSpPr>
            <p:cNvPr id="135" name="Google Shape;135;p2"/>
            <p:cNvSpPr/>
            <p:nvPr/>
          </p:nvSpPr>
          <p:spPr>
            <a:xfrm>
              <a:off x="553421" y="3371325"/>
              <a:ext cx="163326" cy="921005"/>
            </a:xfrm>
            <a:custGeom>
              <a:avLst/>
              <a:gdLst/>
              <a:ahLst/>
              <a:cxnLst/>
              <a:rect l="l" t="t" r="r" b="b"/>
              <a:pathLst>
                <a:path w="978" h="5515" fill="none" extrusionOk="0">
                  <a:moveTo>
                    <a:pt x="0" y="5514"/>
                  </a:moveTo>
                  <a:lnTo>
                    <a:pt x="0" y="3509"/>
                  </a:lnTo>
                  <a:lnTo>
                    <a:pt x="977" y="2532"/>
                  </a:lnTo>
                  <a:lnTo>
                    <a:pt x="977"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a:off x="133388" y="3392200"/>
              <a:ext cx="222110" cy="900130"/>
            </a:xfrm>
            <a:custGeom>
              <a:avLst/>
              <a:gdLst/>
              <a:ahLst/>
              <a:cxnLst/>
              <a:rect l="l" t="t" r="r" b="b"/>
              <a:pathLst>
                <a:path w="1330" h="5390" fill="none" extrusionOk="0">
                  <a:moveTo>
                    <a:pt x="1329" y="5389"/>
                  </a:moveTo>
                  <a:lnTo>
                    <a:pt x="1329" y="2808"/>
                  </a:lnTo>
                  <a:lnTo>
                    <a:pt x="1" y="1504"/>
                  </a:ln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279842" y="3919750"/>
              <a:ext cx="167" cy="372577"/>
            </a:xfrm>
            <a:custGeom>
              <a:avLst/>
              <a:gdLst/>
              <a:ahLst/>
              <a:cxnLst/>
              <a:rect l="l" t="t" r="r" b="b"/>
              <a:pathLst>
                <a:path w="1" h="2231" fill="none" extrusionOk="0">
                  <a:moveTo>
                    <a:pt x="1" y="2231"/>
                  </a:moveTo>
                  <a:lnTo>
                    <a:pt x="1"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647217" y="3919750"/>
              <a:ext cx="167" cy="372577"/>
            </a:xfrm>
            <a:custGeom>
              <a:avLst/>
              <a:gdLst/>
              <a:ahLst/>
              <a:cxnLst/>
              <a:rect l="l" t="t" r="r" b="b"/>
              <a:pathLst>
                <a:path w="1" h="2231" fill="none" extrusionOk="0">
                  <a:moveTo>
                    <a:pt x="0" y="2231"/>
                  </a:moveTo>
                  <a:lnTo>
                    <a:pt x="0"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a:off x="-64791" y="4659535"/>
              <a:ext cx="144548" cy="101"/>
            </a:xfrm>
            <a:custGeom>
              <a:avLst/>
              <a:gdLst/>
              <a:ahLst/>
              <a:cxnLst/>
              <a:rect l="l" t="t" r="r" b="b"/>
              <a:pathLst>
                <a:path w="1430" h="1" fill="none" extrusionOk="0">
                  <a:moveTo>
                    <a:pt x="1430" y="0"/>
                  </a:moveTo>
                  <a:lnTo>
                    <a:pt x="1"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a:off x="11223" y="4537939"/>
              <a:ext cx="68534" cy="101"/>
            </a:xfrm>
            <a:custGeom>
              <a:avLst/>
              <a:gdLst/>
              <a:ahLst/>
              <a:cxnLst/>
              <a:rect l="l" t="t" r="r" b="b"/>
              <a:pathLst>
                <a:path w="678" h="1" fill="none" extrusionOk="0">
                  <a:moveTo>
                    <a:pt x="678" y="0"/>
                  </a:moveTo>
                  <a:lnTo>
                    <a:pt x="1"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a:off x="-26784" y="4444139"/>
              <a:ext cx="106541" cy="101"/>
            </a:xfrm>
            <a:custGeom>
              <a:avLst/>
              <a:gdLst/>
              <a:ahLst/>
              <a:cxnLst/>
              <a:rect l="l" t="t" r="r" b="b"/>
              <a:pathLst>
                <a:path w="1054" h="1" fill="none" extrusionOk="0">
                  <a:moveTo>
                    <a:pt x="1054" y="1"/>
                  </a:moveTo>
                  <a:lnTo>
                    <a:pt x="1"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
            <p:cNvSpPr/>
            <p:nvPr/>
          </p:nvSpPr>
          <p:spPr>
            <a:xfrm>
              <a:off x="811974" y="4479617"/>
              <a:ext cx="83696" cy="101"/>
            </a:xfrm>
            <a:custGeom>
              <a:avLst/>
              <a:gdLst/>
              <a:ahLst/>
              <a:cxnLst/>
              <a:rect l="l" t="t" r="r" b="b"/>
              <a:pathLst>
                <a:path w="828" h="1" fill="none" extrusionOk="0">
                  <a:moveTo>
                    <a:pt x="1" y="1"/>
                  </a:moveTo>
                  <a:lnTo>
                    <a:pt x="828"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
            <p:cNvSpPr/>
            <p:nvPr/>
          </p:nvSpPr>
          <p:spPr>
            <a:xfrm>
              <a:off x="811974" y="4555627"/>
              <a:ext cx="63480" cy="101"/>
            </a:xfrm>
            <a:custGeom>
              <a:avLst/>
              <a:gdLst/>
              <a:ahLst/>
              <a:cxnLst/>
              <a:rect l="l" t="t" r="r" b="b"/>
              <a:pathLst>
                <a:path w="628" h="1" fill="none" extrusionOk="0">
                  <a:moveTo>
                    <a:pt x="1" y="1"/>
                  </a:moveTo>
                  <a:lnTo>
                    <a:pt x="627"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
            <p:cNvSpPr/>
            <p:nvPr/>
          </p:nvSpPr>
          <p:spPr>
            <a:xfrm rot="5400000">
              <a:off x="2172928" y="4531170"/>
              <a:ext cx="201068" cy="201068"/>
            </a:xfrm>
            <a:custGeom>
              <a:avLst/>
              <a:gdLst/>
              <a:ahLst/>
              <a:cxnLst/>
              <a:rect l="l" t="t" r="r" b="b"/>
              <a:pathLst>
                <a:path w="1204" h="1204" fill="none" extrusionOk="0">
                  <a:moveTo>
                    <a:pt x="602" y="0"/>
                  </a:moveTo>
                  <a:cubicBezTo>
                    <a:pt x="928" y="0"/>
                    <a:pt x="1204" y="276"/>
                    <a:pt x="1204" y="602"/>
                  </a:cubicBezTo>
                  <a:cubicBezTo>
                    <a:pt x="1204" y="928"/>
                    <a:pt x="928" y="1203"/>
                    <a:pt x="602" y="1203"/>
                  </a:cubicBezTo>
                  <a:cubicBezTo>
                    <a:pt x="276" y="1203"/>
                    <a:pt x="1" y="928"/>
                    <a:pt x="1" y="602"/>
                  </a:cubicBezTo>
                  <a:cubicBezTo>
                    <a:pt x="1" y="276"/>
                    <a:pt x="276" y="0"/>
                    <a:pt x="602" y="0"/>
                  </a:cubicBezTo>
                  <a:close/>
                </a:path>
              </a:pathLst>
            </a:custGeom>
            <a:noFill/>
            <a:ln w="19050" cap="flat" cmpd="sng">
              <a:solidFill>
                <a:schemeClr val="accent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5" name="Google Shape;145;p2"/>
            <p:cNvCxnSpPr/>
            <p:nvPr/>
          </p:nvCxnSpPr>
          <p:spPr>
            <a:xfrm>
              <a:off x="809451" y="4631704"/>
              <a:ext cx="1366200" cy="0"/>
            </a:xfrm>
            <a:prstGeom prst="straightConnector1">
              <a:avLst/>
            </a:prstGeom>
            <a:noFill/>
            <a:ln w="19050" cap="flat" cmpd="sng">
              <a:solidFill>
                <a:schemeClr val="accent2"/>
              </a:solidFill>
              <a:prstDash val="solid"/>
              <a:round/>
              <a:headEnd type="none" w="med" len="med"/>
              <a:tailEnd type="none" w="med" len="med"/>
            </a:ln>
          </p:spPr>
        </p:cxnSp>
      </p:grpSp>
      <p:grpSp>
        <p:nvGrpSpPr>
          <p:cNvPr id="146" name="Google Shape;146;p2"/>
          <p:cNvGrpSpPr/>
          <p:nvPr/>
        </p:nvGrpSpPr>
        <p:grpSpPr>
          <a:xfrm>
            <a:off x="5266248" y="4230494"/>
            <a:ext cx="3157758" cy="296582"/>
            <a:chOff x="5266248" y="4230494"/>
            <a:chExt cx="3157758" cy="296582"/>
          </a:xfrm>
        </p:grpSpPr>
        <p:sp>
          <p:nvSpPr>
            <p:cNvPr id="147" name="Google Shape;147;p2"/>
            <p:cNvSpPr/>
            <p:nvPr/>
          </p:nvSpPr>
          <p:spPr>
            <a:xfrm>
              <a:off x="5266248"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
            <p:cNvSpPr/>
            <p:nvPr/>
          </p:nvSpPr>
          <p:spPr>
            <a:xfrm>
              <a:off x="5459599" y="4230494"/>
              <a:ext cx="103232" cy="296582"/>
            </a:xfrm>
            <a:custGeom>
              <a:avLst/>
              <a:gdLst/>
              <a:ahLst/>
              <a:cxnLst/>
              <a:rect l="l" t="t" r="r" b="b"/>
              <a:pathLst>
                <a:path w="803" h="2307" extrusionOk="0">
                  <a:moveTo>
                    <a:pt x="0" y="0"/>
                  </a:moveTo>
                  <a:lnTo>
                    <a:pt x="0" y="2306"/>
                  </a:lnTo>
                  <a:lnTo>
                    <a:pt x="802" y="2306"/>
                  </a:lnTo>
                  <a:lnTo>
                    <a:pt x="8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
            <p:cNvSpPr/>
            <p:nvPr/>
          </p:nvSpPr>
          <p:spPr>
            <a:xfrm>
              <a:off x="5649735" y="4230494"/>
              <a:ext cx="103232" cy="296582"/>
            </a:xfrm>
            <a:custGeom>
              <a:avLst/>
              <a:gdLst/>
              <a:ahLst/>
              <a:cxnLst/>
              <a:rect l="l" t="t" r="r" b="b"/>
              <a:pathLst>
                <a:path w="803" h="2307" extrusionOk="0">
                  <a:moveTo>
                    <a:pt x="0" y="0"/>
                  </a:moveTo>
                  <a:lnTo>
                    <a:pt x="0" y="2306"/>
                  </a:lnTo>
                  <a:lnTo>
                    <a:pt x="802" y="2306"/>
                  </a:lnTo>
                  <a:lnTo>
                    <a:pt x="8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
            <p:cNvSpPr/>
            <p:nvPr/>
          </p:nvSpPr>
          <p:spPr>
            <a:xfrm>
              <a:off x="5839743"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
            <p:cNvSpPr/>
            <p:nvPr/>
          </p:nvSpPr>
          <p:spPr>
            <a:xfrm>
              <a:off x="6029880"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
            <p:cNvSpPr/>
            <p:nvPr/>
          </p:nvSpPr>
          <p:spPr>
            <a:xfrm>
              <a:off x="6220016" y="4230494"/>
              <a:ext cx="106446" cy="296582"/>
            </a:xfrm>
            <a:custGeom>
              <a:avLst/>
              <a:gdLst/>
              <a:ahLst/>
              <a:cxnLst/>
              <a:rect l="l" t="t" r="r" b="b"/>
              <a:pathLst>
                <a:path w="828" h="2307" extrusionOk="0">
                  <a:moveTo>
                    <a:pt x="0" y="0"/>
                  </a:moveTo>
                  <a:lnTo>
                    <a:pt x="0" y="2306"/>
                  </a:lnTo>
                  <a:lnTo>
                    <a:pt x="827" y="2306"/>
                  </a:lnTo>
                  <a:lnTo>
                    <a:pt x="82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
            <p:cNvSpPr/>
            <p:nvPr/>
          </p:nvSpPr>
          <p:spPr>
            <a:xfrm>
              <a:off x="6413238"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
            <p:cNvSpPr/>
            <p:nvPr/>
          </p:nvSpPr>
          <p:spPr>
            <a:xfrm>
              <a:off x="6603375"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
            <p:cNvSpPr/>
            <p:nvPr/>
          </p:nvSpPr>
          <p:spPr>
            <a:xfrm>
              <a:off x="6793511"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
            <p:cNvSpPr/>
            <p:nvPr/>
          </p:nvSpPr>
          <p:spPr>
            <a:xfrm>
              <a:off x="6983648"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
            <p:cNvSpPr/>
            <p:nvPr/>
          </p:nvSpPr>
          <p:spPr>
            <a:xfrm>
              <a:off x="7176870"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
            <p:cNvSpPr/>
            <p:nvPr/>
          </p:nvSpPr>
          <p:spPr>
            <a:xfrm>
              <a:off x="7367006"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
            <p:cNvSpPr/>
            <p:nvPr/>
          </p:nvSpPr>
          <p:spPr>
            <a:xfrm>
              <a:off x="7557143"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
            <p:cNvSpPr/>
            <p:nvPr/>
          </p:nvSpPr>
          <p:spPr>
            <a:xfrm>
              <a:off x="7747151"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
            <p:cNvSpPr/>
            <p:nvPr/>
          </p:nvSpPr>
          <p:spPr>
            <a:xfrm>
              <a:off x="7940501"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a:off x="8130638"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
            <p:cNvSpPr/>
            <p:nvPr/>
          </p:nvSpPr>
          <p:spPr>
            <a:xfrm>
              <a:off x="8320774"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4" name="Google Shape;164;p2"/>
          <p:cNvSpPr txBox="1">
            <a:spLocks noGrp="1"/>
          </p:cNvSpPr>
          <p:nvPr>
            <p:ph type="ctrTitle"/>
          </p:nvPr>
        </p:nvSpPr>
        <p:spPr>
          <a:xfrm>
            <a:off x="1009200" y="1741047"/>
            <a:ext cx="7125600" cy="1147200"/>
          </a:xfrm>
          <a:prstGeom prst="rect">
            <a:avLst/>
          </a:prstGeom>
        </p:spPr>
        <p:txBody>
          <a:bodyPr spcFirstLastPara="1" wrap="square" lIns="0" tIns="0" rIns="0" bIns="0" anchor="ctr" anchorCtr="0">
            <a:noAutofit/>
          </a:bodyPr>
          <a:lstStyle>
            <a:lvl1pPr lvl="0" algn="ctr">
              <a:spcBef>
                <a:spcPts val="0"/>
              </a:spcBef>
              <a:spcAft>
                <a:spcPts val="0"/>
              </a:spcAft>
              <a:buSzPts val="5200"/>
              <a:buNone/>
              <a:defRPr sz="6100">
                <a:solidFill>
                  <a:srgbClr val="FFFFFF"/>
                </a:solidFill>
                <a:latin typeface="Bebas Neue" panose="020B0606020202050201"/>
                <a:ea typeface="Bebas Neue" panose="020B0606020202050201"/>
                <a:cs typeface="Bebas Neue" panose="020B0606020202050201"/>
                <a:sym typeface="Bebas Neue" panose="020B0606020202050201"/>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65" name="Google Shape;165;p2"/>
          <p:cNvSpPr txBox="1">
            <a:spLocks noGrp="1"/>
          </p:cNvSpPr>
          <p:nvPr>
            <p:ph type="subTitle" idx="1"/>
          </p:nvPr>
        </p:nvSpPr>
        <p:spPr>
          <a:xfrm>
            <a:off x="1009200" y="2888246"/>
            <a:ext cx="7125600" cy="514200"/>
          </a:xfrm>
          <a:prstGeom prst="rect">
            <a:avLst/>
          </a:prstGeom>
        </p:spPr>
        <p:txBody>
          <a:bodyPr spcFirstLastPara="1" wrap="square" lIns="0" tIns="0" rIns="0" bIns="0" anchor="ctr" anchorCtr="0">
            <a:noAutofit/>
          </a:bodyPr>
          <a:lstStyle>
            <a:lvl1pPr lvl="0" algn="ctr">
              <a:lnSpc>
                <a:spcPct val="100000"/>
              </a:lnSpc>
              <a:spcBef>
                <a:spcPts val="0"/>
              </a:spcBef>
              <a:spcAft>
                <a:spcPts val="0"/>
              </a:spcAft>
              <a:buSzPts val="2800"/>
              <a:buNone/>
              <a:defRPr sz="2800">
                <a:solidFill>
                  <a:srgbClr val="00F4AD"/>
                </a:solidFill>
                <a:latin typeface="Roboto" panose="02000000000000000000"/>
                <a:ea typeface="Roboto" panose="02000000000000000000"/>
                <a:cs typeface="Roboto" panose="02000000000000000000"/>
                <a:sym typeface="Roboto" panose="02000000000000000000"/>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grpSp>
        <p:nvGrpSpPr>
          <p:cNvPr id="166" name="Google Shape;166;p2"/>
          <p:cNvGrpSpPr/>
          <p:nvPr/>
        </p:nvGrpSpPr>
        <p:grpSpPr>
          <a:xfrm>
            <a:off x="207789" y="1295745"/>
            <a:ext cx="552301" cy="552301"/>
            <a:chOff x="1387350" y="1218075"/>
            <a:chExt cx="209300" cy="209300"/>
          </a:xfrm>
        </p:grpSpPr>
        <p:sp>
          <p:nvSpPr>
            <p:cNvPr id="167" name="Google Shape;167;p2"/>
            <p:cNvSpPr/>
            <p:nvPr/>
          </p:nvSpPr>
          <p:spPr>
            <a:xfrm>
              <a:off x="1387350" y="1218075"/>
              <a:ext cx="209300" cy="209300"/>
            </a:xfrm>
            <a:custGeom>
              <a:avLst/>
              <a:gdLst/>
              <a:ahLst/>
              <a:cxnLst/>
              <a:rect l="l" t="t" r="r" b="b"/>
              <a:pathLst>
                <a:path w="8372" h="8372" extrusionOk="0">
                  <a:moveTo>
                    <a:pt x="3860" y="0"/>
                  </a:moveTo>
                  <a:lnTo>
                    <a:pt x="3560" y="727"/>
                  </a:lnTo>
                  <a:cubicBezTo>
                    <a:pt x="3234" y="777"/>
                    <a:pt x="2908" y="877"/>
                    <a:pt x="2632" y="1028"/>
                  </a:cubicBezTo>
                  <a:lnTo>
                    <a:pt x="1956" y="652"/>
                  </a:lnTo>
                  <a:cubicBezTo>
                    <a:pt x="1605" y="877"/>
                    <a:pt x="1279" y="1153"/>
                    <a:pt x="1003" y="1454"/>
                  </a:cubicBezTo>
                  <a:lnTo>
                    <a:pt x="1279" y="2181"/>
                  </a:lnTo>
                  <a:cubicBezTo>
                    <a:pt x="1103" y="2456"/>
                    <a:pt x="953" y="2757"/>
                    <a:pt x="853" y="3058"/>
                  </a:cubicBezTo>
                  <a:lnTo>
                    <a:pt x="101" y="3258"/>
                  </a:lnTo>
                  <a:cubicBezTo>
                    <a:pt x="26" y="3559"/>
                    <a:pt x="1" y="3860"/>
                    <a:pt x="1" y="4186"/>
                  </a:cubicBezTo>
                  <a:cubicBezTo>
                    <a:pt x="1" y="4286"/>
                    <a:pt x="1" y="4411"/>
                    <a:pt x="26" y="4512"/>
                  </a:cubicBezTo>
                  <a:lnTo>
                    <a:pt x="728" y="4812"/>
                  </a:lnTo>
                  <a:cubicBezTo>
                    <a:pt x="778" y="5163"/>
                    <a:pt x="878" y="5464"/>
                    <a:pt x="1028" y="5765"/>
                  </a:cubicBezTo>
                  <a:lnTo>
                    <a:pt x="652" y="6441"/>
                  </a:lnTo>
                  <a:cubicBezTo>
                    <a:pt x="878" y="6792"/>
                    <a:pt x="1154" y="7093"/>
                    <a:pt x="1454" y="7369"/>
                  </a:cubicBezTo>
                  <a:lnTo>
                    <a:pt x="2181" y="7093"/>
                  </a:lnTo>
                  <a:cubicBezTo>
                    <a:pt x="2457" y="7268"/>
                    <a:pt x="2758" y="7419"/>
                    <a:pt x="3058" y="7519"/>
                  </a:cubicBezTo>
                  <a:lnTo>
                    <a:pt x="3284" y="8271"/>
                  </a:lnTo>
                  <a:cubicBezTo>
                    <a:pt x="3560" y="8346"/>
                    <a:pt x="3885" y="8371"/>
                    <a:pt x="4186" y="8371"/>
                  </a:cubicBezTo>
                  <a:lnTo>
                    <a:pt x="4512" y="8371"/>
                  </a:lnTo>
                  <a:lnTo>
                    <a:pt x="4838" y="7644"/>
                  </a:lnTo>
                  <a:cubicBezTo>
                    <a:pt x="5164" y="7594"/>
                    <a:pt x="5464" y="7494"/>
                    <a:pt x="5765" y="7344"/>
                  </a:cubicBezTo>
                  <a:lnTo>
                    <a:pt x="6442" y="7720"/>
                  </a:lnTo>
                  <a:cubicBezTo>
                    <a:pt x="6793" y="7519"/>
                    <a:pt x="7093" y="7243"/>
                    <a:pt x="7369" y="6918"/>
                  </a:cubicBezTo>
                  <a:lnTo>
                    <a:pt x="7093" y="6191"/>
                  </a:lnTo>
                  <a:cubicBezTo>
                    <a:pt x="7269" y="5915"/>
                    <a:pt x="7419" y="5639"/>
                    <a:pt x="7545" y="5314"/>
                  </a:cubicBezTo>
                  <a:lnTo>
                    <a:pt x="8271" y="5113"/>
                  </a:lnTo>
                  <a:cubicBezTo>
                    <a:pt x="8347" y="4812"/>
                    <a:pt x="8372" y="4512"/>
                    <a:pt x="8372" y="4186"/>
                  </a:cubicBezTo>
                  <a:cubicBezTo>
                    <a:pt x="8372" y="4085"/>
                    <a:pt x="8372" y="3985"/>
                    <a:pt x="8372" y="3860"/>
                  </a:cubicBezTo>
                  <a:lnTo>
                    <a:pt x="7670" y="3559"/>
                  </a:lnTo>
                  <a:cubicBezTo>
                    <a:pt x="7595" y="3233"/>
                    <a:pt x="7494" y="2907"/>
                    <a:pt x="7344" y="2632"/>
                  </a:cubicBezTo>
                  <a:lnTo>
                    <a:pt x="7745" y="1955"/>
                  </a:lnTo>
                  <a:cubicBezTo>
                    <a:pt x="7520" y="1604"/>
                    <a:pt x="7244" y="1278"/>
                    <a:pt x="6918" y="1003"/>
                  </a:cubicBezTo>
                  <a:lnTo>
                    <a:pt x="6191" y="1278"/>
                  </a:lnTo>
                  <a:cubicBezTo>
                    <a:pt x="5941" y="1103"/>
                    <a:pt x="5640" y="953"/>
                    <a:pt x="5314" y="852"/>
                  </a:cubicBezTo>
                  <a:lnTo>
                    <a:pt x="5114" y="100"/>
                  </a:lnTo>
                  <a:cubicBezTo>
                    <a:pt x="4813" y="25"/>
                    <a:pt x="4512" y="0"/>
                    <a:pt x="4186" y="0"/>
                  </a:cubicBezTo>
                  <a:close/>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
            <p:cNvSpPr/>
            <p:nvPr/>
          </p:nvSpPr>
          <p:spPr>
            <a:xfrm>
              <a:off x="1387350" y="1218075"/>
              <a:ext cx="209300" cy="209300"/>
            </a:xfrm>
            <a:custGeom>
              <a:avLst/>
              <a:gdLst/>
              <a:ahLst/>
              <a:cxnLst/>
              <a:rect l="l" t="t" r="r" b="b"/>
              <a:pathLst>
                <a:path w="8372" h="8372" fill="none" extrusionOk="0">
                  <a:moveTo>
                    <a:pt x="8372" y="4186"/>
                  </a:moveTo>
                  <a:cubicBezTo>
                    <a:pt x="8372" y="4512"/>
                    <a:pt x="8347" y="4812"/>
                    <a:pt x="8271" y="5113"/>
                  </a:cubicBezTo>
                  <a:lnTo>
                    <a:pt x="7545" y="5314"/>
                  </a:lnTo>
                  <a:cubicBezTo>
                    <a:pt x="7419" y="5639"/>
                    <a:pt x="7269" y="5915"/>
                    <a:pt x="7093" y="6191"/>
                  </a:cubicBezTo>
                  <a:lnTo>
                    <a:pt x="7369" y="6918"/>
                  </a:lnTo>
                  <a:cubicBezTo>
                    <a:pt x="7093" y="7243"/>
                    <a:pt x="6793" y="7519"/>
                    <a:pt x="6442" y="7720"/>
                  </a:cubicBezTo>
                  <a:lnTo>
                    <a:pt x="5765" y="7344"/>
                  </a:lnTo>
                  <a:cubicBezTo>
                    <a:pt x="5464" y="7494"/>
                    <a:pt x="5164" y="7594"/>
                    <a:pt x="4838" y="7644"/>
                  </a:cubicBezTo>
                  <a:lnTo>
                    <a:pt x="4512" y="8371"/>
                  </a:lnTo>
                  <a:cubicBezTo>
                    <a:pt x="4412" y="8371"/>
                    <a:pt x="4312" y="8371"/>
                    <a:pt x="4186" y="8371"/>
                  </a:cubicBezTo>
                  <a:cubicBezTo>
                    <a:pt x="3885" y="8371"/>
                    <a:pt x="3560" y="8346"/>
                    <a:pt x="3284" y="8271"/>
                  </a:cubicBezTo>
                  <a:lnTo>
                    <a:pt x="3058" y="7519"/>
                  </a:lnTo>
                  <a:cubicBezTo>
                    <a:pt x="2758" y="7419"/>
                    <a:pt x="2457" y="7268"/>
                    <a:pt x="2181" y="7093"/>
                  </a:cubicBezTo>
                  <a:lnTo>
                    <a:pt x="1454" y="7369"/>
                  </a:lnTo>
                  <a:cubicBezTo>
                    <a:pt x="1154" y="7093"/>
                    <a:pt x="878" y="6792"/>
                    <a:pt x="652" y="6441"/>
                  </a:cubicBezTo>
                  <a:lnTo>
                    <a:pt x="1028" y="5765"/>
                  </a:lnTo>
                  <a:cubicBezTo>
                    <a:pt x="878" y="5464"/>
                    <a:pt x="778" y="5163"/>
                    <a:pt x="728" y="4812"/>
                  </a:cubicBezTo>
                  <a:lnTo>
                    <a:pt x="26" y="4512"/>
                  </a:lnTo>
                  <a:cubicBezTo>
                    <a:pt x="1" y="4411"/>
                    <a:pt x="1" y="4286"/>
                    <a:pt x="1" y="4186"/>
                  </a:cubicBezTo>
                  <a:cubicBezTo>
                    <a:pt x="1" y="3860"/>
                    <a:pt x="26" y="3559"/>
                    <a:pt x="101" y="3258"/>
                  </a:cubicBezTo>
                  <a:lnTo>
                    <a:pt x="853" y="3058"/>
                  </a:lnTo>
                  <a:cubicBezTo>
                    <a:pt x="953" y="2757"/>
                    <a:pt x="1103" y="2456"/>
                    <a:pt x="1279" y="2181"/>
                  </a:cubicBezTo>
                  <a:lnTo>
                    <a:pt x="1003" y="1454"/>
                  </a:lnTo>
                  <a:cubicBezTo>
                    <a:pt x="1279" y="1153"/>
                    <a:pt x="1605" y="877"/>
                    <a:pt x="1956" y="652"/>
                  </a:cubicBezTo>
                  <a:lnTo>
                    <a:pt x="2632" y="1028"/>
                  </a:lnTo>
                  <a:cubicBezTo>
                    <a:pt x="2908" y="877"/>
                    <a:pt x="3234" y="777"/>
                    <a:pt x="3560" y="727"/>
                  </a:cubicBezTo>
                  <a:lnTo>
                    <a:pt x="3860" y="0"/>
                  </a:lnTo>
                  <a:cubicBezTo>
                    <a:pt x="3986" y="0"/>
                    <a:pt x="4086" y="0"/>
                    <a:pt x="4186" y="0"/>
                  </a:cubicBezTo>
                  <a:cubicBezTo>
                    <a:pt x="4512" y="0"/>
                    <a:pt x="4813" y="25"/>
                    <a:pt x="5114" y="100"/>
                  </a:cubicBezTo>
                  <a:lnTo>
                    <a:pt x="5314" y="852"/>
                  </a:lnTo>
                  <a:cubicBezTo>
                    <a:pt x="5640" y="953"/>
                    <a:pt x="5941" y="1103"/>
                    <a:pt x="6191" y="1278"/>
                  </a:cubicBezTo>
                  <a:lnTo>
                    <a:pt x="6918" y="1003"/>
                  </a:lnTo>
                  <a:cubicBezTo>
                    <a:pt x="7244" y="1278"/>
                    <a:pt x="7520" y="1604"/>
                    <a:pt x="7745" y="1955"/>
                  </a:cubicBezTo>
                  <a:lnTo>
                    <a:pt x="7344" y="2632"/>
                  </a:lnTo>
                  <a:cubicBezTo>
                    <a:pt x="7494" y="2907"/>
                    <a:pt x="7595" y="3233"/>
                    <a:pt x="7670" y="3559"/>
                  </a:cubicBezTo>
                  <a:lnTo>
                    <a:pt x="8372" y="3860"/>
                  </a:lnTo>
                  <a:cubicBezTo>
                    <a:pt x="8372" y="3985"/>
                    <a:pt x="8372" y="4085"/>
                    <a:pt x="8372" y="4186"/>
                  </a:cubicBezTo>
                  <a:close/>
                </a:path>
              </a:pathLst>
            </a:custGeom>
            <a:noFill/>
            <a:ln w="19050" cap="flat" cmpd="sng">
              <a:solidFill>
                <a:schemeClr val="accent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
            <p:cNvSpPr/>
            <p:nvPr/>
          </p:nvSpPr>
          <p:spPr>
            <a:xfrm>
              <a:off x="1431850" y="1262550"/>
              <a:ext cx="120325" cy="120325"/>
            </a:xfrm>
            <a:custGeom>
              <a:avLst/>
              <a:gdLst/>
              <a:ahLst/>
              <a:cxnLst/>
              <a:rect l="l" t="t" r="r" b="b"/>
              <a:pathLst>
                <a:path w="4813" h="4813" extrusionOk="0">
                  <a:moveTo>
                    <a:pt x="2406" y="1"/>
                  </a:moveTo>
                  <a:cubicBezTo>
                    <a:pt x="1078" y="1"/>
                    <a:pt x="0" y="1078"/>
                    <a:pt x="0" y="2407"/>
                  </a:cubicBezTo>
                  <a:cubicBezTo>
                    <a:pt x="0" y="3735"/>
                    <a:pt x="1078" y="4813"/>
                    <a:pt x="2406" y="4813"/>
                  </a:cubicBezTo>
                  <a:cubicBezTo>
                    <a:pt x="3735" y="4813"/>
                    <a:pt x="4812" y="3735"/>
                    <a:pt x="4812" y="2407"/>
                  </a:cubicBezTo>
                  <a:cubicBezTo>
                    <a:pt x="4812" y="1078"/>
                    <a:pt x="3735" y="1"/>
                    <a:pt x="24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
            <p:cNvSpPr/>
            <p:nvPr/>
          </p:nvSpPr>
          <p:spPr>
            <a:xfrm>
              <a:off x="1451275" y="1281975"/>
              <a:ext cx="81475" cy="81475"/>
            </a:xfrm>
            <a:custGeom>
              <a:avLst/>
              <a:gdLst/>
              <a:ahLst/>
              <a:cxnLst/>
              <a:rect l="l" t="t" r="r" b="b"/>
              <a:pathLst>
                <a:path w="3259" h="3259" fill="none" extrusionOk="0">
                  <a:moveTo>
                    <a:pt x="3258" y="1630"/>
                  </a:moveTo>
                  <a:cubicBezTo>
                    <a:pt x="3258" y="2532"/>
                    <a:pt x="2531" y="3259"/>
                    <a:pt x="1629" y="3259"/>
                  </a:cubicBezTo>
                  <a:cubicBezTo>
                    <a:pt x="727" y="3259"/>
                    <a:pt x="0" y="2532"/>
                    <a:pt x="0" y="1630"/>
                  </a:cubicBezTo>
                  <a:cubicBezTo>
                    <a:pt x="0" y="727"/>
                    <a:pt x="727" y="1"/>
                    <a:pt x="1629" y="1"/>
                  </a:cubicBezTo>
                  <a:cubicBezTo>
                    <a:pt x="2531" y="1"/>
                    <a:pt x="3258" y="727"/>
                    <a:pt x="3258" y="1630"/>
                  </a:cubicBezTo>
                  <a:close/>
                </a:path>
              </a:pathLst>
            </a:custGeom>
            <a:solidFill>
              <a:srgbClr val="0F3570"/>
            </a:solidFill>
            <a:ln w="9525" cap="flat" cmpd="sng">
              <a:solidFill>
                <a:schemeClr val="dk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1"/>
        <p:cNvGrpSpPr/>
        <p:nvPr/>
      </p:nvGrpSpPr>
      <p:grpSpPr>
        <a:xfrm>
          <a:off x="0" y="0"/>
          <a:ext cx="0" cy="0"/>
          <a:chOff x="0" y="0"/>
          <a:chExt cx="0" cy="0"/>
        </a:xfrm>
      </p:grpSpPr>
      <p:grpSp>
        <p:nvGrpSpPr>
          <p:cNvPr id="172" name="Google Shape;172;p3"/>
          <p:cNvGrpSpPr/>
          <p:nvPr/>
        </p:nvGrpSpPr>
        <p:grpSpPr>
          <a:xfrm>
            <a:off x="-3091593" y="-2017662"/>
            <a:ext cx="7908519" cy="3095522"/>
            <a:chOff x="-3091593" y="-1484262"/>
            <a:chExt cx="7908519" cy="3095522"/>
          </a:xfrm>
        </p:grpSpPr>
        <p:grpSp>
          <p:nvGrpSpPr>
            <p:cNvPr id="173" name="Google Shape;173;p3"/>
            <p:cNvGrpSpPr/>
            <p:nvPr/>
          </p:nvGrpSpPr>
          <p:grpSpPr>
            <a:xfrm>
              <a:off x="-3091593" y="-1484262"/>
              <a:ext cx="7884347" cy="3095522"/>
              <a:chOff x="-3091593" y="-1484262"/>
              <a:chExt cx="7884347" cy="3095522"/>
            </a:xfrm>
          </p:grpSpPr>
          <p:sp>
            <p:nvSpPr>
              <p:cNvPr id="174" name="Google Shape;174;p3"/>
              <p:cNvSpPr/>
              <p:nvPr/>
            </p:nvSpPr>
            <p:spPr>
              <a:xfrm rot="10800000">
                <a:off x="-3091593" y="-453301"/>
                <a:ext cx="5466211" cy="1127132"/>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3"/>
              <p:cNvSpPr/>
              <p:nvPr/>
            </p:nvSpPr>
            <p:spPr>
              <a:xfrm rot="10800000">
                <a:off x="-2488881" y="58715"/>
                <a:ext cx="6303378" cy="1490426"/>
              </a:xfrm>
              <a:custGeom>
                <a:avLst/>
                <a:gdLst/>
                <a:ahLst/>
                <a:cxnLst/>
                <a:rect l="l" t="t" r="r" b="b"/>
                <a:pathLst>
                  <a:path w="248409" h="58736" extrusionOk="0">
                    <a:moveTo>
                      <a:pt x="248203" y="1"/>
                    </a:moveTo>
                    <a:cubicBezTo>
                      <a:pt x="248151" y="1"/>
                      <a:pt x="248100" y="18"/>
                      <a:pt x="248066" y="52"/>
                    </a:cubicBezTo>
                    <a:lnTo>
                      <a:pt x="196663" y="51455"/>
                    </a:lnTo>
                    <a:lnTo>
                      <a:pt x="175778" y="51455"/>
                    </a:lnTo>
                    <a:lnTo>
                      <a:pt x="155760" y="31460"/>
                    </a:lnTo>
                    <a:lnTo>
                      <a:pt x="121112" y="31460"/>
                    </a:lnTo>
                    <a:lnTo>
                      <a:pt x="94200" y="58371"/>
                    </a:lnTo>
                    <a:lnTo>
                      <a:pt x="183" y="58371"/>
                    </a:lnTo>
                    <a:cubicBezTo>
                      <a:pt x="92" y="58371"/>
                      <a:pt x="0" y="58439"/>
                      <a:pt x="0" y="58553"/>
                    </a:cubicBezTo>
                    <a:cubicBezTo>
                      <a:pt x="0" y="58645"/>
                      <a:pt x="92" y="58736"/>
                      <a:pt x="183" y="58736"/>
                    </a:cubicBezTo>
                    <a:lnTo>
                      <a:pt x="94360" y="58736"/>
                    </a:lnTo>
                    <a:lnTo>
                      <a:pt x="121248" y="31848"/>
                    </a:lnTo>
                    <a:lnTo>
                      <a:pt x="155623" y="31848"/>
                    </a:lnTo>
                    <a:lnTo>
                      <a:pt x="175618" y="51843"/>
                    </a:lnTo>
                    <a:lnTo>
                      <a:pt x="196823" y="51843"/>
                    </a:lnTo>
                    <a:lnTo>
                      <a:pt x="248340" y="326"/>
                    </a:lnTo>
                    <a:cubicBezTo>
                      <a:pt x="248408" y="235"/>
                      <a:pt x="248408" y="121"/>
                      <a:pt x="248340" y="52"/>
                    </a:cubicBezTo>
                    <a:cubicBezTo>
                      <a:pt x="248306" y="18"/>
                      <a:pt x="248254" y="1"/>
                      <a:pt x="248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3"/>
              <p:cNvSpPr/>
              <p:nvPr/>
            </p:nvSpPr>
            <p:spPr>
              <a:xfrm rot="10800000">
                <a:off x="-2860727" y="-1484262"/>
                <a:ext cx="6393739" cy="1984325"/>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3"/>
              <p:cNvSpPr/>
              <p:nvPr/>
            </p:nvSpPr>
            <p:spPr>
              <a:xfrm rot="10800000">
                <a:off x="-1953114" y="264887"/>
                <a:ext cx="4762126" cy="1309020"/>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3"/>
              <p:cNvSpPr/>
              <p:nvPr/>
            </p:nvSpPr>
            <p:spPr>
              <a:xfrm rot="10800000">
                <a:off x="-55114" y="833084"/>
                <a:ext cx="3182685" cy="7781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3"/>
              <p:cNvSpPr/>
              <p:nvPr/>
            </p:nvSpPr>
            <p:spPr>
              <a:xfrm rot="10800000">
                <a:off x="2654352" y="663960"/>
                <a:ext cx="2054994" cy="401407"/>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3"/>
              <p:cNvSpPr/>
              <p:nvPr/>
            </p:nvSpPr>
            <p:spPr>
              <a:xfrm rot="10800000">
                <a:off x="3113081" y="264887"/>
                <a:ext cx="1679673" cy="520720"/>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
              <p:cNvSpPr/>
              <p:nvPr/>
            </p:nvSpPr>
            <p:spPr>
              <a:xfrm rot="10800000">
                <a:off x="3798841" y="59274"/>
                <a:ext cx="993913" cy="45875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3"/>
              <p:cNvSpPr/>
              <p:nvPr/>
            </p:nvSpPr>
            <p:spPr>
              <a:xfrm rot="10800000">
                <a:off x="394353" y="672080"/>
                <a:ext cx="136695" cy="136695"/>
              </a:xfrm>
              <a:custGeom>
                <a:avLst/>
                <a:gdLst/>
                <a:ahLst/>
                <a:cxnLst/>
                <a:rect l="l" t="t" r="r" b="b"/>
                <a:pathLst>
                  <a:path w="5387" h="5387" extrusionOk="0">
                    <a:moveTo>
                      <a:pt x="2694" y="388"/>
                    </a:moveTo>
                    <a:cubicBezTo>
                      <a:pt x="3972" y="388"/>
                      <a:pt x="5022" y="1415"/>
                      <a:pt x="5022" y="2694"/>
                    </a:cubicBezTo>
                    <a:cubicBezTo>
                      <a:pt x="5022" y="3972"/>
                      <a:pt x="3972" y="4999"/>
                      <a:pt x="2694" y="4999"/>
                    </a:cubicBezTo>
                    <a:cubicBezTo>
                      <a:pt x="1415" y="4999"/>
                      <a:pt x="388" y="3972"/>
                      <a:pt x="388" y="2694"/>
                    </a:cubicBezTo>
                    <a:cubicBezTo>
                      <a:pt x="388" y="1415"/>
                      <a:pt x="1415" y="388"/>
                      <a:pt x="2694" y="388"/>
                    </a:cubicBezTo>
                    <a:close/>
                    <a:moveTo>
                      <a:pt x="2694" y="0"/>
                    </a:moveTo>
                    <a:cubicBezTo>
                      <a:pt x="1210" y="0"/>
                      <a:pt x="0" y="1210"/>
                      <a:pt x="0" y="2694"/>
                    </a:cubicBezTo>
                    <a:cubicBezTo>
                      <a:pt x="0" y="4177"/>
                      <a:pt x="1210" y="5387"/>
                      <a:pt x="2694" y="5387"/>
                    </a:cubicBezTo>
                    <a:cubicBezTo>
                      <a:pt x="4177" y="5387"/>
                      <a:pt x="5387" y="4177"/>
                      <a:pt x="5387" y="2694"/>
                    </a:cubicBezTo>
                    <a:cubicBezTo>
                      <a:pt x="5387" y="1210"/>
                      <a:pt x="4177" y="0"/>
                      <a:pt x="269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3"/>
              <p:cNvSpPr/>
              <p:nvPr/>
            </p:nvSpPr>
            <p:spPr>
              <a:xfrm rot="10800000">
                <a:off x="418079" y="695805"/>
                <a:ext cx="88660" cy="89244"/>
              </a:xfrm>
              <a:custGeom>
                <a:avLst/>
                <a:gdLst/>
                <a:ahLst/>
                <a:cxnLst/>
                <a:rect l="l" t="t" r="r" b="b"/>
                <a:pathLst>
                  <a:path w="3494" h="3517" extrusionOk="0">
                    <a:moveTo>
                      <a:pt x="1736" y="1"/>
                    </a:moveTo>
                    <a:cubicBezTo>
                      <a:pt x="777" y="1"/>
                      <a:pt x="1" y="800"/>
                      <a:pt x="1" y="1759"/>
                    </a:cubicBezTo>
                    <a:cubicBezTo>
                      <a:pt x="1" y="2717"/>
                      <a:pt x="777" y="3516"/>
                      <a:pt x="1736" y="3516"/>
                    </a:cubicBezTo>
                    <a:cubicBezTo>
                      <a:pt x="2717" y="3516"/>
                      <a:pt x="3493" y="2717"/>
                      <a:pt x="3493" y="1759"/>
                    </a:cubicBezTo>
                    <a:cubicBezTo>
                      <a:pt x="3493" y="800"/>
                      <a:pt x="2717" y="1"/>
                      <a:pt x="17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3"/>
              <p:cNvSpPr/>
              <p:nvPr/>
            </p:nvSpPr>
            <p:spPr>
              <a:xfrm rot="10800000">
                <a:off x="2364747" y="600243"/>
                <a:ext cx="136721" cy="136721"/>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3"/>
              <p:cNvSpPr/>
              <p:nvPr/>
            </p:nvSpPr>
            <p:spPr>
              <a:xfrm rot="10800000">
                <a:off x="2389082" y="623994"/>
                <a:ext cx="88635" cy="89219"/>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3"/>
              <p:cNvSpPr/>
              <p:nvPr/>
            </p:nvSpPr>
            <p:spPr>
              <a:xfrm rot="10800000">
                <a:off x="3119450" y="794286"/>
                <a:ext cx="96171" cy="96171"/>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3"/>
              <p:cNvSpPr/>
              <p:nvPr/>
            </p:nvSpPr>
            <p:spPr>
              <a:xfrm rot="10800000">
                <a:off x="3137391" y="812226"/>
                <a:ext cx="60849" cy="60849"/>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3"/>
              <p:cNvSpPr/>
              <p:nvPr/>
            </p:nvSpPr>
            <p:spPr>
              <a:xfrm rot="10800000">
                <a:off x="1773992" y="614732"/>
                <a:ext cx="107742" cy="107742"/>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3"/>
              <p:cNvSpPr/>
              <p:nvPr/>
            </p:nvSpPr>
            <p:spPr>
              <a:xfrm rot="10800000">
                <a:off x="1389967" y="30321"/>
                <a:ext cx="66051" cy="66051"/>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3"/>
              <p:cNvSpPr/>
              <p:nvPr/>
            </p:nvSpPr>
            <p:spPr>
              <a:xfrm rot="10800000">
                <a:off x="1117185" y="222029"/>
                <a:ext cx="145982" cy="146566"/>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3"/>
              <p:cNvSpPr/>
              <p:nvPr/>
            </p:nvSpPr>
            <p:spPr>
              <a:xfrm rot="10800000">
                <a:off x="1142662" y="248089"/>
                <a:ext cx="95004" cy="94446"/>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3"/>
              <p:cNvSpPr/>
              <p:nvPr/>
            </p:nvSpPr>
            <p:spPr>
              <a:xfrm rot="10800000">
                <a:off x="2750498" y="215660"/>
                <a:ext cx="107742" cy="107768"/>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3"/>
              <p:cNvSpPr/>
              <p:nvPr/>
            </p:nvSpPr>
            <p:spPr>
              <a:xfrm rot="10800000">
                <a:off x="3063828" y="215660"/>
                <a:ext cx="107768" cy="107768"/>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3"/>
              <p:cNvSpPr/>
              <p:nvPr/>
            </p:nvSpPr>
            <p:spPr>
              <a:xfrm rot="10800000">
                <a:off x="3750755" y="10630"/>
                <a:ext cx="107768" cy="107768"/>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3"/>
              <p:cNvSpPr/>
              <p:nvPr/>
            </p:nvSpPr>
            <p:spPr>
              <a:xfrm rot="10800000">
                <a:off x="4206008" y="458930"/>
                <a:ext cx="107742" cy="107742"/>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3"/>
              <p:cNvSpPr/>
              <p:nvPr/>
            </p:nvSpPr>
            <p:spPr>
              <a:xfrm rot="10800000">
                <a:off x="1527829" y="631531"/>
                <a:ext cx="73588" cy="74146"/>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3"/>
              <p:cNvSpPr/>
              <p:nvPr/>
            </p:nvSpPr>
            <p:spPr>
              <a:xfrm rot="10800000">
                <a:off x="3486068" y="453144"/>
                <a:ext cx="74171" cy="74146"/>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
              <p:cNvSpPr/>
              <p:nvPr/>
            </p:nvSpPr>
            <p:spPr>
              <a:xfrm rot="10800000">
                <a:off x="-539320" y="1055496"/>
                <a:ext cx="3040788" cy="9871"/>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
              <p:cNvSpPr/>
              <p:nvPr/>
            </p:nvSpPr>
            <p:spPr>
              <a:xfrm rot="10800000">
                <a:off x="2486953" y="1023650"/>
                <a:ext cx="74171" cy="74146"/>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3"/>
              <p:cNvSpPr/>
              <p:nvPr/>
            </p:nvSpPr>
            <p:spPr>
              <a:xfrm rot="10800000">
                <a:off x="-192368" y="1292955"/>
                <a:ext cx="280927" cy="175519"/>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1" name="Google Shape;201;p3"/>
            <p:cNvSpPr/>
            <p:nvPr/>
          </p:nvSpPr>
          <p:spPr>
            <a:xfrm rot="10800000">
              <a:off x="4766122" y="487397"/>
              <a:ext cx="50803" cy="50803"/>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2" name="Google Shape;202;p3"/>
          <p:cNvGrpSpPr/>
          <p:nvPr/>
        </p:nvGrpSpPr>
        <p:grpSpPr>
          <a:xfrm>
            <a:off x="296418" y="4572778"/>
            <a:ext cx="2668622" cy="250644"/>
            <a:chOff x="5926468" y="4708190"/>
            <a:chExt cx="2668622" cy="250644"/>
          </a:xfrm>
        </p:grpSpPr>
        <p:sp>
          <p:nvSpPr>
            <p:cNvPr id="203" name="Google Shape;203;p3"/>
            <p:cNvSpPr/>
            <p:nvPr/>
          </p:nvSpPr>
          <p:spPr>
            <a:xfrm>
              <a:off x="5926468" y="4708190"/>
              <a:ext cx="87242" cy="250644"/>
            </a:xfrm>
            <a:custGeom>
              <a:avLst/>
              <a:gdLst/>
              <a:ahLst/>
              <a:cxnLst/>
              <a:rect l="l" t="t" r="r" b="b"/>
              <a:pathLst>
                <a:path w="803" h="2307" extrusionOk="0">
                  <a:moveTo>
                    <a:pt x="1" y="0"/>
                  </a:moveTo>
                  <a:lnTo>
                    <a:pt x="1" y="2306"/>
                  </a:lnTo>
                  <a:lnTo>
                    <a:pt x="803" y="2306"/>
                  </a:lnTo>
                  <a:lnTo>
                    <a:pt x="80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3"/>
            <p:cNvSpPr/>
            <p:nvPr/>
          </p:nvSpPr>
          <p:spPr>
            <a:xfrm>
              <a:off x="6089868" y="4708190"/>
              <a:ext cx="87242" cy="250644"/>
            </a:xfrm>
            <a:custGeom>
              <a:avLst/>
              <a:gdLst/>
              <a:ahLst/>
              <a:cxnLst/>
              <a:rect l="l" t="t" r="r" b="b"/>
              <a:pathLst>
                <a:path w="803" h="2307" extrusionOk="0">
                  <a:moveTo>
                    <a:pt x="0" y="0"/>
                  </a:moveTo>
                  <a:lnTo>
                    <a:pt x="0" y="2306"/>
                  </a:lnTo>
                  <a:lnTo>
                    <a:pt x="802" y="2306"/>
                  </a:lnTo>
                  <a:lnTo>
                    <a:pt x="80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
            <p:cNvSpPr/>
            <p:nvPr/>
          </p:nvSpPr>
          <p:spPr>
            <a:xfrm>
              <a:off x="6250552" y="4708190"/>
              <a:ext cx="87242" cy="250644"/>
            </a:xfrm>
            <a:custGeom>
              <a:avLst/>
              <a:gdLst/>
              <a:ahLst/>
              <a:cxnLst/>
              <a:rect l="l" t="t" r="r" b="b"/>
              <a:pathLst>
                <a:path w="803" h="2307" extrusionOk="0">
                  <a:moveTo>
                    <a:pt x="0" y="0"/>
                  </a:moveTo>
                  <a:lnTo>
                    <a:pt x="0" y="2306"/>
                  </a:lnTo>
                  <a:lnTo>
                    <a:pt x="802" y="2306"/>
                  </a:lnTo>
                  <a:lnTo>
                    <a:pt x="80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3"/>
            <p:cNvSpPr/>
            <p:nvPr/>
          </p:nvSpPr>
          <p:spPr>
            <a:xfrm>
              <a:off x="6411128" y="4708190"/>
              <a:ext cx="87242" cy="250644"/>
            </a:xfrm>
            <a:custGeom>
              <a:avLst/>
              <a:gdLst/>
              <a:ahLst/>
              <a:cxnLst/>
              <a:rect l="l" t="t" r="r" b="b"/>
              <a:pathLst>
                <a:path w="803" h="2307" extrusionOk="0">
                  <a:moveTo>
                    <a:pt x="1" y="0"/>
                  </a:moveTo>
                  <a:lnTo>
                    <a:pt x="1" y="2306"/>
                  </a:lnTo>
                  <a:lnTo>
                    <a:pt x="803" y="2306"/>
                  </a:lnTo>
                  <a:lnTo>
                    <a:pt x="80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
            <p:cNvSpPr/>
            <p:nvPr/>
          </p:nvSpPr>
          <p:spPr>
            <a:xfrm>
              <a:off x="6571813" y="4708190"/>
              <a:ext cx="87242" cy="250644"/>
            </a:xfrm>
            <a:custGeom>
              <a:avLst/>
              <a:gdLst/>
              <a:ahLst/>
              <a:cxnLst/>
              <a:rect l="l" t="t" r="r" b="b"/>
              <a:pathLst>
                <a:path w="803" h="2307" extrusionOk="0">
                  <a:moveTo>
                    <a:pt x="1" y="0"/>
                  </a:moveTo>
                  <a:lnTo>
                    <a:pt x="1" y="2306"/>
                  </a:lnTo>
                  <a:lnTo>
                    <a:pt x="803" y="2306"/>
                  </a:lnTo>
                  <a:lnTo>
                    <a:pt x="80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
            <p:cNvSpPr/>
            <p:nvPr/>
          </p:nvSpPr>
          <p:spPr>
            <a:xfrm>
              <a:off x="6732497" y="4708190"/>
              <a:ext cx="89958" cy="250644"/>
            </a:xfrm>
            <a:custGeom>
              <a:avLst/>
              <a:gdLst/>
              <a:ahLst/>
              <a:cxnLst/>
              <a:rect l="l" t="t" r="r" b="b"/>
              <a:pathLst>
                <a:path w="828" h="2307" extrusionOk="0">
                  <a:moveTo>
                    <a:pt x="0" y="0"/>
                  </a:moveTo>
                  <a:lnTo>
                    <a:pt x="0" y="2306"/>
                  </a:lnTo>
                  <a:lnTo>
                    <a:pt x="827" y="2306"/>
                  </a:lnTo>
                  <a:lnTo>
                    <a:pt x="82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
            <p:cNvSpPr/>
            <p:nvPr/>
          </p:nvSpPr>
          <p:spPr>
            <a:xfrm>
              <a:off x="6895789"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
            <p:cNvSpPr/>
            <p:nvPr/>
          </p:nvSpPr>
          <p:spPr>
            <a:xfrm>
              <a:off x="7056473"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
            <p:cNvSpPr/>
            <p:nvPr/>
          </p:nvSpPr>
          <p:spPr>
            <a:xfrm>
              <a:off x="7217158"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
            <p:cNvSpPr/>
            <p:nvPr/>
          </p:nvSpPr>
          <p:spPr>
            <a:xfrm>
              <a:off x="7377842"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
            <p:cNvSpPr/>
            <p:nvPr/>
          </p:nvSpPr>
          <p:spPr>
            <a:xfrm>
              <a:off x="7541134"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
            <p:cNvSpPr/>
            <p:nvPr/>
          </p:nvSpPr>
          <p:spPr>
            <a:xfrm>
              <a:off x="7701818"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
            <p:cNvSpPr/>
            <p:nvPr/>
          </p:nvSpPr>
          <p:spPr>
            <a:xfrm>
              <a:off x="7862503"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
            <p:cNvSpPr/>
            <p:nvPr/>
          </p:nvSpPr>
          <p:spPr>
            <a:xfrm>
              <a:off x="8023078"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
            <p:cNvSpPr/>
            <p:nvPr/>
          </p:nvSpPr>
          <p:spPr>
            <a:xfrm>
              <a:off x="8186479"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
            <p:cNvSpPr/>
            <p:nvPr/>
          </p:nvSpPr>
          <p:spPr>
            <a:xfrm>
              <a:off x="8347163"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
            <p:cNvSpPr/>
            <p:nvPr/>
          </p:nvSpPr>
          <p:spPr>
            <a:xfrm>
              <a:off x="8507848"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0" name="Google Shape;220;p3"/>
          <p:cNvSpPr txBox="1">
            <a:spLocks noGrp="1"/>
          </p:cNvSpPr>
          <p:nvPr>
            <p:ph type="title"/>
          </p:nvPr>
        </p:nvSpPr>
        <p:spPr>
          <a:xfrm>
            <a:off x="720000" y="1581275"/>
            <a:ext cx="3509700" cy="633000"/>
          </a:xfrm>
          <a:prstGeom prst="rect">
            <a:avLst/>
          </a:prstGeom>
        </p:spPr>
        <p:txBody>
          <a:bodyPr spcFirstLastPara="1" wrap="square" lIns="0" tIns="0" rIns="0" bIns="0" anchor="ctr" anchorCtr="0">
            <a:noAutofit/>
          </a:bodyPr>
          <a:lstStyle>
            <a:lvl1pPr lvl="0" algn="l">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21" name="Google Shape;221;p3"/>
          <p:cNvSpPr txBox="1">
            <a:spLocks noGrp="1"/>
          </p:cNvSpPr>
          <p:nvPr>
            <p:ph type="subTitle" idx="1"/>
          </p:nvPr>
        </p:nvSpPr>
        <p:spPr>
          <a:xfrm>
            <a:off x="720000" y="2616563"/>
            <a:ext cx="3509700" cy="13896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222" name="Google Shape;222;p3"/>
          <p:cNvSpPr/>
          <p:nvPr/>
        </p:nvSpPr>
        <p:spPr>
          <a:xfrm>
            <a:off x="4410200" y="570713"/>
            <a:ext cx="4659902" cy="4002069"/>
          </a:xfrm>
          <a:custGeom>
            <a:avLst/>
            <a:gdLst/>
            <a:ahLst/>
            <a:cxnLst/>
            <a:rect l="l" t="t" r="r" b="b"/>
            <a:pathLst>
              <a:path w="7244" h="7219" fill="none" extrusionOk="0">
                <a:moveTo>
                  <a:pt x="0" y="0"/>
                </a:moveTo>
                <a:lnTo>
                  <a:pt x="7243" y="0"/>
                </a:lnTo>
                <a:lnTo>
                  <a:pt x="7243" y="7218"/>
                </a:lnTo>
                <a:lnTo>
                  <a:pt x="0" y="7218"/>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23"/>
        <p:cNvGrpSpPr/>
        <p:nvPr/>
      </p:nvGrpSpPr>
      <p:grpSpPr>
        <a:xfrm>
          <a:off x="0" y="0"/>
          <a:ext cx="0" cy="0"/>
          <a:chOff x="0" y="0"/>
          <a:chExt cx="0" cy="0"/>
        </a:xfrm>
      </p:grpSpPr>
      <p:grpSp>
        <p:nvGrpSpPr>
          <p:cNvPr id="224" name="Google Shape;224;p4"/>
          <p:cNvGrpSpPr/>
          <p:nvPr/>
        </p:nvGrpSpPr>
        <p:grpSpPr>
          <a:xfrm>
            <a:off x="-566246" y="-831315"/>
            <a:ext cx="8377976" cy="1614718"/>
            <a:chOff x="-566246" y="-831315"/>
            <a:chExt cx="8377976" cy="1614718"/>
          </a:xfrm>
        </p:grpSpPr>
        <p:sp>
          <p:nvSpPr>
            <p:cNvPr id="225" name="Google Shape;225;p4"/>
            <p:cNvSpPr/>
            <p:nvPr/>
          </p:nvSpPr>
          <p:spPr>
            <a:xfrm rot="10800000">
              <a:off x="-178627" y="-831315"/>
              <a:ext cx="5711267" cy="1569921"/>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4"/>
            <p:cNvSpPr/>
            <p:nvPr/>
          </p:nvSpPr>
          <p:spPr>
            <a:xfrm rot="10800000">
              <a:off x="2097663" y="-149871"/>
              <a:ext cx="3817027" cy="933273"/>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4"/>
            <p:cNvSpPr/>
            <p:nvPr/>
          </p:nvSpPr>
          <p:spPr>
            <a:xfrm rot="10800000">
              <a:off x="5347154" y="-352704"/>
              <a:ext cx="2464576" cy="481412"/>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4"/>
            <p:cNvSpPr/>
            <p:nvPr/>
          </p:nvSpPr>
          <p:spPr>
            <a:xfrm rot="10800000">
              <a:off x="5904951" y="-196402"/>
              <a:ext cx="115339" cy="115339"/>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4"/>
            <p:cNvSpPr/>
            <p:nvPr/>
          </p:nvSpPr>
          <p:spPr>
            <a:xfrm rot="10800000">
              <a:off x="5926467" y="-174886"/>
              <a:ext cx="72977" cy="72977"/>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4"/>
            <p:cNvSpPr/>
            <p:nvPr/>
          </p:nvSpPr>
          <p:spPr>
            <a:xfrm rot="10800000">
              <a:off x="1516950" y="116870"/>
              <a:ext cx="3646848" cy="11838"/>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4"/>
            <p:cNvSpPr/>
            <p:nvPr/>
          </p:nvSpPr>
          <p:spPr>
            <a:xfrm rot="10800000">
              <a:off x="5146391" y="78677"/>
              <a:ext cx="88954" cy="88924"/>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p:nvPr/>
          </p:nvSpPr>
          <p:spPr>
            <a:xfrm rot="10800000">
              <a:off x="1478757" y="78677"/>
              <a:ext cx="88924" cy="88924"/>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4"/>
            <p:cNvSpPr/>
            <p:nvPr/>
          </p:nvSpPr>
          <p:spPr>
            <a:xfrm rot="10800000">
              <a:off x="-398137" y="-606937"/>
              <a:ext cx="1361489" cy="1360302"/>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p:nvPr/>
          </p:nvSpPr>
          <p:spPr>
            <a:xfrm rot="10800000">
              <a:off x="-566246" y="-681953"/>
              <a:ext cx="1361520" cy="1360272"/>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4"/>
            <p:cNvSpPr/>
            <p:nvPr/>
          </p:nvSpPr>
          <p:spPr>
            <a:xfrm rot="10800000">
              <a:off x="161730" y="401657"/>
              <a:ext cx="336918" cy="210502"/>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4"/>
            <p:cNvSpPr/>
            <p:nvPr/>
          </p:nvSpPr>
          <p:spPr>
            <a:xfrm rot="10800000">
              <a:off x="414563" y="401657"/>
              <a:ext cx="336949" cy="210502"/>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4"/>
            <p:cNvSpPr/>
            <p:nvPr/>
          </p:nvSpPr>
          <p:spPr>
            <a:xfrm rot="10800000">
              <a:off x="667426" y="401657"/>
              <a:ext cx="336918" cy="210502"/>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4"/>
            <p:cNvSpPr/>
            <p:nvPr/>
          </p:nvSpPr>
          <p:spPr>
            <a:xfrm rot="10800000">
              <a:off x="920960" y="401657"/>
              <a:ext cx="336918" cy="210502"/>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4"/>
            <p:cNvSpPr/>
            <p:nvPr/>
          </p:nvSpPr>
          <p:spPr>
            <a:xfrm rot="10800000">
              <a:off x="1173823" y="401657"/>
              <a:ext cx="336918" cy="210502"/>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4"/>
            <p:cNvSpPr/>
            <p:nvPr/>
          </p:nvSpPr>
          <p:spPr>
            <a:xfrm rot="10800000">
              <a:off x="1426656" y="401657"/>
              <a:ext cx="336918" cy="210502"/>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4"/>
            <p:cNvSpPr/>
            <p:nvPr/>
          </p:nvSpPr>
          <p:spPr>
            <a:xfrm rot="10800000">
              <a:off x="1679490" y="401657"/>
              <a:ext cx="336949" cy="210502"/>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4"/>
            <p:cNvSpPr/>
            <p:nvPr/>
          </p:nvSpPr>
          <p:spPr>
            <a:xfrm rot="10800000">
              <a:off x="1933053" y="401657"/>
              <a:ext cx="336918" cy="210502"/>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4"/>
            <p:cNvSpPr/>
            <p:nvPr/>
          </p:nvSpPr>
          <p:spPr>
            <a:xfrm rot="10800000">
              <a:off x="1858707" y="-175586"/>
              <a:ext cx="174378" cy="188986"/>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4"/>
            <p:cNvSpPr/>
            <p:nvPr/>
          </p:nvSpPr>
          <p:spPr>
            <a:xfrm rot="10800000">
              <a:off x="1751736" y="-175586"/>
              <a:ext cx="175078" cy="188986"/>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4"/>
            <p:cNvSpPr/>
            <p:nvPr/>
          </p:nvSpPr>
          <p:spPr>
            <a:xfrm rot="10800000">
              <a:off x="1645466" y="-175586"/>
              <a:ext cx="175078" cy="188986"/>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4"/>
            <p:cNvSpPr/>
            <p:nvPr/>
          </p:nvSpPr>
          <p:spPr>
            <a:xfrm rot="10800000">
              <a:off x="1539196" y="-175586"/>
              <a:ext cx="175078" cy="188986"/>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4"/>
            <p:cNvSpPr/>
            <p:nvPr/>
          </p:nvSpPr>
          <p:spPr>
            <a:xfrm rot="10800000">
              <a:off x="1432895" y="-175586"/>
              <a:ext cx="175078" cy="188986"/>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4"/>
            <p:cNvSpPr/>
            <p:nvPr/>
          </p:nvSpPr>
          <p:spPr>
            <a:xfrm rot="10800000">
              <a:off x="1326625" y="-175586"/>
              <a:ext cx="175078" cy="188986"/>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4"/>
            <p:cNvSpPr/>
            <p:nvPr/>
          </p:nvSpPr>
          <p:spPr>
            <a:xfrm rot="10800000">
              <a:off x="1220355" y="-175586"/>
              <a:ext cx="175078" cy="188986"/>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4"/>
            <p:cNvSpPr/>
            <p:nvPr/>
          </p:nvSpPr>
          <p:spPr>
            <a:xfrm rot="10800000">
              <a:off x="1114084" y="-175586"/>
              <a:ext cx="174378" cy="188986"/>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4"/>
            <p:cNvSpPr/>
            <p:nvPr/>
          </p:nvSpPr>
          <p:spPr>
            <a:xfrm rot="10800000">
              <a:off x="1007784" y="-175586"/>
              <a:ext cx="174378" cy="188986"/>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4"/>
            <p:cNvSpPr/>
            <p:nvPr/>
          </p:nvSpPr>
          <p:spPr>
            <a:xfrm rot="10800000">
              <a:off x="900813" y="-175586"/>
              <a:ext cx="175078" cy="188986"/>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4"/>
            <p:cNvSpPr/>
            <p:nvPr/>
          </p:nvSpPr>
          <p:spPr>
            <a:xfrm rot="10800000">
              <a:off x="794543" y="-175586"/>
              <a:ext cx="175078" cy="188986"/>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4"/>
          <p:cNvGrpSpPr/>
          <p:nvPr/>
        </p:nvGrpSpPr>
        <p:grpSpPr>
          <a:xfrm>
            <a:off x="5926468" y="4708190"/>
            <a:ext cx="2668622" cy="250644"/>
            <a:chOff x="5926468" y="4708190"/>
            <a:chExt cx="2668622" cy="250644"/>
          </a:xfrm>
        </p:grpSpPr>
        <p:sp>
          <p:nvSpPr>
            <p:cNvPr id="255" name="Google Shape;255;p4"/>
            <p:cNvSpPr/>
            <p:nvPr/>
          </p:nvSpPr>
          <p:spPr>
            <a:xfrm>
              <a:off x="5926468" y="4708190"/>
              <a:ext cx="87242" cy="250644"/>
            </a:xfrm>
            <a:custGeom>
              <a:avLst/>
              <a:gdLst/>
              <a:ahLst/>
              <a:cxnLst/>
              <a:rect l="l" t="t" r="r" b="b"/>
              <a:pathLst>
                <a:path w="803" h="2307" extrusionOk="0">
                  <a:moveTo>
                    <a:pt x="1" y="0"/>
                  </a:moveTo>
                  <a:lnTo>
                    <a:pt x="1" y="2306"/>
                  </a:lnTo>
                  <a:lnTo>
                    <a:pt x="803" y="2306"/>
                  </a:lnTo>
                  <a:lnTo>
                    <a:pt x="80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4"/>
            <p:cNvSpPr/>
            <p:nvPr/>
          </p:nvSpPr>
          <p:spPr>
            <a:xfrm>
              <a:off x="6089868" y="4708190"/>
              <a:ext cx="87242" cy="250644"/>
            </a:xfrm>
            <a:custGeom>
              <a:avLst/>
              <a:gdLst/>
              <a:ahLst/>
              <a:cxnLst/>
              <a:rect l="l" t="t" r="r" b="b"/>
              <a:pathLst>
                <a:path w="803" h="2307" extrusionOk="0">
                  <a:moveTo>
                    <a:pt x="0" y="0"/>
                  </a:moveTo>
                  <a:lnTo>
                    <a:pt x="0" y="2306"/>
                  </a:lnTo>
                  <a:lnTo>
                    <a:pt x="802" y="2306"/>
                  </a:lnTo>
                  <a:lnTo>
                    <a:pt x="80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4"/>
            <p:cNvSpPr/>
            <p:nvPr/>
          </p:nvSpPr>
          <p:spPr>
            <a:xfrm>
              <a:off x="6250552" y="4708190"/>
              <a:ext cx="87242" cy="250644"/>
            </a:xfrm>
            <a:custGeom>
              <a:avLst/>
              <a:gdLst/>
              <a:ahLst/>
              <a:cxnLst/>
              <a:rect l="l" t="t" r="r" b="b"/>
              <a:pathLst>
                <a:path w="803" h="2307" extrusionOk="0">
                  <a:moveTo>
                    <a:pt x="0" y="0"/>
                  </a:moveTo>
                  <a:lnTo>
                    <a:pt x="0" y="2306"/>
                  </a:lnTo>
                  <a:lnTo>
                    <a:pt x="802" y="2306"/>
                  </a:lnTo>
                  <a:lnTo>
                    <a:pt x="80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4"/>
            <p:cNvSpPr/>
            <p:nvPr/>
          </p:nvSpPr>
          <p:spPr>
            <a:xfrm>
              <a:off x="6411128" y="4708190"/>
              <a:ext cx="87242" cy="250644"/>
            </a:xfrm>
            <a:custGeom>
              <a:avLst/>
              <a:gdLst/>
              <a:ahLst/>
              <a:cxnLst/>
              <a:rect l="l" t="t" r="r" b="b"/>
              <a:pathLst>
                <a:path w="803" h="2307" extrusionOk="0">
                  <a:moveTo>
                    <a:pt x="1" y="0"/>
                  </a:moveTo>
                  <a:lnTo>
                    <a:pt x="1" y="2306"/>
                  </a:lnTo>
                  <a:lnTo>
                    <a:pt x="803" y="2306"/>
                  </a:lnTo>
                  <a:lnTo>
                    <a:pt x="80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4"/>
            <p:cNvSpPr/>
            <p:nvPr/>
          </p:nvSpPr>
          <p:spPr>
            <a:xfrm>
              <a:off x="6571813" y="4708190"/>
              <a:ext cx="87242" cy="250644"/>
            </a:xfrm>
            <a:custGeom>
              <a:avLst/>
              <a:gdLst/>
              <a:ahLst/>
              <a:cxnLst/>
              <a:rect l="l" t="t" r="r" b="b"/>
              <a:pathLst>
                <a:path w="803" h="2307" extrusionOk="0">
                  <a:moveTo>
                    <a:pt x="1" y="0"/>
                  </a:moveTo>
                  <a:lnTo>
                    <a:pt x="1" y="2306"/>
                  </a:lnTo>
                  <a:lnTo>
                    <a:pt x="803" y="2306"/>
                  </a:lnTo>
                  <a:lnTo>
                    <a:pt x="80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4"/>
            <p:cNvSpPr/>
            <p:nvPr/>
          </p:nvSpPr>
          <p:spPr>
            <a:xfrm>
              <a:off x="6732497" y="4708190"/>
              <a:ext cx="89958" cy="250644"/>
            </a:xfrm>
            <a:custGeom>
              <a:avLst/>
              <a:gdLst/>
              <a:ahLst/>
              <a:cxnLst/>
              <a:rect l="l" t="t" r="r" b="b"/>
              <a:pathLst>
                <a:path w="828" h="2307" extrusionOk="0">
                  <a:moveTo>
                    <a:pt x="0" y="0"/>
                  </a:moveTo>
                  <a:lnTo>
                    <a:pt x="0" y="2306"/>
                  </a:lnTo>
                  <a:lnTo>
                    <a:pt x="827" y="2306"/>
                  </a:lnTo>
                  <a:lnTo>
                    <a:pt x="82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4"/>
            <p:cNvSpPr/>
            <p:nvPr/>
          </p:nvSpPr>
          <p:spPr>
            <a:xfrm>
              <a:off x="6895789"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4"/>
            <p:cNvSpPr/>
            <p:nvPr/>
          </p:nvSpPr>
          <p:spPr>
            <a:xfrm>
              <a:off x="7056473"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4"/>
            <p:cNvSpPr/>
            <p:nvPr/>
          </p:nvSpPr>
          <p:spPr>
            <a:xfrm>
              <a:off x="7217158"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4"/>
            <p:cNvSpPr/>
            <p:nvPr/>
          </p:nvSpPr>
          <p:spPr>
            <a:xfrm>
              <a:off x="7377842"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4"/>
            <p:cNvSpPr/>
            <p:nvPr/>
          </p:nvSpPr>
          <p:spPr>
            <a:xfrm>
              <a:off x="7541134"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4"/>
            <p:cNvSpPr/>
            <p:nvPr/>
          </p:nvSpPr>
          <p:spPr>
            <a:xfrm>
              <a:off x="7701818"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4"/>
            <p:cNvSpPr/>
            <p:nvPr/>
          </p:nvSpPr>
          <p:spPr>
            <a:xfrm>
              <a:off x="7862503"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4"/>
            <p:cNvSpPr/>
            <p:nvPr/>
          </p:nvSpPr>
          <p:spPr>
            <a:xfrm>
              <a:off x="8023078"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4"/>
            <p:cNvSpPr/>
            <p:nvPr/>
          </p:nvSpPr>
          <p:spPr>
            <a:xfrm>
              <a:off x="8186479"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4"/>
            <p:cNvSpPr/>
            <p:nvPr/>
          </p:nvSpPr>
          <p:spPr>
            <a:xfrm>
              <a:off x="8347163"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4"/>
            <p:cNvSpPr/>
            <p:nvPr/>
          </p:nvSpPr>
          <p:spPr>
            <a:xfrm>
              <a:off x="8507848"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2" name="Google Shape;272;p4"/>
          <p:cNvSpPr txBox="1">
            <a:spLocks noGrp="1"/>
          </p:cNvSpPr>
          <p:nvPr>
            <p:ph type="title"/>
          </p:nvPr>
        </p:nvSpPr>
        <p:spPr>
          <a:xfrm>
            <a:off x="720000" y="461875"/>
            <a:ext cx="7704000" cy="488400"/>
          </a:xfrm>
          <a:prstGeom prst="rect">
            <a:avLst/>
          </a:prstGeom>
        </p:spPr>
        <p:txBody>
          <a:bodyPr spcFirstLastPara="1" wrap="square" lIns="0" tIns="0" rIns="0" bIns="0" anchor="t" anchorCtr="0">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3" name="Google Shape;273;p4"/>
          <p:cNvSpPr txBox="1">
            <a:spLocks noGrp="1"/>
          </p:cNvSpPr>
          <p:nvPr>
            <p:ph type="body" idx="1"/>
          </p:nvPr>
        </p:nvSpPr>
        <p:spPr>
          <a:xfrm>
            <a:off x="720000" y="1242425"/>
            <a:ext cx="7704000" cy="3326700"/>
          </a:xfrm>
          <a:prstGeom prst="rect">
            <a:avLst/>
          </a:prstGeom>
        </p:spPr>
        <p:txBody>
          <a:bodyPr spcFirstLastPara="1" wrap="square" lIns="0" tIns="0" rIns="0" bIns="0" anchor="t" anchorCtr="0">
            <a:noAutofit/>
          </a:bodyPr>
          <a:lstStyle>
            <a:lvl1pPr marL="457200" lvl="0" indent="-330200">
              <a:lnSpc>
                <a:spcPct val="100000"/>
              </a:lnSpc>
              <a:spcBef>
                <a:spcPts val="0"/>
              </a:spcBef>
              <a:spcAft>
                <a:spcPts val="0"/>
              </a:spcAft>
              <a:buClr>
                <a:schemeClr val="dk2"/>
              </a:buClr>
              <a:buSzPts val="1600"/>
              <a:buChar char="●"/>
              <a:defRPr sz="1200"/>
            </a:lvl1pPr>
            <a:lvl2pPr marL="914400" lvl="1" indent="-330200">
              <a:spcBef>
                <a:spcPts val="1600"/>
              </a:spcBef>
              <a:spcAft>
                <a:spcPts val="0"/>
              </a:spcAft>
              <a:buSzPts val="1600"/>
              <a:buChar char="○"/>
              <a:defRPr/>
            </a:lvl2pPr>
            <a:lvl3pPr marL="1371600" lvl="2" indent="-330200">
              <a:spcBef>
                <a:spcPts val="1600"/>
              </a:spcBef>
              <a:spcAft>
                <a:spcPts val="0"/>
              </a:spcAft>
              <a:buSzPts val="1600"/>
              <a:buChar char="■"/>
              <a:defRPr/>
            </a:lvl3pPr>
            <a:lvl4pPr marL="1828800" lvl="3" indent="-330200">
              <a:spcBef>
                <a:spcPts val="1600"/>
              </a:spcBef>
              <a:spcAft>
                <a:spcPts val="0"/>
              </a:spcAft>
              <a:buSzPts val="1600"/>
              <a:buChar char="●"/>
              <a:defRPr/>
            </a:lvl4pPr>
            <a:lvl5pPr marL="2286000" lvl="4" indent="-330200">
              <a:spcBef>
                <a:spcPts val="1600"/>
              </a:spcBef>
              <a:spcAft>
                <a:spcPts val="0"/>
              </a:spcAft>
              <a:buSzPts val="1600"/>
              <a:buChar char="○"/>
              <a:defRPr/>
            </a:lvl5pPr>
            <a:lvl6pPr marL="2743200" lvl="5" indent="-330200">
              <a:spcBef>
                <a:spcPts val="1600"/>
              </a:spcBef>
              <a:spcAft>
                <a:spcPts val="0"/>
              </a:spcAft>
              <a:buSzPts val="1600"/>
              <a:buChar char="■"/>
              <a:defRPr/>
            </a:lvl6pPr>
            <a:lvl7pPr marL="3200400" lvl="6" indent="-330200">
              <a:spcBef>
                <a:spcPts val="1600"/>
              </a:spcBef>
              <a:spcAft>
                <a:spcPts val="0"/>
              </a:spcAft>
              <a:buSzPts val="1600"/>
              <a:buChar char="●"/>
              <a:defRPr/>
            </a:lvl7pPr>
            <a:lvl8pPr marL="3657600" lvl="7" indent="-330200">
              <a:spcBef>
                <a:spcPts val="1600"/>
              </a:spcBef>
              <a:spcAft>
                <a:spcPts val="0"/>
              </a:spcAft>
              <a:buSzPts val="1600"/>
              <a:buChar char="○"/>
              <a:defRPr/>
            </a:lvl8pPr>
            <a:lvl9pPr marL="4114800" lvl="8" indent="-330200">
              <a:spcBef>
                <a:spcPts val="1600"/>
              </a:spcBef>
              <a:spcAft>
                <a:spcPts val="1600"/>
              </a:spcAft>
              <a:buSzPts val="16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74"/>
        <p:cNvGrpSpPr/>
        <p:nvPr/>
      </p:nvGrpSpPr>
      <p:grpSpPr>
        <a:xfrm>
          <a:off x="0" y="0"/>
          <a:ext cx="0" cy="0"/>
          <a:chOff x="0" y="0"/>
          <a:chExt cx="0" cy="0"/>
        </a:xfrm>
      </p:grpSpPr>
      <p:grpSp>
        <p:nvGrpSpPr>
          <p:cNvPr id="275" name="Google Shape;275;p5"/>
          <p:cNvGrpSpPr/>
          <p:nvPr/>
        </p:nvGrpSpPr>
        <p:grpSpPr>
          <a:xfrm flipH="1">
            <a:off x="-741540" y="-2483486"/>
            <a:ext cx="7884219" cy="3433770"/>
            <a:chOff x="24125" y="294775"/>
            <a:chExt cx="7767703" cy="3383025"/>
          </a:xfrm>
        </p:grpSpPr>
        <p:sp>
          <p:nvSpPr>
            <p:cNvPr id="276" name="Google Shape;276;p5"/>
            <p:cNvSpPr/>
            <p:nvPr/>
          </p:nvSpPr>
          <p:spPr>
            <a:xfrm>
              <a:off x="1686375" y="607200"/>
              <a:ext cx="142125" cy="129550"/>
            </a:xfrm>
            <a:custGeom>
              <a:avLst/>
              <a:gdLst/>
              <a:ahLst/>
              <a:cxnLst/>
              <a:rect l="l" t="t" r="r" b="b"/>
              <a:pathLst>
                <a:path w="5685" h="5182" extrusionOk="0">
                  <a:moveTo>
                    <a:pt x="2834" y="1"/>
                  </a:moveTo>
                  <a:cubicBezTo>
                    <a:pt x="2169" y="1"/>
                    <a:pt x="1507" y="252"/>
                    <a:pt x="1005" y="754"/>
                  </a:cubicBezTo>
                  <a:cubicBezTo>
                    <a:pt x="1" y="1781"/>
                    <a:pt x="1" y="3402"/>
                    <a:pt x="1005" y="4429"/>
                  </a:cubicBezTo>
                  <a:cubicBezTo>
                    <a:pt x="1507" y="4931"/>
                    <a:pt x="2169" y="5182"/>
                    <a:pt x="2834" y="5182"/>
                  </a:cubicBezTo>
                  <a:cubicBezTo>
                    <a:pt x="3499" y="5182"/>
                    <a:pt x="4166" y="4931"/>
                    <a:pt x="4680" y="4429"/>
                  </a:cubicBezTo>
                  <a:cubicBezTo>
                    <a:pt x="5684" y="3402"/>
                    <a:pt x="5684" y="1781"/>
                    <a:pt x="4680" y="754"/>
                  </a:cubicBezTo>
                  <a:cubicBezTo>
                    <a:pt x="4166" y="252"/>
                    <a:pt x="3499" y="1"/>
                    <a:pt x="28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5"/>
            <p:cNvSpPr/>
            <p:nvPr/>
          </p:nvSpPr>
          <p:spPr>
            <a:xfrm>
              <a:off x="66098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5"/>
            <p:cNvSpPr/>
            <p:nvPr/>
          </p:nvSpPr>
          <p:spPr>
            <a:xfrm>
              <a:off x="6721650" y="3191600"/>
              <a:ext cx="149525" cy="93025"/>
            </a:xfrm>
            <a:custGeom>
              <a:avLst/>
              <a:gdLst/>
              <a:ahLst/>
              <a:cxnLst/>
              <a:rect l="l" t="t" r="r" b="b"/>
              <a:pathLst>
                <a:path w="5981" h="3721" extrusionOk="0">
                  <a:moveTo>
                    <a:pt x="0" y="0"/>
                  </a:moveTo>
                  <a:lnTo>
                    <a:pt x="3584" y="3721"/>
                  </a:lnTo>
                  <a:lnTo>
                    <a:pt x="5980"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5"/>
            <p:cNvSpPr/>
            <p:nvPr/>
          </p:nvSpPr>
          <p:spPr>
            <a:xfrm>
              <a:off x="68340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5"/>
            <p:cNvSpPr/>
            <p:nvPr/>
          </p:nvSpPr>
          <p:spPr>
            <a:xfrm>
              <a:off x="69459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5"/>
            <p:cNvSpPr/>
            <p:nvPr/>
          </p:nvSpPr>
          <p:spPr>
            <a:xfrm>
              <a:off x="7057750" y="3191600"/>
              <a:ext cx="149525" cy="93025"/>
            </a:xfrm>
            <a:custGeom>
              <a:avLst/>
              <a:gdLst/>
              <a:ahLst/>
              <a:cxnLst/>
              <a:rect l="l" t="t" r="r" b="b"/>
              <a:pathLst>
                <a:path w="5981" h="3721" extrusionOk="0">
                  <a:moveTo>
                    <a:pt x="0" y="0"/>
                  </a:moveTo>
                  <a:lnTo>
                    <a:pt x="3607" y="3721"/>
                  </a:lnTo>
                  <a:lnTo>
                    <a:pt x="5980" y="3721"/>
                  </a:lnTo>
                  <a:lnTo>
                    <a:pt x="23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5"/>
            <p:cNvSpPr/>
            <p:nvPr/>
          </p:nvSpPr>
          <p:spPr>
            <a:xfrm>
              <a:off x="71701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5"/>
            <p:cNvSpPr/>
            <p:nvPr/>
          </p:nvSpPr>
          <p:spPr>
            <a:xfrm>
              <a:off x="7282000" y="3191600"/>
              <a:ext cx="149525" cy="93025"/>
            </a:xfrm>
            <a:custGeom>
              <a:avLst/>
              <a:gdLst/>
              <a:ahLst/>
              <a:cxnLst/>
              <a:rect l="l" t="t" r="r" b="b"/>
              <a:pathLst>
                <a:path w="5981" h="3721" extrusionOk="0">
                  <a:moveTo>
                    <a:pt x="1" y="0"/>
                  </a:moveTo>
                  <a:lnTo>
                    <a:pt x="3584" y="3721"/>
                  </a:lnTo>
                  <a:lnTo>
                    <a:pt x="5981"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5"/>
            <p:cNvSpPr/>
            <p:nvPr/>
          </p:nvSpPr>
          <p:spPr>
            <a:xfrm>
              <a:off x="2406525" y="1218350"/>
              <a:ext cx="5385303" cy="1110475"/>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5"/>
            <p:cNvSpPr/>
            <p:nvPr/>
          </p:nvSpPr>
          <p:spPr>
            <a:xfrm>
              <a:off x="987925" y="355975"/>
              <a:ext cx="6210225" cy="1468400"/>
            </a:xfrm>
            <a:custGeom>
              <a:avLst/>
              <a:gdLst/>
              <a:ahLst/>
              <a:cxnLst/>
              <a:rect l="l" t="t" r="r" b="b"/>
              <a:pathLst>
                <a:path w="248409" h="58736" extrusionOk="0">
                  <a:moveTo>
                    <a:pt x="248203" y="1"/>
                  </a:moveTo>
                  <a:cubicBezTo>
                    <a:pt x="248151" y="1"/>
                    <a:pt x="248100" y="18"/>
                    <a:pt x="248066" y="52"/>
                  </a:cubicBezTo>
                  <a:lnTo>
                    <a:pt x="196663" y="51455"/>
                  </a:lnTo>
                  <a:lnTo>
                    <a:pt x="175778" y="51455"/>
                  </a:lnTo>
                  <a:lnTo>
                    <a:pt x="155760" y="31460"/>
                  </a:lnTo>
                  <a:lnTo>
                    <a:pt x="121112" y="31460"/>
                  </a:lnTo>
                  <a:lnTo>
                    <a:pt x="94200" y="58371"/>
                  </a:lnTo>
                  <a:lnTo>
                    <a:pt x="183" y="58371"/>
                  </a:lnTo>
                  <a:cubicBezTo>
                    <a:pt x="92" y="58371"/>
                    <a:pt x="0" y="58439"/>
                    <a:pt x="0" y="58553"/>
                  </a:cubicBezTo>
                  <a:cubicBezTo>
                    <a:pt x="0" y="58645"/>
                    <a:pt x="92" y="58736"/>
                    <a:pt x="183" y="58736"/>
                  </a:cubicBezTo>
                  <a:lnTo>
                    <a:pt x="94360" y="58736"/>
                  </a:lnTo>
                  <a:lnTo>
                    <a:pt x="121248" y="31848"/>
                  </a:lnTo>
                  <a:lnTo>
                    <a:pt x="155623" y="31848"/>
                  </a:lnTo>
                  <a:lnTo>
                    <a:pt x="175618" y="51843"/>
                  </a:lnTo>
                  <a:lnTo>
                    <a:pt x="196823" y="51843"/>
                  </a:lnTo>
                  <a:lnTo>
                    <a:pt x="248340" y="326"/>
                  </a:lnTo>
                  <a:cubicBezTo>
                    <a:pt x="248408" y="235"/>
                    <a:pt x="248408" y="121"/>
                    <a:pt x="248340" y="52"/>
                  </a:cubicBezTo>
                  <a:cubicBezTo>
                    <a:pt x="248306" y="18"/>
                    <a:pt x="248254" y="1"/>
                    <a:pt x="248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5"/>
            <p:cNvSpPr/>
            <p:nvPr/>
          </p:nvSpPr>
          <p:spPr>
            <a:xfrm>
              <a:off x="1265250" y="1389550"/>
              <a:ext cx="6299250" cy="1955000"/>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5"/>
            <p:cNvSpPr/>
            <p:nvPr/>
          </p:nvSpPr>
          <p:spPr>
            <a:xfrm>
              <a:off x="1631600" y="1974425"/>
              <a:ext cx="6160000" cy="1095650"/>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5"/>
            <p:cNvSpPr/>
            <p:nvPr/>
          </p:nvSpPr>
          <p:spPr>
            <a:xfrm>
              <a:off x="1978550" y="331575"/>
              <a:ext cx="4691750" cy="1289675"/>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5"/>
            <p:cNvSpPr/>
            <p:nvPr/>
          </p:nvSpPr>
          <p:spPr>
            <a:xfrm>
              <a:off x="937150" y="2104550"/>
              <a:ext cx="6622775" cy="1510475"/>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5"/>
            <p:cNvSpPr/>
            <p:nvPr/>
          </p:nvSpPr>
          <p:spPr>
            <a:xfrm>
              <a:off x="1664700" y="294775"/>
              <a:ext cx="3135650" cy="7666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5"/>
            <p:cNvSpPr/>
            <p:nvPr/>
          </p:nvSpPr>
          <p:spPr>
            <a:xfrm>
              <a:off x="100600" y="2193550"/>
              <a:ext cx="3410675" cy="530725"/>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5"/>
            <p:cNvSpPr/>
            <p:nvPr/>
          </p:nvSpPr>
          <p:spPr>
            <a:xfrm>
              <a:off x="106300" y="832600"/>
              <a:ext cx="2024625" cy="395475"/>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5"/>
            <p:cNvSpPr/>
            <p:nvPr/>
          </p:nvSpPr>
          <p:spPr>
            <a:xfrm>
              <a:off x="24125" y="1108225"/>
              <a:ext cx="1654850" cy="513025"/>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5"/>
            <p:cNvSpPr/>
            <p:nvPr/>
          </p:nvSpPr>
          <p:spPr>
            <a:xfrm>
              <a:off x="24125" y="1371850"/>
              <a:ext cx="979225" cy="45197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5"/>
            <p:cNvSpPr/>
            <p:nvPr/>
          </p:nvSpPr>
          <p:spPr>
            <a:xfrm>
              <a:off x="5585500" y="1408375"/>
              <a:ext cx="1529900" cy="580350"/>
            </a:xfrm>
            <a:custGeom>
              <a:avLst/>
              <a:gdLst/>
              <a:ahLst/>
              <a:cxnLst/>
              <a:rect l="l" t="t" r="r" b="b"/>
              <a:pathLst>
                <a:path w="61196" h="23214" extrusionOk="0">
                  <a:moveTo>
                    <a:pt x="49121" y="0"/>
                  </a:moveTo>
                  <a:lnTo>
                    <a:pt x="26661" y="22460"/>
                  </a:lnTo>
                  <a:lnTo>
                    <a:pt x="389" y="22460"/>
                  </a:lnTo>
                  <a:cubicBezTo>
                    <a:pt x="161" y="22460"/>
                    <a:pt x="1" y="22620"/>
                    <a:pt x="1" y="22848"/>
                  </a:cubicBezTo>
                  <a:cubicBezTo>
                    <a:pt x="1" y="23054"/>
                    <a:pt x="161" y="23214"/>
                    <a:pt x="389" y="23214"/>
                  </a:cubicBezTo>
                  <a:lnTo>
                    <a:pt x="26980" y="23214"/>
                  </a:lnTo>
                  <a:lnTo>
                    <a:pt x="49441" y="776"/>
                  </a:lnTo>
                  <a:lnTo>
                    <a:pt x="60808" y="776"/>
                  </a:lnTo>
                  <a:cubicBezTo>
                    <a:pt x="61013" y="776"/>
                    <a:pt x="61196" y="594"/>
                    <a:pt x="61196" y="388"/>
                  </a:cubicBezTo>
                  <a:cubicBezTo>
                    <a:pt x="61196" y="183"/>
                    <a:pt x="61013" y="0"/>
                    <a:pt x="60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5"/>
            <p:cNvSpPr/>
            <p:nvPr/>
          </p:nvSpPr>
          <p:spPr>
            <a:xfrm>
              <a:off x="5953000" y="3543100"/>
              <a:ext cx="134700" cy="134700"/>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5"/>
            <p:cNvSpPr/>
            <p:nvPr/>
          </p:nvSpPr>
          <p:spPr>
            <a:xfrm>
              <a:off x="5976400" y="3566500"/>
              <a:ext cx="87900" cy="8732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5"/>
            <p:cNvSpPr/>
            <p:nvPr/>
          </p:nvSpPr>
          <p:spPr>
            <a:xfrm>
              <a:off x="5421175" y="2256325"/>
              <a:ext cx="134700" cy="134700"/>
            </a:xfrm>
            <a:custGeom>
              <a:avLst/>
              <a:gdLst/>
              <a:ahLst/>
              <a:cxnLst/>
              <a:rect l="l" t="t" r="r" b="b"/>
              <a:pathLst>
                <a:path w="5388" h="5388" extrusionOk="0">
                  <a:moveTo>
                    <a:pt x="2694" y="389"/>
                  </a:moveTo>
                  <a:cubicBezTo>
                    <a:pt x="3972" y="389"/>
                    <a:pt x="4999" y="1416"/>
                    <a:pt x="4999" y="2694"/>
                  </a:cubicBezTo>
                  <a:cubicBezTo>
                    <a:pt x="4999" y="3972"/>
                    <a:pt x="3972" y="5022"/>
                    <a:pt x="2694" y="5022"/>
                  </a:cubicBezTo>
                  <a:cubicBezTo>
                    <a:pt x="1415" y="5022"/>
                    <a:pt x="365" y="3972"/>
                    <a:pt x="365" y="2694"/>
                  </a:cubicBezTo>
                  <a:cubicBezTo>
                    <a:pt x="365" y="1416"/>
                    <a:pt x="1415" y="389"/>
                    <a:pt x="2694" y="389"/>
                  </a:cubicBezTo>
                  <a:close/>
                  <a:moveTo>
                    <a:pt x="2694" y="1"/>
                  </a:moveTo>
                  <a:cubicBezTo>
                    <a:pt x="1210" y="1"/>
                    <a:pt x="0" y="1210"/>
                    <a:pt x="0" y="2694"/>
                  </a:cubicBezTo>
                  <a:cubicBezTo>
                    <a:pt x="0" y="4178"/>
                    <a:pt x="1210" y="5387"/>
                    <a:pt x="2694" y="5387"/>
                  </a:cubicBezTo>
                  <a:cubicBezTo>
                    <a:pt x="4177" y="5387"/>
                    <a:pt x="5387" y="4178"/>
                    <a:pt x="5387" y="2694"/>
                  </a:cubicBezTo>
                  <a:cubicBezTo>
                    <a:pt x="5387" y="1210"/>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5"/>
            <p:cNvSpPr/>
            <p:nvPr/>
          </p:nvSpPr>
          <p:spPr>
            <a:xfrm>
              <a:off x="5444575" y="2279725"/>
              <a:ext cx="87900" cy="87900"/>
            </a:xfrm>
            <a:custGeom>
              <a:avLst/>
              <a:gdLst/>
              <a:ahLst/>
              <a:cxnLst/>
              <a:rect l="l" t="t" r="r" b="b"/>
              <a:pathLst>
                <a:path w="3516" h="3516" extrusionOk="0">
                  <a:moveTo>
                    <a:pt x="1758" y="0"/>
                  </a:moveTo>
                  <a:cubicBezTo>
                    <a:pt x="776" y="0"/>
                    <a:pt x="0" y="799"/>
                    <a:pt x="0" y="1758"/>
                  </a:cubicBezTo>
                  <a:cubicBezTo>
                    <a:pt x="0" y="2739"/>
                    <a:pt x="776" y="3516"/>
                    <a:pt x="1758" y="3516"/>
                  </a:cubicBezTo>
                  <a:cubicBezTo>
                    <a:pt x="2716" y="3516"/>
                    <a:pt x="3515" y="2739"/>
                    <a:pt x="3515" y="1758"/>
                  </a:cubicBezTo>
                  <a:cubicBezTo>
                    <a:pt x="3515" y="799"/>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5"/>
            <p:cNvSpPr/>
            <p:nvPr/>
          </p:nvSpPr>
          <p:spPr>
            <a:xfrm>
              <a:off x="5459400" y="1912225"/>
              <a:ext cx="134700" cy="134700"/>
            </a:xfrm>
            <a:custGeom>
              <a:avLst/>
              <a:gdLst/>
              <a:ahLst/>
              <a:cxnLst/>
              <a:rect l="l" t="t" r="r" b="b"/>
              <a:pathLst>
                <a:path w="5388" h="5388" extrusionOk="0">
                  <a:moveTo>
                    <a:pt x="2694" y="366"/>
                  </a:moveTo>
                  <a:cubicBezTo>
                    <a:pt x="3972" y="366"/>
                    <a:pt x="4999" y="1416"/>
                    <a:pt x="4999" y="2694"/>
                  </a:cubicBezTo>
                  <a:cubicBezTo>
                    <a:pt x="4999" y="3973"/>
                    <a:pt x="3972" y="5000"/>
                    <a:pt x="2694" y="5000"/>
                  </a:cubicBezTo>
                  <a:cubicBezTo>
                    <a:pt x="1416" y="5000"/>
                    <a:pt x="389" y="3973"/>
                    <a:pt x="389" y="2694"/>
                  </a:cubicBezTo>
                  <a:cubicBezTo>
                    <a:pt x="389" y="1416"/>
                    <a:pt x="1416" y="366"/>
                    <a:pt x="2694" y="366"/>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5"/>
            <p:cNvSpPr/>
            <p:nvPr/>
          </p:nvSpPr>
          <p:spPr>
            <a:xfrm>
              <a:off x="5482800" y="1935625"/>
              <a:ext cx="87900" cy="87900"/>
            </a:xfrm>
            <a:custGeom>
              <a:avLst/>
              <a:gdLst/>
              <a:ahLst/>
              <a:cxnLst/>
              <a:rect l="l" t="t" r="r" b="b"/>
              <a:pathLst>
                <a:path w="3516" h="3516" extrusionOk="0">
                  <a:moveTo>
                    <a:pt x="1758" y="1"/>
                  </a:moveTo>
                  <a:cubicBezTo>
                    <a:pt x="799" y="1"/>
                    <a:pt x="0" y="777"/>
                    <a:pt x="0" y="1758"/>
                  </a:cubicBezTo>
                  <a:cubicBezTo>
                    <a:pt x="0" y="2717"/>
                    <a:pt x="799" y="3516"/>
                    <a:pt x="1758" y="3516"/>
                  </a:cubicBezTo>
                  <a:cubicBezTo>
                    <a:pt x="2739" y="3516"/>
                    <a:pt x="3515" y="2717"/>
                    <a:pt x="3515" y="1758"/>
                  </a:cubicBezTo>
                  <a:cubicBezTo>
                    <a:pt x="3515" y="777"/>
                    <a:pt x="2739"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5"/>
            <p:cNvSpPr/>
            <p:nvPr/>
          </p:nvSpPr>
          <p:spPr>
            <a:xfrm>
              <a:off x="4736975" y="1935625"/>
              <a:ext cx="87900" cy="87900"/>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5"/>
            <p:cNvSpPr/>
            <p:nvPr/>
          </p:nvSpPr>
          <p:spPr>
            <a:xfrm>
              <a:off x="7044625" y="2632950"/>
              <a:ext cx="87900" cy="8732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5"/>
            <p:cNvSpPr/>
            <p:nvPr/>
          </p:nvSpPr>
          <p:spPr>
            <a:xfrm>
              <a:off x="4222850" y="1085400"/>
              <a:ext cx="134675" cy="134675"/>
            </a:xfrm>
            <a:custGeom>
              <a:avLst/>
              <a:gdLst/>
              <a:ahLst/>
              <a:cxnLst/>
              <a:rect l="l" t="t" r="r" b="b"/>
              <a:pathLst>
                <a:path w="5387" h="5387" extrusionOk="0">
                  <a:moveTo>
                    <a:pt x="2694" y="388"/>
                  </a:moveTo>
                  <a:cubicBezTo>
                    <a:pt x="3972" y="388"/>
                    <a:pt x="5022" y="1415"/>
                    <a:pt x="5022" y="2694"/>
                  </a:cubicBezTo>
                  <a:cubicBezTo>
                    <a:pt x="5022" y="3972"/>
                    <a:pt x="3972" y="4999"/>
                    <a:pt x="2694" y="4999"/>
                  </a:cubicBezTo>
                  <a:cubicBezTo>
                    <a:pt x="1415" y="4999"/>
                    <a:pt x="388" y="3972"/>
                    <a:pt x="388" y="2694"/>
                  </a:cubicBezTo>
                  <a:cubicBezTo>
                    <a:pt x="388" y="1415"/>
                    <a:pt x="1415" y="388"/>
                    <a:pt x="2694" y="388"/>
                  </a:cubicBezTo>
                  <a:close/>
                  <a:moveTo>
                    <a:pt x="2694" y="0"/>
                  </a:moveTo>
                  <a:cubicBezTo>
                    <a:pt x="1210" y="0"/>
                    <a:pt x="0" y="1210"/>
                    <a:pt x="0" y="2694"/>
                  </a:cubicBezTo>
                  <a:cubicBezTo>
                    <a:pt x="0" y="4177"/>
                    <a:pt x="1210" y="5387"/>
                    <a:pt x="2694" y="5387"/>
                  </a:cubicBezTo>
                  <a:cubicBezTo>
                    <a:pt x="4177" y="5387"/>
                    <a:pt x="5387" y="4177"/>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5"/>
            <p:cNvSpPr/>
            <p:nvPr/>
          </p:nvSpPr>
          <p:spPr>
            <a:xfrm>
              <a:off x="4246800" y="1108775"/>
              <a:ext cx="87350" cy="87925"/>
            </a:xfrm>
            <a:custGeom>
              <a:avLst/>
              <a:gdLst/>
              <a:ahLst/>
              <a:cxnLst/>
              <a:rect l="l" t="t" r="r" b="b"/>
              <a:pathLst>
                <a:path w="3494" h="3517" extrusionOk="0">
                  <a:moveTo>
                    <a:pt x="1736" y="1"/>
                  </a:moveTo>
                  <a:cubicBezTo>
                    <a:pt x="777" y="1"/>
                    <a:pt x="1" y="800"/>
                    <a:pt x="1" y="1759"/>
                  </a:cubicBezTo>
                  <a:cubicBezTo>
                    <a:pt x="1" y="2717"/>
                    <a:pt x="777" y="3516"/>
                    <a:pt x="1736" y="3516"/>
                  </a:cubicBezTo>
                  <a:cubicBezTo>
                    <a:pt x="2717" y="3516"/>
                    <a:pt x="3493" y="2717"/>
                    <a:pt x="3493" y="1759"/>
                  </a:cubicBezTo>
                  <a:cubicBezTo>
                    <a:pt x="3493" y="800"/>
                    <a:pt x="2717" y="1"/>
                    <a:pt x="17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5"/>
            <p:cNvSpPr/>
            <p:nvPr/>
          </p:nvSpPr>
          <p:spPr>
            <a:xfrm>
              <a:off x="3502700" y="2585000"/>
              <a:ext cx="134700" cy="134700"/>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5"/>
            <p:cNvSpPr/>
            <p:nvPr/>
          </p:nvSpPr>
          <p:spPr>
            <a:xfrm>
              <a:off x="3526100" y="2608400"/>
              <a:ext cx="87900" cy="87900"/>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5"/>
            <p:cNvSpPr/>
            <p:nvPr/>
          </p:nvSpPr>
          <p:spPr>
            <a:xfrm>
              <a:off x="2281550" y="1156150"/>
              <a:ext cx="134700" cy="134700"/>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5"/>
            <p:cNvSpPr/>
            <p:nvPr/>
          </p:nvSpPr>
          <p:spPr>
            <a:xfrm>
              <a:off x="2304950" y="1179550"/>
              <a:ext cx="87325" cy="87900"/>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5"/>
            <p:cNvSpPr/>
            <p:nvPr/>
          </p:nvSpPr>
          <p:spPr>
            <a:xfrm>
              <a:off x="1577950" y="1004925"/>
              <a:ext cx="94750" cy="94750"/>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5"/>
            <p:cNvSpPr/>
            <p:nvPr/>
          </p:nvSpPr>
          <p:spPr>
            <a:xfrm>
              <a:off x="1595075" y="1022050"/>
              <a:ext cx="59950" cy="59950"/>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5"/>
            <p:cNvSpPr/>
            <p:nvPr/>
          </p:nvSpPr>
          <p:spPr>
            <a:xfrm>
              <a:off x="2892125" y="11704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5"/>
            <p:cNvSpPr/>
            <p:nvPr/>
          </p:nvSpPr>
          <p:spPr>
            <a:xfrm>
              <a:off x="7004675" y="1366150"/>
              <a:ext cx="106150" cy="106150"/>
            </a:xfrm>
            <a:custGeom>
              <a:avLst/>
              <a:gdLst/>
              <a:ahLst/>
              <a:cxnLst/>
              <a:rect l="l" t="t" r="r" b="b"/>
              <a:pathLst>
                <a:path w="4246" h="4246" extrusionOk="0">
                  <a:moveTo>
                    <a:pt x="2123" y="0"/>
                  </a:moveTo>
                  <a:cubicBezTo>
                    <a:pt x="936" y="0"/>
                    <a:pt x="0" y="959"/>
                    <a:pt x="0" y="2123"/>
                  </a:cubicBezTo>
                  <a:cubicBezTo>
                    <a:pt x="0" y="3310"/>
                    <a:pt x="936" y="4246"/>
                    <a:pt x="2123" y="4246"/>
                  </a:cubicBezTo>
                  <a:cubicBezTo>
                    <a:pt x="3287" y="4246"/>
                    <a:pt x="4246" y="3310"/>
                    <a:pt x="4246" y="2123"/>
                  </a:cubicBezTo>
                  <a:cubicBezTo>
                    <a:pt x="4246" y="959"/>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5"/>
            <p:cNvSpPr/>
            <p:nvPr/>
          </p:nvSpPr>
          <p:spPr>
            <a:xfrm>
              <a:off x="6446600" y="2270600"/>
              <a:ext cx="106150" cy="106150"/>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5"/>
            <p:cNvSpPr/>
            <p:nvPr/>
          </p:nvSpPr>
          <p:spPr>
            <a:xfrm>
              <a:off x="6258275" y="3300575"/>
              <a:ext cx="69650" cy="69650"/>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5"/>
            <p:cNvSpPr/>
            <p:nvPr/>
          </p:nvSpPr>
          <p:spPr>
            <a:xfrm>
              <a:off x="4746100" y="3030675"/>
              <a:ext cx="69650" cy="69075"/>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5"/>
            <p:cNvSpPr/>
            <p:nvPr/>
          </p:nvSpPr>
          <p:spPr>
            <a:xfrm>
              <a:off x="5111875" y="1378700"/>
              <a:ext cx="106175" cy="106150"/>
            </a:xfrm>
            <a:custGeom>
              <a:avLst/>
              <a:gdLst/>
              <a:ahLst/>
              <a:cxnLst/>
              <a:rect l="l" t="t" r="r" b="b"/>
              <a:pathLst>
                <a:path w="4247" h="4246" extrusionOk="0">
                  <a:moveTo>
                    <a:pt x="2124" y="0"/>
                  </a:moveTo>
                  <a:cubicBezTo>
                    <a:pt x="960" y="0"/>
                    <a:pt x="1" y="959"/>
                    <a:pt x="1" y="2123"/>
                  </a:cubicBezTo>
                  <a:cubicBezTo>
                    <a:pt x="1" y="3310"/>
                    <a:pt x="960" y="4246"/>
                    <a:pt x="2124" y="4246"/>
                  </a:cubicBezTo>
                  <a:cubicBezTo>
                    <a:pt x="3288" y="4246"/>
                    <a:pt x="4246" y="3310"/>
                    <a:pt x="4246" y="2123"/>
                  </a:cubicBezTo>
                  <a:cubicBezTo>
                    <a:pt x="4246" y="959"/>
                    <a:pt x="3288" y="0"/>
                    <a:pt x="21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5"/>
            <p:cNvSpPr/>
            <p:nvPr/>
          </p:nvSpPr>
          <p:spPr>
            <a:xfrm>
              <a:off x="5692225" y="1404950"/>
              <a:ext cx="75350" cy="74775"/>
            </a:xfrm>
            <a:custGeom>
              <a:avLst/>
              <a:gdLst/>
              <a:ahLst/>
              <a:cxnLst/>
              <a:rect l="l" t="t" r="r" b="b"/>
              <a:pathLst>
                <a:path w="3014" h="2991" extrusionOk="0">
                  <a:moveTo>
                    <a:pt x="1507" y="0"/>
                  </a:moveTo>
                  <a:cubicBezTo>
                    <a:pt x="685" y="0"/>
                    <a:pt x="0" y="662"/>
                    <a:pt x="0" y="1507"/>
                  </a:cubicBezTo>
                  <a:cubicBezTo>
                    <a:pt x="0" y="2328"/>
                    <a:pt x="685" y="2990"/>
                    <a:pt x="1507" y="2990"/>
                  </a:cubicBezTo>
                  <a:cubicBezTo>
                    <a:pt x="2328" y="2990"/>
                    <a:pt x="3013" y="2328"/>
                    <a:pt x="3013" y="1507"/>
                  </a:cubicBezTo>
                  <a:cubicBezTo>
                    <a:pt x="3013" y="662"/>
                    <a:pt x="2328"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5"/>
            <p:cNvSpPr/>
            <p:nvPr/>
          </p:nvSpPr>
          <p:spPr>
            <a:xfrm>
              <a:off x="5821750" y="1469425"/>
              <a:ext cx="79350" cy="79350"/>
            </a:xfrm>
            <a:custGeom>
              <a:avLst/>
              <a:gdLst/>
              <a:ahLst/>
              <a:cxnLst/>
              <a:rect l="l" t="t" r="r" b="b"/>
              <a:pathLst>
                <a:path w="3174" h="3174" extrusionOk="0">
                  <a:moveTo>
                    <a:pt x="1598" y="1"/>
                  </a:moveTo>
                  <a:cubicBezTo>
                    <a:pt x="708" y="1"/>
                    <a:pt x="1" y="708"/>
                    <a:pt x="1" y="1575"/>
                  </a:cubicBezTo>
                  <a:cubicBezTo>
                    <a:pt x="1" y="2466"/>
                    <a:pt x="708" y="3173"/>
                    <a:pt x="1598" y="3173"/>
                  </a:cubicBezTo>
                  <a:cubicBezTo>
                    <a:pt x="2466" y="3173"/>
                    <a:pt x="3173" y="2466"/>
                    <a:pt x="3173" y="1575"/>
                  </a:cubicBezTo>
                  <a:cubicBezTo>
                    <a:pt x="3173" y="708"/>
                    <a:pt x="2466"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5"/>
            <p:cNvSpPr/>
            <p:nvPr/>
          </p:nvSpPr>
          <p:spPr>
            <a:xfrm>
              <a:off x="3572900" y="2384150"/>
              <a:ext cx="139825" cy="139250"/>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5"/>
            <p:cNvSpPr/>
            <p:nvPr/>
          </p:nvSpPr>
          <p:spPr>
            <a:xfrm>
              <a:off x="5419450" y="2995300"/>
              <a:ext cx="139825" cy="139825"/>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5"/>
            <p:cNvSpPr/>
            <p:nvPr/>
          </p:nvSpPr>
          <p:spPr>
            <a:xfrm>
              <a:off x="3311550" y="1787275"/>
              <a:ext cx="65075" cy="65075"/>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5"/>
            <p:cNvSpPr/>
            <p:nvPr/>
          </p:nvSpPr>
          <p:spPr>
            <a:xfrm>
              <a:off x="3501550" y="1519075"/>
              <a:ext cx="143825" cy="144400"/>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5"/>
            <p:cNvSpPr/>
            <p:nvPr/>
          </p:nvSpPr>
          <p:spPr>
            <a:xfrm>
              <a:off x="3526675" y="1544750"/>
              <a:ext cx="93600" cy="93050"/>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5"/>
            <p:cNvSpPr/>
            <p:nvPr/>
          </p:nvSpPr>
          <p:spPr>
            <a:xfrm>
              <a:off x="1930050" y="1563575"/>
              <a:ext cx="106150" cy="106175"/>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5"/>
            <p:cNvSpPr/>
            <p:nvPr/>
          </p:nvSpPr>
          <p:spPr>
            <a:xfrm>
              <a:off x="1621325" y="1563575"/>
              <a:ext cx="106175" cy="106175"/>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5"/>
            <p:cNvSpPr/>
            <p:nvPr/>
          </p:nvSpPr>
          <p:spPr>
            <a:xfrm>
              <a:off x="944550" y="1765575"/>
              <a:ext cx="106175" cy="106175"/>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5"/>
            <p:cNvSpPr/>
            <p:nvPr/>
          </p:nvSpPr>
          <p:spPr>
            <a:xfrm>
              <a:off x="496050" y="13239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5"/>
            <p:cNvSpPr/>
            <p:nvPr/>
          </p:nvSpPr>
          <p:spPr>
            <a:xfrm>
              <a:off x="3168300" y="1186975"/>
              <a:ext cx="72500" cy="73050"/>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5"/>
            <p:cNvSpPr/>
            <p:nvPr/>
          </p:nvSpPr>
          <p:spPr>
            <a:xfrm>
              <a:off x="1238425" y="1362725"/>
              <a:ext cx="73075" cy="73050"/>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5"/>
            <p:cNvSpPr/>
            <p:nvPr/>
          </p:nvSpPr>
          <p:spPr>
            <a:xfrm>
              <a:off x="2281550" y="832600"/>
              <a:ext cx="2995850" cy="9725"/>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5"/>
            <p:cNvSpPr/>
            <p:nvPr/>
          </p:nvSpPr>
          <p:spPr>
            <a:xfrm>
              <a:off x="2222775" y="800650"/>
              <a:ext cx="73075" cy="73050"/>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5"/>
            <p:cNvSpPr/>
            <p:nvPr/>
          </p:nvSpPr>
          <p:spPr>
            <a:xfrm>
              <a:off x="5235725" y="800650"/>
              <a:ext cx="73050" cy="73050"/>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5"/>
            <p:cNvSpPr/>
            <p:nvPr/>
          </p:nvSpPr>
          <p:spPr>
            <a:xfrm>
              <a:off x="5732175" y="319450"/>
              <a:ext cx="1118450" cy="1117475"/>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5"/>
            <p:cNvSpPr/>
            <p:nvPr/>
          </p:nvSpPr>
          <p:spPr>
            <a:xfrm>
              <a:off x="5870250" y="381100"/>
              <a:ext cx="1118475" cy="1117450"/>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5"/>
            <p:cNvSpPr/>
            <p:nvPr/>
          </p:nvSpPr>
          <p:spPr>
            <a:xfrm>
              <a:off x="4775775" y="1974875"/>
              <a:ext cx="2300825" cy="706600"/>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5"/>
            <p:cNvSpPr/>
            <p:nvPr/>
          </p:nvSpPr>
          <p:spPr>
            <a:xfrm>
              <a:off x="3518100" y="2023500"/>
              <a:ext cx="149550" cy="93050"/>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5"/>
            <p:cNvSpPr/>
            <p:nvPr/>
          </p:nvSpPr>
          <p:spPr>
            <a:xfrm>
              <a:off x="3630525" y="2023500"/>
              <a:ext cx="148950" cy="93050"/>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5"/>
            <p:cNvSpPr/>
            <p:nvPr/>
          </p:nvSpPr>
          <p:spPr>
            <a:xfrm>
              <a:off x="3742375" y="2023500"/>
              <a:ext cx="149525" cy="93050"/>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5"/>
            <p:cNvSpPr/>
            <p:nvPr/>
          </p:nvSpPr>
          <p:spPr>
            <a:xfrm>
              <a:off x="38547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5"/>
            <p:cNvSpPr/>
            <p:nvPr/>
          </p:nvSpPr>
          <p:spPr>
            <a:xfrm>
              <a:off x="3966625" y="2023500"/>
              <a:ext cx="148950" cy="93050"/>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5"/>
            <p:cNvSpPr/>
            <p:nvPr/>
          </p:nvSpPr>
          <p:spPr>
            <a:xfrm>
              <a:off x="4078475" y="2023500"/>
              <a:ext cx="149525" cy="93050"/>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5"/>
            <p:cNvSpPr/>
            <p:nvPr/>
          </p:nvSpPr>
          <p:spPr>
            <a:xfrm>
              <a:off x="41908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5"/>
            <p:cNvSpPr/>
            <p:nvPr/>
          </p:nvSpPr>
          <p:spPr>
            <a:xfrm>
              <a:off x="4302725" y="2023500"/>
              <a:ext cx="149525" cy="93050"/>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5"/>
            <p:cNvSpPr/>
            <p:nvPr/>
          </p:nvSpPr>
          <p:spPr>
            <a:xfrm>
              <a:off x="2718075" y="2800150"/>
              <a:ext cx="276800" cy="172925"/>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5"/>
            <p:cNvSpPr/>
            <p:nvPr/>
          </p:nvSpPr>
          <p:spPr>
            <a:xfrm>
              <a:off x="2925800" y="2800150"/>
              <a:ext cx="276775" cy="172925"/>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5"/>
            <p:cNvSpPr/>
            <p:nvPr/>
          </p:nvSpPr>
          <p:spPr>
            <a:xfrm>
              <a:off x="3133500" y="2800150"/>
              <a:ext cx="276775" cy="172925"/>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5"/>
            <p:cNvSpPr/>
            <p:nvPr/>
          </p:nvSpPr>
          <p:spPr>
            <a:xfrm>
              <a:off x="3341775" y="2800150"/>
              <a:ext cx="276800" cy="172925"/>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5"/>
            <p:cNvSpPr/>
            <p:nvPr/>
          </p:nvSpPr>
          <p:spPr>
            <a:xfrm>
              <a:off x="3549500" y="2800150"/>
              <a:ext cx="276775" cy="172925"/>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5"/>
            <p:cNvSpPr/>
            <p:nvPr/>
          </p:nvSpPr>
          <p:spPr>
            <a:xfrm>
              <a:off x="3757200" y="2800150"/>
              <a:ext cx="276775" cy="172925"/>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5"/>
            <p:cNvSpPr/>
            <p:nvPr/>
          </p:nvSpPr>
          <p:spPr>
            <a:xfrm>
              <a:off x="61139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5"/>
            <p:cNvSpPr/>
            <p:nvPr/>
          </p:nvSpPr>
          <p:spPr>
            <a:xfrm>
              <a:off x="5906200" y="435450"/>
              <a:ext cx="276800" cy="172925"/>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5"/>
            <p:cNvSpPr/>
            <p:nvPr/>
          </p:nvSpPr>
          <p:spPr>
            <a:xfrm>
              <a:off x="5698500" y="435450"/>
              <a:ext cx="276775" cy="172925"/>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5"/>
            <p:cNvSpPr/>
            <p:nvPr/>
          </p:nvSpPr>
          <p:spPr>
            <a:xfrm>
              <a:off x="54902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5"/>
            <p:cNvSpPr/>
            <p:nvPr/>
          </p:nvSpPr>
          <p:spPr>
            <a:xfrm>
              <a:off x="5282500" y="435450"/>
              <a:ext cx="276775" cy="172925"/>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5"/>
            <p:cNvSpPr/>
            <p:nvPr/>
          </p:nvSpPr>
          <p:spPr>
            <a:xfrm>
              <a:off x="5074800" y="435450"/>
              <a:ext cx="276775" cy="172925"/>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5"/>
            <p:cNvSpPr/>
            <p:nvPr/>
          </p:nvSpPr>
          <p:spPr>
            <a:xfrm>
              <a:off x="4867075" y="435450"/>
              <a:ext cx="276800" cy="172925"/>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5"/>
            <p:cNvSpPr/>
            <p:nvPr/>
          </p:nvSpPr>
          <p:spPr>
            <a:xfrm>
              <a:off x="4658800" y="435450"/>
              <a:ext cx="276775" cy="172925"/>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5"/>
            <p:cNvSpPr/>
            <p:nvPr/>
          </p:nvSpPr>
          <p:spPr>
            <a:xfrm>
              <a:off x="4853400"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5"/>
            <p:cNvSpPr/>
            <p:nvPr/>
          </p:nvSpPr>
          <p:spPr>
            <a:xfrm>
              <a:off x="4940700"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5"/>
            <p:cNvSpPr/>
            <p:nvPr/>
          </p:nvSpPr>
          <p:spPr>
            <a:xfrm>
              <a:off x="5028000"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5"/>
            <p:cNvSpPr/>
            <p:nvPr/>
          </p:nvSpPr>
          <p:spPr>
            <a:xfrm>
              <a:off x="5115300" y="927325"/>
              <a:ext cx="143825" cy="155250"/>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5"/>
            <p:cNvSpPr/>
            <p:nvPr/>
          </p:nvSpPr>
          <p:spPr>
            <a:xfrm>
              <a:off x="5202625" y="927325"/>
              <a:ext cx="143825" cy="155250"/>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5"/>
            <p:cNvSpPr/>
            <p:nvPr/>
          </p:nvSpPr>
          <p:spPr>
            <a:xfrm>
              <a:off x="5289925" y="927325"/>
              <a:ext cx="143825" cy="155250"/>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5"/>
            <p:cNvSpPr/>
            <p:nvPr/>
          </p:nvSpPr>
          <p:spPr>
            <a:xfrm>
              <a:off x="5377225" y="927325"/>
              <a:ext cx="143825" cy="155250"/>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5"/>
            <p:cNvSpPr/>
            <p:nvPr/>
          </p:nvSpPr>
          <p:spPr>
            <a:xfrm>
              <a:off x="5465100" y="927325"/>
              <a:ext cx="143250" cy="155250"/>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5"/>
            <p:cNvSpPr/>
            <p:nvPr/>
          </p:nvSpPr>
          <p:spPr>
            <a:xfrm>
              <a:off x="5552425"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5"/>
            <p:cNvSpPr/>
            <p:nvPr/>
          </p:nvSpPr>
          <p:spPr>
            <a:xfrm>
              <a:off x="5639725"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5"/>
            <p:cNvSpPr/>
            <p:nvPr/>
          </p:nvSpPr>
          <p:spPr>
            <a:xfrm>
              <a:off x="5727025"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0" name="Google Shape;370;p5"/>
          <p:cNvGrpSpPr/>
          <p:nvPr/>
        </p:nvGrpSpPr>
        <p:grpSpPr>
          <a:xfrm>
            <a:off x="8757750" y="2728975"/>
            <a:ext cx="1552150" cy="3475150"/>
            <a:chOff x="327125" y="2375600"/>
            <a:chExt cx="1552150" cy="3475150"/>
          </a:xfrm>
        </p:grpSpPr>
        <p:sp>
          <p:nvSpPr>
            <p:cNvPr id="371" name="Google Shape;371;p5"/>
            <p:cNvSpPr/>
            <p:nvPr/>
          </p:nvSpPr>
          <p:spPr>
            <a:xfrm>
              <a:off x="531425" y="2394425"/>
              <a:ext cx="115850" cy="3456325"/>
            </a:xfrm>
            <a:custGeom>
              <a:avLst/>
              <a:gdLst/>
              <a:ahLst/>
              <a:cxnLst/>
              <a:rect l="l" t="t" r="r" b="b"/>
              <a:pathLst>
                <a:path w="4634" h="138253" fill="none" extrusionOk="0">
                  <a:moveTo>
                    <a:pt x="3150" y="138253"/>
                  </a:moveTo>
                  <a:lnTo>
                    <a:pt x="3150" y="54872"/>
                  </a:lnTo>
                  <a:lnTo>
                    <a:pt x="0" y="51722"/>
                  </a:lnTo>
                  <a:lnTo>
                    <a:pt x="0" y="28714"/>
                  </a:lnTo>
                  <a:lnTo>
                    <a:pt x="4634" y="24058"/>
                  </a:lnTo>
                  <a:lnTo>
                    <a:pt x="463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5"/>
            <p:cNvSpPr/>
            <p:nvPr/>
          </p:nvSpPr>
          <p:spPr>
            <a:xfrm>
              <a:off x="627275" y="2375600"/>
              <a:ext cx="39975" cy="39950"/>
            </a:xfrm>
            <a:custGeom>
              <a:avLst/>
              <a:gdLst/>
              <a:ahLst/>
              <a:cxnLst/>
              <a:rect l="l" t="t" r="r" b="b"/>
              <a:pathLst>
                <a:path w="1599" h="1598" extrusionOk="0">
                  <a:moveTo>
                    <a:pt x="800" y="0"/>
                  </a:moveTo>
                  <a:cubicBezTo>
                    <a:pt x="366" y="0"/>
                    <a:pt x="1" y="365"/>
                    <a:pt x="1" y="799"/>
                  </a:cubicBezTo>
                  <a:cubicBezTo>
                    <a:pt x="1" y="1233"/>
                    <a:pt x="366" y="1598"/>
                    <a:pt x="800" y="1598"/>
                  </a:cubicBezTo>
                  <a:cubicBezTo>
                    <a:pt x="1256" y="1598"/>
                    <a:pt x="1599" y="1233"/>
                    <a:pt x="1599" y="799"/>
                  </a:cubicBezTo>
                  <a:cubicBezTo>
                    <a:pt x="1599" y="365"/>
                    <a:pt x="1256"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5"/>
            <p:cNvSpPr/>
            <p:nvPr/>
          </p:nvSpPr>
          <p:spPr>
            <a:xfrm>
              <a:off x="347100" y="2923975"/>
              <a:ext cx="112450" cy="2344175"/>
            </a:xfrm>
            <a:custGeom>
              <a:avLst/>
              <a:gdLst/>
              <a:ahLst/>
              <a:cxnLst/>
              <a:rect l="l" t="t" r="r" b="b"/>
              <a:pathLst>
                <a:path w="4498" h="93767" fill="none" extrusionOk="0">
                  <a:moveTo>
                    <a:pt x="4497" y="93766"/>
                  </a:moveTo>
                  <a:lnTo>
                    <a:pt x="4497" y="50855"/>
                  </a:lnTo>
                  <a:lnTo>
                    <a:pt x="1" y="46358"/>
                  </a:lnTo>
                  <a:lnTo>
                    <a:pt x="1"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5"/>
            <p:cNvSpPr/>
            <p:nvPr/>
          </p:nvSpPr>
          <p:spPr>
            <a:xfrm>
              <a:off x="327125" y="2904575"/>
              <a:ext cx="39975" cy="39950"/>
            </a:xfrm>
            <a:custGeom>
              <a:avLst/>
              <a:gdLst/>
              <a:ahLst/>
              <a:cxnLst/>
              <a:rect l="l" t="t" r="r" b="b"/>
              <a:pathLst>
                <a:path w="1599" h="1598" extrusionOk="0">
                  <a:moveTo>
                    <a:pt x="800" y="0"/>
                  </a:moveTo>
                  <a:cubicBezTo>
                    <a:pt x="366" y="0"/>
                    <a:pt x="1" y="365"/>
                    <a:pt x="1" y="799"/>
                  </a:cubicBezTo>
                  <a:cubicBezTo>
                    <a:pt x="1" y="1255"/>
                    <a:pt x="366" y="1598"/>
                    <a:pt x="800" y="1598"/>
                  </a:cubicBezTo>
                  <a:cubicBezTo>
                    <a:pt x="1233" y="1598"/>
                    <a:pt x="1599" y="1255"/>
                    <a:pt x="1599" y="799"/>
                  </a:cubicBezTo>
                  <a:cubicBezTo>
                    <a:pt x="1599" y="365"/>
                    <a:pt x="1233" y="0"/>
                    <a:pt x="80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5"/>
            <p:cNvSpPr/>
            <p:nvPr/>
          </p:nvSpPr>
          <p:spPr>
            <a:xfrm>
              <a:off x="347100" y="2676875"/>
              <a:ext cx="192900" cy="374375"/>
            </a:xfrm>
            <a:custGeom>
              <a:avLst/>
              <a:gdLst/>
              <a:ahLst/>
              <a:cxnLst/>
              <a:rect l="l" t="t" r="r" b="b"/>
              <a:pathLst>
                <a:path w="7716" h="14975" fill="none" extrusionOk="0">
                  <a:moveTo>
                    <a:pt x="1" y="14974"/>
                  </a:moveTo>
                  <a:lnTo>
                    <a:pt x="7716" y="7259"/>
                  </a:lnTo>
                  <a:lnTo>
                    <a:pt x="7716" y="1"/>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5"/>
            <p:cNvSpPr/>
            <p:nvPr/>
          </p:nvSpPr>
          <p:spPr>
            <a:xfrm>
              <a:off x="520000" y="2658050"/>
              <a:ext cx="39975" cy="3997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5"/>
            <p:cNvSpPr/>
            <p:nvPr/>
          </p:nvSpPr>
          <p:spPr>
            <a:xfrm>
              <a:off x="347100" y="4357400"/>
              <a:ext cx="25" cy="971225"/>
            </a:xfrm>
            <a:custGeom>
              <a:avLst/>
              <a:gdLst/>
              <a:ahLst/>
              <a:cxnLst/>
              <a:rect l="l" t="t" r="r" b="b"/>
              <a:pathLst>
                <a:path w="1" h="38849" fill="none" extrusionOk="0">
                  <a:moveTo>
                    <a:pt x="1" y="38849"/>
                  </a:move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5"/>
            <p:cNvSpPr/>
            <p:nvPr/>
          </p:nvSpPr>
          <p:spPr>
            <a:xfrm>
              <a:off x="327125" y="433855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33" y="1599"/>
                    <a:pt x="1599" y="1234"/>
                    <a:pt x="1599" y="800"/>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5"/>
            <p:cNvSpPr/>
            <p:nvPr/>
          </p:nvSpPr>
          <p:spPr>
            <a:xfrm>
              <a:off x="690625" y="3227550"/>
              <a:ext cx="172925" cy="2083400"/>
            </a:xfrm>
            <a:custGeom>
              <a:avLst/>
              <a:gdLst/>
              <a:ahLst/>
              <a:cxnLst/>
              <a:rect l="l" t="t" r="r" b="b"/>
              <a:pathLst>
                <a:path w="6917" h="83336" fill="none" extrusionOk="0">
                  <a:moveTo>
                    <a:pt x="6917" y="83335"/>
                  </a:moveTo>
                  <a:lnTo>
                    <a:pt x="0" y="76396"/>
                  </a:lnTo>
                  <a:lnTo>
                    <a:pt x="0" y="15841"/>
                  </a:lnTo>
                  <a:lnTo>
                    <a:pt x="4954" y="10865"/>
                  </a:lnTo>
                  <a:lnTo>
                    <a:pt x="495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5"/>
            <p:cNvSpPr/>
            <p:nvPr/>
          </p:nvSpPr>
          <p:spPr>
            <a:xfrm>
              <a:off x="794475" y="320870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56" y="1599"/>
                    <a:pt x="1598" y="1234"/>
                    <a:pt x="1598" y="800"/>
                  </a:cubicBezTo>
                  <a:cubicBezTo>
                    <a:pt x="1598" y="343"/>
                    <a:pt x="1256"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5"/>
            <p:cNvSpPr/>
            <p:nvPr/>
          </p:nvSpPr>
          <p:spPr>
            <a:xfrm>
              <a:off x="776800" y="3899750"/>
              <a:ext cx="25" cy="1084800"/>
            </a:xfrm>
            <a:custGeom>
              <a:avLst/>
              <a:gdLst/>
              <a:ahLst/>
              <a:cxnLst/>
              <a:rect l="l" t="t" r="r" b="b"/>
              <a:pathLst>
                <a:path w="1" h="43392" fill="none" extrusionOk="0">
                  <a:moveTo>
                    <a:pt x="0" y="43391"/>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5"/>
            <p:cNvSpPr/>
            <p:nvPr/>
          </p:nvSpPr>
          <p:spPr>
            <a:xfrm>
              <a:off x="756825" y="4963400"/>
              <a:ext cx="40525" cy="39975"/>
            </a:xfrm>
            <a:custGeom>
              <a:avLst/>
              <a:gdLst/>
              <a:ahLst/>
              <a:cxnLst/>
              <a:rect l="l" t="t" r="r" b="b"/>
              <a:pathLst>
                <a:path w="1621" h="1599" extrusionOk="0">
                  <a:moveTo>
                    <a:pt x="799" y="1"/>
                  </a:moveTo>
                  <a:cubicBezTo>
                    <a:pt x="365" y="1"/>
                    <a:pt x="0" y="366"/>
                    <a:pt x="0" y="800"/>
                  </a:cubicBezTo>
                  <a:cubicBezTo>
                    <a:pt x="0" y="1233"/>
                    <a:pt x="365" y="1598"/>
                    <a:pt x="799" y="1598"/>
                  </a:cubicBezTo>
                  <a:cubicBezTo>
                    <a:pt x="1256" y="1598"/>
                    <a:pt x="1621" y="1233"/>
                    <a:pt x="1621" y="800"/>
                  </a:cubicBezTo>
                  <a:cubicBezTo>
                    <a:pt x="1621" y="366"/>
                    <a:pt x="1256"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5"/>
            <p:cNvSpPr/>
            <p:nvPr/>
          </p:nvSpPr>
          <p:spPr>
            <a:xfrm>
              <a:off x="756825" y="3880925"/>
              <a:ext cx="40525" cy="39950"/>
            </a:xfrm>
            <a:custGeom>
              <a:avLst/>
              <a:gdLst/>
              <a:ahLst/>
              <a:cxnLst/>
              <a:rect l="l" t="t" r="r" b="b"/>
              <a:pathLst>
                <a:path w="1621" h="1598" extrusionOk="0">
                  <a:moveTo>
                    <a:pt x="799" y="0"/>
                  </a:moveTo>
                  <a:cubicBezTo>
                    <a:pt x="365" y="0"/>
                    <a:pt x="0" y="342"/>
                    <a:pt x="0" y="799"/>
                  </a:cubicBezTo>
                  <a:cubicBezTo>
                    <a:pt x="0" y="1233"/>
                    <a:pt x="365" y="1598"/>
                    <a:pt x="799" y="1598"/>
                  </a:cubicBezTo>
                  <a:cubicBezTo>
                    <a:pt x="1256" y="1598"/>
                    <a:pt x="1621" y="1233"/>
                    <a:pt x="1621" y="799"/>
                  </a:cubicBezTo>
                  <a:cubicBezTo>
                    <a:pt x="1621" y="342"/>
                    <a:pt x="1256"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5"/>
            <p:cNvSpPr/>
            <p:nvPr/>
          </p:nvSpPr>
          <p:spPr>
            <a:xfrm>
              <a:off x="861250" y="3692600"/>
              <a:ext cx="445675" cy="1618350"/>
            </a:xfrm>
            <a:custGeom>
              <a:avLst/>
              <a:gdLst/>
              <a:ahLst/>
              <a:cxnLst/>
              <a:rect l="l" t="t" r="r" b="b"/>
              <a:pathLst>
                <a:path w="17827" h="64734" fill="none" extrusionOk="0">
                  <a:moveTo>
                    <a:pt x="17827" y="64733"/>
                  </a:moveTo>
                  <a:lnTo>
                    <a:pt x="4314" y="51221"/>
                  </a:lnTo>
                  <a:lnTo>
                    <a:pt x="4314" y="28258"/>
                  </a:lnTo>
                  <a:lnTo>
                    <a:pt x="0" y="23944"/>
                  </a:lnTo>
                  <a:lnTo>
                    <a:pt x="0"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5"/>
            <p:cNvSpPr/>
            <p:nvPr/>
          </p:nvSpPr>
          <p:spPr>
            <a:xfrm>
              <a:off x="841275" y="3673200"/>
              <a:ext cx="39975" cy="40550"/>
            </a:xfrm>
            <a:custGeom>
              <a:avLst/>
              <a:gdLst/>
              <a:ahLst/>
              <a:cxnLst/>
              <a:rect l="l" t="t" r="r" b="b"/>
              <a:pathLst>
                <a:path w="1599" h="1622" extrusionOk="0">
                  <a:moveTo>
                    <a:pt x="799" y="1"/>
                  </a:moveTo>
                  <a:cubicBezTo>
                    <a:pt x="343" y="1"/>
                    <a:pt x="0" y="366"/>
                    <a:pt x="0" y="800"/>
                  </a:cubicBezTo>
                  <a:cubicBezTo>
                    <a:pt x="0" y="1256"/>
                    <a:pt x="343" y="1621"/>
                    <a:pt x="799" y="1621"/>
                  </a:cubicBezTo>
                  <a:cubicBezTo>
                    <a:pt x="1233" y="1621"/>
                    <a:pt x="1598" y="1256"/>
                    <a:pt x="1598" y="800"/>
                  </a:cubicBezTo>
                  <a:cubicBezTo>
                    <a:pt x="1598" y="366"/>
                    <a:pt x="1233"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5"/>
            <p:cNvSpPr/>
            <p:nvPr/>
          </p:nvSpPr>
          <p:spPr>
            <a:xfrm>
              <a:off x="969100" y="4182200"/>
              <a:ext cx="174625" cy="556975"/>
            </a:xfrm>
            <a:custGeom>
              <a:avLst/>
              <a:gdLst/>
              <a:ahLst/>
              <a:cxnLst/>
              <a:rect l="l" t="t" r="r" b="b"/>
              <a:pathLst>
                <a:path w="6985" h="22279" fill="none" extrusionOk="0">
                  <a:moveTo>
                    <a:pt x="0" y="22278"/>
                  </a:moveTo>
                  <a:lnTo>
                    <a:pt x="6985" y="15294"/>
                  </a:lnTo>
                  <a:lnTo>
                    <a:pt x="6985"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5"/>
            <p:cNvSpPr/>
            <p:nvPr/>
          </p:nvSpPr>
          <p:spPr>
            <a:xfrm>
              <a:off x="1123725" y="4163375"/>
              <a:ext cx="39975" cy="39975"/>
            </a:xfrm>
            <a:custGeom>
              <a:avLst/>
              <a:gdLst/>
              <a:ahLst/>
              <a:cxnLst/>
              <a:rect l="l" t="t" r="r" b="b"/>
              <a:pathLst>
                <a:path w="1599" h="1599" extrusionOk="0">
                  <a:moveTo>
                    <a:pt x="800" y="1"/>
                  </a:moveTo>
                  <a:cubicBezTo>
                    <a:pt x="343" y="1"/>
                    <a:pt x="1" y="343"/>
                    <a:pt x="1" y="799"/>
                  </a:cubicBezTo>
                  <a:cubicBezTo>
                    <a:pt x="1" y="1233"/>
                    <a:pt x="343" y="1598"/>
                    <a:pt x="800" y="1598"/>
                  </a:cubicBezTo>
                  <a:cubicBezTo>
                    <a:pt x="1233" y="1598"/>
                    <a:pt x="1599" y="1233"/>
                    <a:pt x="1599" y="799"/>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5"/>
            <p:cNvSpPr/>
            <p:nvPr/>
          </p:nvSpPr>
          <p:spPr>
            <a:xfrm>
              <a:off x="1393075" y="4882950"/>
              <a:ext cx="25" cy="428000"/>
            </a:xfrm>
            <a:custGeom>
              <a:avLst/>
              <a:gdLst/>
              <a:ahLst/>
              <a:cxnLst/>
              <a:rect l="l" t="t" r="r" b="b"/>
              <a:pathLst>
                <a:path w="1" h="17120" fill="none" extrusionOk="0">
                  <a:moveTo>
                    <a:pt x="0" y="17119"/>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5"/>
            <p:cNvSpPr/>
            <p:nvPr/>
          </p:nvSpPr>
          <p:spPr>
            <a:xfrm>
              <a:off x="1373100" y="4864125"/>
              <a:ext cx="39975" cy="39950"/>
            </a:xfrm>
            <a:custGeom>
              <a:avLst/>
              <a:gdLst/>
              <a:ahLst/>
              <a:cxnLst/>
              <a:rect l="l" t="t" r="r" b="b"/>
              <a:pathLst>
                <a:path w="1599" h="1598" extrusionOk="0">
                  <a:moveTo>
                    <a:pt x="799" y="0"/>
                  </a:moveTo>
                  <a:cubicBezTo>
                    <a:pt x="343" y="0"/>
                    <a:pt x="1" y="365"/>
                    <a:pt x="1" y="799"/>
                  </a:cubicBezTo>
                  <a:cubicBezTo>
                    <a:pt x="1" y="1233"/>
                    <a:pt x="343" y="1598"/>
                    <a:pt x="799" y="1598"/>
                  </a:cubicBezTo>
                  <a:cubicBezTo>
                    <a:pt x="1233" y="1598"/>
                    <a:pt x="1598" y="1233"/>
                    <a:pt x="1598" y="799"/>
                  </a:cubicBezTo>
                  <a:cubicBezTo>
                    <a:pt x="1598" y="365"/>
                    <a:pt x="1233"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5"/>
            <p:cNvSpPr/>
            <p:nvPr/>
          </p:nvSpPr>
          <p:spPr>
            <a:xfrm>
              <a:off x="1714900" y="4922900"/>
              <a:ext cx="164375" cy="388050"/>
            </a:xfrm>
            <a:custGeom>
              <a:avLst/>
              <a:gdLst/>
              <a:ahLst/>
              <a:cxnLst/>
              <a:rect l="l" t="t" r="r" b="b"/>
              <a:pathLst>
                <a:path w="6575" h="15522" fill="none" extrusionOk="0">
                  <a:moveTo>
                    <a:pt x="6575" y="15521"/>
                  </a:moveTo>
                  <a:lnTo>
                    <a:pt x="6575" y="6574"/>
                  </a:ln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5"/>
            <p:cNvSpPr/>
            <p:nvPr/>
          </p:nvSpPr>
          <p:spPr>
            <a:xfrm>
              <a:off x="1693800" y="4903475"/>
              <a:ext cx="43950" cy="40275"/>
            </a:xfrm>
            <a:custGeom>
              <a:avLst/>
              <a:gdLst/>
              <a:ahLst/>
              <a:cxnLst/>
              <a:rect l="l" t="t" r="r" b="b"/>
              <a:pathLst>
                <a:path w="1758" h="1611" extrusionOk="0">
                  <a:moveTo>
                    <a:pt x="868" y="1"/>
                  </a:moveTo>
                  <a:cubicBezTo>
                    <a:pt x="662" y="1"/>
                    <a:pt x="457" y="92"/>
                    <a:pt x="297" y="252"/>
                  </a:cubicBezTo>
                  <a:cubicBezTo>
                    <a:pt x="0" y="549"/>
                    <a:pt x="0" y="1074"/>
                    <a:pt x="297" y="1370"/>
                  </a:cubicBezTo>
                  <a:cubicBezTo>
                    <a:pt x="457" y="1530"/>
                    <a:pt x="662" y="1610"/>
                    <a:pt x="868" y="1610"/>
                  </a:cubicBezTo>
                  <a:cubicBezTo>
                    <a:pt x="1073" y="1610"/>
                    <a:pt x="1279" y="1530"/>
                    <a:pt x="1438" y="1370"/>
                  </a:cubicBezTo>
                  <a:cubicBezTo>
                    <a:pt x="1758" y="1074"/>
                    <a:pt x="1758" y="549"/>
                    <a:pt x="1438" y="252"/>
                  </a:cubicBezTo>
                  <a:cubicBezTo>
                    <a:pt x="1279" y="92"/>
                    <a:pt x="1073" y="1"/>
                    <a:pt x="86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2" name="Google Shape;392;p5"/>
          <p:cNvSpPr txBox="1">
            <a:spLocks noGrp="1"/>
          </p:cNvSpPr>
          <p:nvPr>
            <p:ph type="title"/>
          </p:nvPr>
        </p:nvSpPr>
        <p:spPr>
          <a:xfrm>
            <a:off x="720000" y="461875"/>
            <a:ext cx="7704000" cy="488400"/>
          </a:xfrm>
          <a:prstGeom prst="rect">
            <a:avLst/>
          </a:prstGeom>
        </p:spPr>
        <p:txBody>
          <a:bodyPr spcFirstLastPara="1" wrap="square" lIns="0" tIns="0" rIns="0" bIns="0" anchor="t" anchorCtr="0">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93" name="Google Shape;393;p5"/>
          <p:cNvSpPr txBox="1">
            <a:spLocks noGrp="1"/>
          </p:cNvSpPr>
          <p:nvPr>
            <p:ph type="subTitle" idx="1"/>
          </p:nvPr>
        </p:nvSpPr>
        <p:spPr>
          <a:xfrm>
            <a:off x="1216375" y="3517675"/>
            <a:ext cx="2693700" cy="1051200"/>
          </a:xfrm>
          <a:prstGeom prst="rect">
            <a:avLst/>
          </a:prstGeom>
        </p:spPr>
        <p:txBody>
          <a:bodyPr spcFirstLastPara="1" wrap="square" lIns="0" tIns="0" rIns="0" bIns="0" anchor="t" anchorCtr="0">
            <a:noAutofit/>
          </a:bodyPr>
          <a:lstStyle>
            <a:lvl1pPr lvl="0" algn="ctr"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394" name="Google Shape;394;p5"/>
          <p:cNvSpPr txBox="1">
            <a:spLocks noGrp="1"/>
          </p:cNvSpPr>
          <p:nvPr>
            <p:ph type="subTitle" idx="2"/>
          </p:nvPr>
        </p:nvSpPr>
        <p:spPr>
          <a:xfrm>
            <a:off x="5234100" y="3517675"/>
            <a:ext cx="2693700" cy="1051200"/>
          </a:xfrm>
          <a:prstGeom prst="rect">
            <a:avLst/>
          </a:prstGeom>
        </p:spPr>
        <p:txBody>
          <a:bodyPr spcFirstLastPara="1" wrap="square" lIns="0" tIns="0" rIns="0" bIns="0" anchor="t" anchorCtr="0">
            <a:noAutofit/>
          </a:bodyPr>
          <a:lstStyle>
            <a:lvl1pPr lvl="0" algn="ctr"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395" name="Google Shape;395;p5"/>
          <p:cNvSpPr txBox="1">
            <a:spLocks noGrp="1"/>
          </p:cNvSpPr>
          <p:nvPr>
            <p:ph type="title" idx="3"/>
          </p:nvPr>
        </p:nvSpPr>
        <p:spPr>
          <a:xfrm>
            <a:off x="1216350" y="2984775"/>
            <a:ext cx="2693700" cy="353400"/>
          </a:xfrm>
          <a:prstGeom prst="rect">
            <a:avLst/>
          </a:prstGeom>
        </p:spPr>
        <p:txBody>
          <a:bodyPr spcFirstLastPara="1" wrap="square" lIns="0" tIns="0" rIns="0" bIns="0"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396" name="Google Shape;396;p5"/>
          <p:cNvSpPr txBox="1">
            <a:spLocks noGrp="1"/>
          </p:cNvSpPr>
          <p:nvPr>
            <p:ph type="title" idx="4"/>
          </p:nvPr>
        </p:nvSpPr>
        <p:spPr>
          <a:xfrm>
            <a:off x="5234100" y="2984775"/>
            <a:ext cx="2693700" cy="353400"/>
          </a:xfrm>
          <a:prstGeom prst="rect">
            <a:avLst/>
          </a:prstGeom>
        </p:spPr>
        <p:txBody>
          <a:bodyPr spcFirstLastPara="1" wrap="square" lIns="0" tIns="0" rIns="0" bIns="0" anchor="ctr" anchorCtr="0">
            <a:noAutofit/>
          </a:bodyPr>
          <a:lstStyle>
            <a:lvl1pPr lvl="0"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7"/>
        <p:cNvGrpSpPr/>
        <p:nvPr/>
      </p:nvGrpSpPr>
      <p:grpSpPr>
        <a:xfrm>
          <a:off x="0" y="0"/>
          <a:ext cx="0" cy="0"/>
          <a:chOff x="0" y="0"/>
          <a:chExt cx="0" cy="0"/>
        </a:xfrm>
      </p:grpSpPr>
      <p:grpSp>
        <p:nvGrpSpPr>
          <p:cNvPr id="398" name="Google Shape;398;p6"/>
          <p:cNvGrpSpPr/>
          <p:nvPr/>
        </p:nvGrpSpPr>
        <p:grpSpPr>
          <a:xfrm>
            <a:off x="3139285" y="-1283134"/>
            <a:ext cx="7944547" cy="2608119"/>
            <a:chOff x="3748885" y="-758409"/>
            <a:chExt cx="7944547" cy="2608119"/>
          </a:xfrm>
        </p:grpSpPr>
        <p:sp>
          <p:nvSpPr>
            <p:cNvPr id="399" name="Google Shape;399;p6"/>
            <p:cNvSpPr/>
            <p:nvPr/>
          </p:nvSpPr>
          <p:spPr>
            <a:xfrm>
              <a:off x="6227221" y="-646632"/>
              <a:ext cx="5466211" cy="1127132"/>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6"/>
            <p:cNvSpPr/>
            <p:nvPr/>
          </p:nvSpPr>
          <p:spPr>
            <a:xfrm>
              <a:off x="5068827" y="-472864"/>
              <a:ext cx="6393739" cy="1984325"/>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6"/>
            <p:cNvSpPr/>
            <p:nvPr/>
          </p:nvSpPr>
          <p:spPr>
            <a:xfrm>
              <a:off x="5440673" y="120784"/>
              <a:ext cx="6252400" cy="1112085"/>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6"/>
            <p:cNvSpPr/>
            <p:nvPr/>
          </p:nvSpPr>
          <p:spPr>
            <a:xfrm>
              <a:off x="4735806" y="252861"/>
              <a:ext cx="6722117" cy="1533132"/>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6"/>
            <p:cNvSpPr/>
            <p:nvPr/>
          </p:nvSpPr>
          <p:spPr>
            <a:xfrm>
              <a:off x="3809085" y="-758409"/>
              <a:ext cx="1679673" cy="520720"/>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6"/>
            <p:cNvSpPr/>
            <p:nvPr/>
          </p:nvSpPr>
          <p:spPr>
            <a:xfrm>
              <a:off x="3809085" y="-490830"/>
              <a:ext cx="993913" cy="45875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6"/>
            <p:cNvSpPr/>
            <p:nvPr/>
          </p:nvSpPr>
          <p:spPr>
            <a:xfrm>
              <a:off x="9826894" y="1712989"/>
              <a:ext cx="136721" cy="136721"/>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6"/>
            <p:cNvSpPr/>
            <p:nvPr/>
          </p:nvSpPr>
          <p:spPr>
            <a:xfrm>
              <a:off x="9850645" y="1736740"/>
              <a:ext cx="89218" cy="8863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6"/>
            <p:cNvSpPr/>
            <p:nvPr/>
          </p:nvSpPr>
          <p:spPr>
            <a:xfrm>
              <a:off x="8592628" y="81402"/>
              <a:ext cx="89218" cy="89219"/>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6"/>
            <p:cNvSpPr/>
            <p:nvPr/>
          </p:nvSpPr>
          <p:spPr>
            <a:xfrm>
              <a:off x="10934893" y="789187"/>
              <a:ext cx="89218" cy="8863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6"/>
            <p:cNvSpPr/>
            <p:nvPr/>
          </p:nvSpPr>
          <p:spPr>
            <a:xfrm>
              <a:off x="6100372" y="-709765"/>
              <a:ext cx="136721" cy="136721"/>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6"/>
            <p:cNvSpPr/>
            <p:nvPr/>
          </p:nvSpPr>
          <p:spPr>
            <a:xfrm>
              <a:off x="6124123" y="-686014"/>
              <a:ext cx="88635" cy="89219"/>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6"/>
            <p:cNvSpPr/>
            <p:nvPr/>
          </p:nvSpPr>
          <p:spPr>
            <a:xfrm>
              <a:off x="6720105" y="-695276"/>
              <a:ext cx="107742" cy="107742"/>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6"/>
            <p:cNvSpPr/>
            <p:nvPr/>
          </p:nvSpPr>
          <p:spPr>
            <a:xfrm>
              <a:off x="10327898" y="421401"/>
              <a:ext cx="107742" cy="107742"/>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6"/>
            <p:cNvSpPr/>
            <p:nvPr/>
          </p:nvSpPr>
          <p:spPr>
            <a:xfrm>
              <a:off x="10136748" y="1466826"/>
              <a:ext cx="70695" cy="70695"/>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6"/>
            <p:cNvSpPr/>
            <p:nvPr/>
          </p:nvSpPr>
          <p:spPr>
            <a:xfrm>
              <a:off x="8601890" y="1192877"/>
              <a:ext cx="70695" cy="70111"/>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6"/>
            <p:cNvSpPr/>
            <p:nvPr/>
          </p:nvSpPr>
          <p:spPr>
            <a:xfrm>
              <a:off x="7411092" y="536655"/>
              <a:ext cx="141922" cy="141339"/>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6"/>
            <p:cNvSpPr/>
            <p:nvPr/>
          </p:nvSpPr>
          <p:spPr>
            <a:xfrm>
              <a:off x="9285340" y="1156972"/>
              <a:ext cx="141922" cy="141922"/>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6"/>
            <p:cNvSpPr/>
            <p:nvPr/>
          </p:nvSpPr>
          <p:spPr>
            <a:xfrm>
              <a:off x="7145822" y="-69174"/>
              <a:ext cx="66051" cy="66051"/>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6"/>
            <p:cNvSpPr/>
            <p:nvPr/>
          </p:nvSpPr>
          <p:spPr>
            <a:xfrm>
              <a:off x="7338672" y="-341397"/>
              <a:ext cx="145982" cy="146566"/>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6"/>
            <p:cNvSpPr/>
            <p:nvPr/>
          </p:nvSpPr>
          <p:spPr>
            <a:xfrm>
              <a:off x="7364174" y="-315336"/>
              <a:ext cx="95004" cy="94446"/>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6"/>
            <p:cNvSpPr/>
            <p:nvPr/>
          </p:nvSpPr>
          <p:spPr>
            <a:xfrm>
              <a:off x="5743599" y="-296229"/>
              <a:ext cx="107742" cy="107768"/>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6"/>
            <p:cNvSpPr/>
            <p:nvPr/>
          </p:nvSpPr>
          <p:spPr>
            <a:xfrm>
              <a:off x="5430243" y="-296229"/>
              <a:ext cx="107768" cy="107768"/>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6"/>
            <p:cNvSpPr/>
            <p:nvPr/>
          </p:nvSpPr>
          <p:spPr>
            <a:xfrm>
              <a:off x="4743317" y="-91199"/>
              <a:ext cx="107768" cy="107768"/>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6"/>
            <p:cNvSpPr/>
            <p:nvPr/>
          </p:nvSpPr>
          <p:spPr>
            <a:xfrm>
              <a:off x="4288089" y="-539474"/>
              <a:ext cx="107742" cy="107742"/>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6"/>
            <p:cNvSpPr/>
            <p:nvPr/>
          </p:nvSpPr>
          <p:spPr>
            <a:xfrm>
              <a:off x="7000423" y="-678478"/>
              <a:ext cx="73588" cy="74146"/>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6"/>
            <p:cNvSpPr/>
            <p:nvPr/>
          </p:nvSpPr>
          <p:spPr>
            <a:xfrm>
              <a:off x="5041600" y="-500092"/>
              <a:ext cx="74171" cy="74146"/>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6"/>
            <p:cNvSpPr/>
            <p:nvPr/>
          </p:nvSpPr>
          <p:spPr>
            <a:xfrm>
              <a:off x="8632010" y="121240"/>
              <a:ext cx="2335337" cy="717199"/>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6"/>
            <p:cNvSpPr/>
            <p:nvPr/>
          </p:nvSpPr>
          <p:spPr>
            <a:xfrm>
              <a:off x="7355470" y="170595"/>
              <a:ext cx="151793" cy="94446"/>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6"/>
            <p:cNvSpPr/>
            <p:nvPr/>
          </p:nvSpPr>
          <p:spPr>
            <a:xfrm>
              <a:off x="7469581" y="170595"/>
              <a:ext cx="151184" cy="94446"/>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6"/>
            <p:cNvSpPr/>
            <p:nvPr/>
          </p:nvSpPr>
          <p:spPr>
            <a:xfrm>
              <a:off x="7583109" y="170595"/>
              <a:ext cx="151768" cy="94446"/>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6"/>
            <p:cNvSpPr/>
            <p:nvPr/>
          </p:nvSpPr>
          <p:spPr>
            <a:xfrm>
              <a:off x="7697195" y="170595"/>
              <a:ext cx="151210" cy="94446"/>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6"/>
            <p:cNvSpPr/>
            <p:nvPr/>
          </p:nvSpPr>
          <p:spPr>
            <a:xfrm>
              <a:off x="7810723" y="170595"/>
              <a:ext cx="151184" cy="94446"/>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6"/>
            <p:cNvSpPr/>
            <p:nvPr/>
          </p:nvSpPr>
          <p:spPr>
            <a:xfrm>
              <a:off x="7924251" y="170595"/>
              <a:ext cx="151768" cy="94446"/>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6"/>
            <p:cNvSpPr/>
            <p:nvPr/>
          </p:nvSpPr>
          <p:spPr>
            <a:xfrm>
              <a:off x="8038337" y="170595"/>
              <a:ext cx="151210" cy="94446"/>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6"/>
            <p:cNvSpPr/>
            <p:nvPr/>
          </p:nvSpPr>
          <p:spPr>
            <a:xfrm>
              <a:off x="8151864" y="170595"/>
              <a:ext cx="151768" cy="94446"/>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6"/>
            <p:cNvSpPr/>
            <p:nvPr/>
          </p:nvSpPr>
          <p:spPr>
            <a:xfrm>
              <a:off x="6543445" y="958895"/>
              <a:ext cx="280952" cy="175519"/>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6"/>
            <p:cNvSpPr/>
            <p:nvPr/>
          </p:nvSpPr>
          <p:spPr>
            <a:xfrm>
              <a:off x="6754286" y="958895"/>
              <a:ext cx="280927" cy="175519"/>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6"/>
            <p:cNvSpPr/>
            <p:nvPr/>
          </p:nvSpPr>
          <p:spPr>
            <a:xfrm>
              <a:off x="6965101" y="958895"/>
              <a:ext cx="280927" cy="175519"/>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6"/>
            <p:cNvSpPr/>
            <p:nvPr/>
          </p:nvSpPr>
          <p:spPr>
            <a:xfrm>
              <a:off x="7176500" y="958895"/>
              <a:ext cx="280952" cy="175519"/>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6"/>
            <p:cNvSpPr/>
            <p:nvPr/>
          </p:nvSpPr>
          <p:spPr>
            <a:xfrm>
              <a:off x="7387341" y="958895"/>
              <a:ext cx="280927" cy="175519"/>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6"/>
            <p:cNvSpPr/>
            <p:nvPr/>
          </p:nvSpPr>
          <p:spPr>
            <a:xfrm>
              <a:off x="7598157" y="958895"/>
              <a:ext cx="280927" cy="175519"/>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6"/>
            <p:cNvSpPr/>
            <p:nvPr/>
          </p:nvSpPr>
          <p:spPr>
            <a:xfrm>
              <a:off x="3748885" y="-197980"/>
              <a:ext cx="993913" cy="45875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6"/>
            <p:cNvSpPr/>
            <p:nvPr/>
          </p:nvSpPr>
          <p:spPr>
            <a:xfrm>
              <a:off x="4708100" y="215949"/>
              <a:ext cx="69046" cy="69077"/>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3" name="Google Shape;443;p6"/>
          <p:cNvSpPr txBox="1">
            <a:spLocks noGrp="1"/>
          </p:cNvSpPr>
          <p:nvPr>
            <p:ph type="title"/>
          </p:nvPr>
        </p:nvSpPr>
        <p:spPr>
          <a:xfrm>
            <a:off x="720000" y="461875"/>
            <a:ext cx="7704000" cy="488400"/>
          </a:xfrm>
          <a:prstGeom prst="rect">
            <a:avLst/>
          </a:prstGeom>
        </p:spPr>
        <p:txBody>
          <a:bodyPr spcFirstLastPara="1" wrap="square" lIns="0" tIns="0" rIns="0" bIns="0" anchor="t" anchorCtr="0">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grpSp>
        <p:nvGrpSpPr>
          <p:cNvPr id="444" name="Google Shape;444;p6"/>
          <p:cNvGrpSpPr/>
          <p:nvPr/>
        </p:nvGrpSpPr>
        <p:grpSpPr>
          <a:xfrm flipH="1">
            <a:off x="-1056675" y="3555950"/>
            <a:ext cx="1552150" cy="3475150"/>
            <a:chOff x="327125" y="2375600"/>
            <a:chExt cx="1552150" cy="3475150"/>
          </a:xfrm>
        </p:grpSpPr>
        <p:sp>
          <p:nvSpPr>
            <p:cNvPr id="445" name="Google Shape;445;p6"/>
            <p:cNvSpPr/>
            <p:nvPr/>
          </p:nvSpPr>
          <p:spPr>
            <a:xfrm>
              <a:off x="531425" y="2394425"/>
              <a:ext cx="115850" cy="3456325"/>
            </a:xfrm>
            <a:custGeom>
              <a:avLst/>
              <a:gdLst/>
              <a:ahLst/>
              <a:cxnLst/>
              <a:rect l="l" t="t" r="r" b="b"/>
              <a:pathLst>
                <a:path w="4634" h="138253" fill="none" extrusionOk="0">
                  <a:moveTo>
                    <a:pt x="3150" y="138253"/>
                  </a:moveTo>
                  <a:lnTo>
                    <a:pt x="3150" y="54872"/>
                  </a:lnTo>
                  <a:lnTo>
                    <a:pt x="0" y="51722"/>
                  </a:lnTo>
                  <a:lnTo>
                    <a:pt x="0" y="28714"/>
                  </a:lnTo>
                  <a:lnTo>
                    <a:pt x="4634" y="24058"/>
                  </a:lnTo>
                  <a:lnTo>
                    <a:pt x="463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6"/>
            <p:cNvSpPr/>
            <p:nvPr/>
          </p:nvSpPr>
          <p:spPr>
            <a:xfrm>
              <a:off x="627275" y="2375600"/>
              <a:ext cx="39975" cy="39950"/>
            </a:xfrm>
            <a:custGeom>
              <a:avLst/>
              <a:gdLst/>
              <a:ahLst/>
              <a:cxnLst/>
              <a:rect l="l" t="t" r="r" b="b"/>
              <a:pathLst>
                <a:path w="1599" h="1598" extrusionOk="0">
                  <a:moveTo>
                    <a:pt x="800" y="0"/>
                  </a:moveTo>
                  <a:cubicBezTo>
                    <a:pt x="366" y="0"/>
                    <a:pt x="1" y="365"/>
                    <a:pt x="1" y="799"/>
                  </a:cubicBezTo>
                  <a:cubicBezTo>
                    <a:pt x="1" y="1233"/>
                    <a:pt x="366" y="1598"/>
                    <a:pt x="800" y="1598"/>
                  </a:cubicBezTo>
                  <a:cubicBezTo>
                    <a:pt x="1256" y="1598"/>
                    <a:pt x="1599" y="1233"/>
                    <a:pt x="1599" y="799"/>
                  </a:cubicBezTo>
                  <a:cubicBezTo>
                    <a:pt x="1599" y="365"/>
                    <a:pt x="1256"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6"/>
            <p:cNvSpPr/>
            <p:nvPr/>
          </p:nvSpPr>
          <p:spPr>
            <a:xfrm>
              <a:off x="347100" y="2923975"/>
              <a:ext cx="112450" cy="2344175"/>
            </a:xfrm>
            <a:custGeom>
              <a:avLst/>
              <a:gdLst/>
              <a:ahLst/>
              <a:cxnLst/>
              <a:rect l="l" t="t" r="r" b="b"/>
              <a:pathLst>
                <a:path w="4498" h="93767" fill="none" extrusionOk="0">
                  <a:moveTo>
                    <a:pt x="4497" y="93766"/>
                  </a:moveTo>
                  <a:lnTo>
                    <a:pt x="4497" y="50855"/>
                  </a:lnTo>
                  <a:lnTo>
                    <a:pt x="1" y="46358"/>
                  </a:lnTo>
                  <a:lnTo>
                    <a:pt x="1"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6"/>
            <p:cNvSpPr/>
            <p:nvPr/>
          </p:nvSpPr>
          <p:spPr>
            <a:xfrm>
              <a:off x="327125" y="2904575"/>
              <a:ext cx="39975" cy="39950"/>
            </a:xfrm>
            <a:custGeom>
              <a:avLst/>
              <a:gdLst/>
              <a:ahLst/>
              <a:cxnLst/>
              <a:rect l="l" t="t" r="r" b="b"/>
              <a:pathLst>
                <a:path w="1599" h="1598" extrusionOk="0">
                  <a:moveTo>
                    <a:pt x="800" y="0"/>
                  </a:moveTo>
                  <a:cubicBezTo>
                    <a:pt x="366" y="0"/>
                    <a:pt x="1" y="365"/>
                    <a:pt x="1" y="799"/>
                  </a:cubicBezTo>
                  <a:cubicBezTo>
                    <a:pt x="1" y="1255"/>
                    <a:pt x="366" y="1598"/>
                    <a:pt x="800" y="1598"/>
                  </a:cubicBezTo>
                  <a:cubicBezTo>
                    <a:pt x="1233" y="1598"/>
                    <a:pt x="1599" y="1255"/>
                    <a:pt x="1599" y="799"/>
                  </a:cubicBezTo>
                  <a:cubicBezTo>
                    <a:pt x="1599" y="365"/>
                    <a:pt x="1233" y="0"/>
                    <a:pt x="80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6"/>
            <p:cNvSpPr/>
            <p:nvPr/>
          </p:nvSpPr>
          <p:spPr>
            <a:xfrm>
              <a:off x="347100" y="2676875"/>
              <a:ext cx="192900" cy="374375"/>
            </a:xfrm>
            <a:custGeom>
              <a:avLst/>
              <a:gdLst/>
              <a:ahLst/>
              <a:cxnLst/>
              <a:rect l="l" t="t" r="r" b="b"/>
              <a:pathLst>
                <a:path w="7716" h="14975" fill="none" extrusionOk="0">
                  <a:moveTo>
                    <a:pt x="1" y="14974"/>
                  </a:moveTo>
                  <a:lnTo>
                    <a:pt x="7716" y="7259"/>
                  </a:lnTo>
                  <a:lnTo>
                    <a:pt x="7716" y="1"/>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6"/>
            <p:cNvSpPr/>
            <p:nvPr/>
          </p:nvSpPr>
          <p:spPr>
            <a:xfrm>
              <a:off x="520000" y="2658050"/>
              <a:ext cx="39975" cy="3997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6"/>
            <p:cNvSpPr/>
            <p:nvPr/>
          </p:nvSpPr>
          <p:spPr>
            <a:xfrm>
              <a:off x="347100" y="4357400"/>
              <a:ext cx="25" cy="971225"/>
            </a:xfrm>
            <a:custGeom>
              <a:avLst/>
              <a:gdLst/>
              <a:ahLst/>
              <a:cxnLst/>
              <a:rect l="l" t="t" r="r" b="b"/>
              <a:pathLst>
                <a:path w="1" h="38849" fill="none" extrusionOk="0">
                  <a:moveTo>
                    <a:pt x="1" y="38849"/>
                  </a:move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6"/>
            <p:cNvSpPr/>
            <p:nvPr/>
          </p:nvSpPr>
          <p:spPr>
            <a:xfrm>
              <a:off x="327125" y="433855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33" y="1599"/>
                    <a:pt x="1599" y="1234"/>
                    <a:pt x="1599" y="800"/>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6"/>
            <p:cNvSpPr/>
            <p:nvPr/>
          </p:nvSpPr>
          <p:spPr>
            <a:xfrm>
              <a:off x="690625" y="3227550"/>
              <a:ext cx="172925" cy="2083400"/>
            </a:xfrm>
            <a:custGeom>
              <a:avLst/>
              <a:gdLst/>
              <a:ahLst/>
              <a:cxnLst/>
              <a:rect l="l" t="t" r="r" b="b"/>
              <a:pathLst>
                <a:path w="6917" h="83336" fill="none" extrusionOk="0">
                  <a:moveTo>
                    <a:pt x="6917" y="83335"/>
                  </a:moveTo>
                  <a:lnTo>
                    <a:pt x="0" y="76396"/>
                  </a:lnTo>
                  <a:lnTo>
                    <a:pt x="0" y="15841"/>
                  </a:lnTo>
                  <a:lnTo>
                    <a:pt x="4954" y="10865"/>
                  </a:lnTo>
                  <a:lnTo>
                    <a:pt x="4954"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6"/>
            <p:cNvSpPr/>
            <p:nvPr/>
          </p:nvSpPr>
          <p:spPr>
            <a:xfrm>
              <a:off x="794475" y="320870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56" y="1599"/>
                    <a:pt x="1598" y="1234"/>
                    <a:pt x="1598" y="800"/>
                  </a:cubicBezTo>
                  <a:cubicBezTo>
                    <a:pt x="1598" y="343"/>
                    <a:pt x="1256" y="1"/>
                    <a:pt x="8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6"/>
            <p:cNvSpPr/>
            <p:nvPr/>
          </p:nvSpPr>
          <p:spPr>
            <a:xfrm>
              <a:off x="776800" y="3899750"/>
              <a:ext cx="25" cy="1084800"/>
            </a:xfrm>
            <a:custGeom>
              <a:avLst/>
              <a:gdLst/>
              <a:ahLst/>
              <a:cxnLst/>
              <a:rect l="l" t="t" r="r" b="b"/>
              <a:pathLst>
                <a:path w="1" h="43392" fill="none" extrusionOk="0">
                  <a:moveTo>
                    <a:pt x="0" y="43391"/>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6"/>
            <p:cNvSpPr/>
            <p:nvPr/>
          </p:nvSpPr>
          <p:spPr>
            <a:xfrm>
              <a:off x="756825" y="4963400"/>
              <a:ext cx="40525" cy="39975"/>
            </a:xfrm>
            <a:custGeom>
              <a:avLst/>
              <a:gdLst/>
              <a:ahLst/>
              <a:cxnLst/>
              <a:rect l="l" t="t" r="r" b="b"/>
              <a:pathLst>
                <a:path w="1621" h="1599" extrusionOk="0">
                  <a:moveTo>
                    <a:pt x="799" y="1"/>
                  </a:moveTo>
                  <a:cubicBezTo>
                    <a:pt x="365" y="1"/>
                    <a:pt x="0" y="366"/>
                    <a:pt x="0" y="800"/>
                  </a:cubicBezTo>
                  <a:cubicBezTo>
                    <a:pt x="0" y="1233"/>
                    <a:pt x="365" y="1598"/>
                    <a:pt x="799" y="1598"/>
                  </a:cubicBezTo>
                  <a:cubicBezTo>
                    <a:pt x="1256" y="1598"/>
                    <a:pt x="1621" y="1233"/>
                    <a:pt x="1621" y="800"/>
                  </a:cubicBezTo>
                  <a:cubicBezTo>
                    <a:pt x="1621" y="366"/>
                    <a:pt x="1256"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6"/>
            <p:cNvSpPr/>
            <p:nvPr/>
          </p:nvSpPr>
          <p:spPr>
            <a:xfrm>
              <a:off x="756825" y="3880925"/>
              <a:ext cx="40525" cy="39950"/>
            </a:xfrm>
            <a:custGeom>
              <a:avLst/>
              <a:gdLst/>
              <a:ahLst/>
              <a:cxnLst/>
              <a:rect l="l" t="t" r="r" b="b"/>
              <a:pathLst>
                <a:path w="1621" h="1598" extrusionOk="0">
                  <a:moveTo>
                    <a:pt x="799" y="0"/>
                  </a:moveTo>
                  <a:cubicBezTo>
                    <a:pt x="365" y="0"/>
                    <a:pt x="0" y="342"/>
                    <a:pt x="0" y="799"/>
                  </a:cubicBezTo>
                  <a:cubicBezTo>
                    <a:pt x="0" y="1233"/>
                    <a:pt x="365" y="1598"/>
                    <a:pt x="799" y="1598"/>
                  </a:cubicBezTo>
                  <a:cubicBezTo>
                    <a:pt x="1256" y="1598"/>
                    <a:pt x="1621" y="1233"/>
                    <a:pt x="1621" y="799"/>
                  </a:cubicBezTo>
                  <a:cubicBezTo>
                    <a:pt x="1621" y="342"/>
                    <a:pt x="1256"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6"/>
            <p:cNvSpPr/>
            <p:nvPr/>
          </p:nvSpPr>
          <p:spPr>
            <a:xfrm>
              <a:off x="861250" y="3692600"/>
              <a:ext cx="445675" cy="1618350"/>
            </a:xfrm>
            <a:custGeom>
              <a:avLst/>
              <a:gdLst/>
              <a:ahLst/>
              <a:cxnLst/>
              <a:rect l="l" t="t" r="r" b="b"/>
              <a:pathLst>
                <a:path w="17827" h="64734" fill="none" extrusionOk="0">
                  <a:moveTo>
                    <a:pt x="17827" y="64733"/>
                  </a:moveTo>
                  <a:lnTo>
                    <a:pt x="4314" y="51221"/>
                  </a:lnTo>
                  <a:lnTo>
                    <a:pt x="4314" y="28258"/>
                  </a:lnTo>
                  <a:lnTo>
                    <a:pt x="0" y="23944"/>
                  </a:lnTo>
                  <a:lnTo>
                    <a:pt x="0"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6"/>
            <p:cNvSpPr/>
            <p:nvPr/>
          </p:nvSpPr>
          <p:spPr>
            <a:xfrm>
              <a:off x="841275" y="3673200"/>
              <a:ext cx="39975" cy="40550"/>
            </a:xfrm>
            <a:custGeom>
              <a:avLst/>
              <a:gdLst/>
              <a:ahLst/>
              <a:cxnLst/>
              <a:rect l="l" t="t" r="r" b="b"/>
              <a:pathLst>
                <a:path w="1599" h="1622" extrusionOk="0">
                  <a:moveTo>
                    <a:pt x="799" y="1"/>
                  </a:moveTo>
                  <a:cubicBezTo>
                    <a:pt x="343" y="1"/>
                    <a:pt x="0" y="366"/>
                    <a:pt x="0" y="800"/>
                  </a:cubicBezTo>
                  <a:cubicBezTo>
                    <a:pt x="0" y="1256"/>
                    <a:pt x="343" y="1621"/>
                    <a:pt x="799" y="1621"/>
                  </a:cubicBezTo>
                  <a:cubicBezTo>
                    <a:pt x="1233" y="1621"/>
                    <a:pt x="1598" y="1256"/>
                    <a:pt x="1598" y="800"/>
                  </a:cubicBezTo>
                  <a:cubicBezTo>
                    <a:pt x="1598" y="366"/>
                    <a:pt x="1233"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6"/>
            <p:cNvSpPr/>
            <p:nvPr/>
          </p:nvSpPr>
          <p:spPr>
            <a:xfrm>
              <a:off x="969100" y="4182200"/>
              <a:ext cx="174625" cy="556975"/>
            </a:xfrm>
            <a:custGeom>
              <a:avLst/>
              <a:gdLst/>
              <a:ahLst/>
              <a:cxnLst/>
              <a:rect l="l" t="t" r="r" b="b"/>
              <a:pathLst>
                <a:path w="6985" h="22279" fill="none" extrusionOk="0">
                  <a:moveTo>
                    <a:pt x="0" y="22278"/>
                  </a:moveTo>
                  <a:lnTo>
                    <a:pt x="6985" y="15294"/>
                  </a:lnTo>
                  <a:lnTo>
                    <a:pt x="6985"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6"/>
            <p:cNvSpPr/>
            <p:nvPr/>
          </p:nvSpPr>
          <p:spPr>
            <a:xfrm>
              <a:off x="1123725" y="4163375"/>
              <a:ext cx="39975" cy="39975"/>
            </a:xfrm>
            <a:custGeom>
              <a:avLst/>
              <a:gdLst/>
              <a:ahLst/>
              <a:cxnLst/>
              <a:rect l="l" t="t" r="r" b="b"/>
              <a:pathLst>
                <a:path w="1599" h="1599" extrusionOk="0">
                  <a:moveTo>
                    <a:pt x="800" y="1"/>
                  </a:moveTo>
                  <a:cubicBezTo>
                    <a:pt x="343" y="1"/>
                    <a:pt x="1" y="343"/>
                    <a:pt x="1" y="799"/>
                  </a:cubicBezTo>
                  <a:cubicBezTo>
                    <a:pt x="1" y="1233"/>
                    <a:pt x="343" y="1598"/>
                    <a:pt x="800" y="1598"/>
                  </a:cubicBezTo>
                  <a:cubicBezTo>
                    <a:pt x="1233" y="1598"/>
                    <a:pt x="1599" y="1233"/>
                    <a:pt x="1599" y="799"/>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6"/>
            <p:cNvSpPr/>
            <p:nvPr/>
          </p:nvSpPr>
          <p:spPr>
            <a:xfrm>
              <a:off x="1393075" y="4882950"/>
              <a:ext cx="25" cy="428000"/>
            </a:xfrm>
            <a:custGeom>
              <a:avLst/>
              <a:gdLst/>
              <a:ahLst/>
              <a:cxnLst/>
              <a:rect l="l" t="t" r="r" b="b"/>
              <a:pathLst>
                <a:path w="1" h="17120" fill="none" extrusionOk="0">
                  <a:moveTo>
                    <a:pt x="0" y="17119"/>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6"/>
            <p:cNvSpPr/>
            <p:nvPr/>
          </p:nvSpPr>
          <p:spPr>
            <a:xfrm>
              <a:off x="1373100" y="4864125"/>
              <a:ext cx="39975" cy="39950"/>
            </a:xfrm>
            <a:custGeom>
              <a:avLst/>
              <a:gdLst/>
              <a:ahLst/>
              <a:cxnLst/>
              <a:rect l="l" t="t" r="r" b="b"/>
              <a:pathLst>
                <a:path w="1599" h="1598" extrusionOk="0">
                  <a:moveTo>
                    <a:pt x="799" y="0"/>
                  </a:moveTo>
                  <a:cubicBezTo>
                    <a:pt x="343" y="0"/>
                    <a:pt x="1" y="365"/>
                    <a:pt x="1" y="799"/>
                  </a:cubicBezTo>
                  <a:cubicBezTo>
                    <a:pt x="1" y="1233"/>
                    <a:pt x="343" y="1598"/>
                    <a:pt x="799" y="1598"/>
                  </a:cubicBezTo>
                  <a:cubicBezTo>
                    <a:pt x="1233" y="1598"/>
                    <a:pt x="1598" y="1233"/>
                    <a:pt x="1598" y="799"/>
                  </a:cubicBezTo>
                  <a:cubicBezTo>
                    <a:pt x="1598" y="365"/>
                    <a:pt x="1233"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6"/>
            <p:cNvSpPr/>
            <p:nvPr/>
          </p:nvSpPr>
          <p:spPr>
            <a:xfrm>
              <a:off x="1714900" y="4922900"/>
              <a:ext cx="164375" cy="388050"/>
            </a:xfrm>
            <a:custGeom>
              <a:avLst/>
              <a:gdLst/>
              <a:ahLst/>
              <a:cxnLst/>
              <a:rect l="l" t="t" r="r" b="b"/>
              <a:pathLst>
                <a:path w="6575" h="15522" fill="none" extrusionOk="0">
                  <a:moveTo>
                    <a:pt x="6575" y="15521"/>
                  </a:moveTo>
                  <a:lnTo>
                    <a:pt x="6575" y="6574"/>
                  </a:ln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6"/>
            <p:cNvSpPr/>
            <p:nvPr/>
          </p:nvSpPr>
          <p:spPr>
            <a:xfrm>
              <a:off x="1693800" y="4903475"/>
              <a:ext cx="43950" cy="40275"/>
            </a:xfrm>
            <a:custGeom>
              <a:avLst/>
              <a:gdLst/>
              <a:ahLst/>
              <a:cxnLst/>
              <a:rect l="l" t="t" r="r" b="b"/>
              <a:pathLst>
                <a:path w="1758" h="1611" extrusionOk="0">
                  <a:moveTo>
                    <a:pt x="868" y="1"/>
                  </a:moveTo>
                  <a:cubicBezTo>
                    <a:pt x="662" y="1"/>
                    <a:pt x="457" y="92"/>
                    <a:pt x="297" y="252"/>
                  </a:cubicBezTo>
                  <a:cubicBezTo>
                    <a:pt x="0" y="549"/>
                    <a:pt x="0" y="1074"/>
                    <a:pt x="297" y="1370"/>
                  </a:cubicBezTo>
                  <a:cubicBezTo>
                    <a:pt x="457" y="1530"/>
                    <a:pt x="662" y="1610"/>
                    <a:pt x="868" y="1610"/>
                  </a:cubicBezTo>
                  <a:cubicBezTo>
                    <a:pt x="1073" y="1610"/>
                    <a:pt x="1279" y="1530"/>
                    <a:pt x="1438" y="1370"/>
                  </a:cubicBezTo>
                  <a:cubicBezTo>
                    <a:pt x="1758" y="1074"/>
                    <a:pt x="1758" y="549"/>
                    <a:pt x="1438" y="252"/>
                  </a:cubicBezTo>
                  <a:cubicBezTo>
                    <a:pt x="1279" y="92"/>
                    <a:pt x="1073" y="1"/>
                    <a:pt x="86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43"/>
        <p:cNvGrpSpPr/>
        <p:nvPr/>
      </p:nvGrpSpPr>
      <p:grpSpPr>
        <a:xfrm>
          <a:off x="0" y="0"/>
          <a:ext cx="0" cy="0"/>
          <a:chOff x="0" y="0"/>
          <a:chExt cx="0" cy="0"/>
        </a:xfrm>
      </p:grpSpPr>
      <p:sp>
        <p:nvSpPr>
          <p:cNvPr id="544" name="Google Shape;544;p8"/>
          <p:cNvSpPr/>
          <p:nvPr/>
        </p:nvSpPr>
        <p:spPr>
          <a:xfrm>
            <a:off x="905550" y="1320600"/>
            <a:ext cx="7332900" cy="2502300"/>
          </a:xfrm>
          <a:prstGeom prst="rect">
            <a:avLst/>
          </a:prstGeom>
          <a:solidFill>
            <a:schemeClr val="l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8"/>
          <p:cNvSpPr txBox="1">
            <a:spLocks noGrp="1"/>
          </p:cNvSpPr>
          <p:nvPr>
            <p:ph type="title"/>
          </p:nvPr>
        </p:nvSpPr>
        <p:spPr>
          <a:xfrm>
            <a:off x="1763250" y="1849800"/>
            <a:ext cx="5617500" cy="1443900"/>
          </a:xfrm>
          <a:prstGeom prst="rect">
            <a:avLst/>
          </a:prstGeom>
        </p:spPr>
        <p:txBody>
          <a:bodyPr spcFirstLastPara="1" wrap="square" lIns="0" tIns="0" rIns="0" bIns="0" anchor="ctr" anchorCtr="0">
            <a:noAutofit/>
          </a:bodyPr>
          <a:lstStyle>
            <a:lvl1pPr lvl="0">
              <a:spcBef>
                <a:spcPts val="0"/>
              </a:spcBef>
              <a:spcAft>
                <a:spcPts val="0"/>
              </a:spcAft>
              <a:buSzPts val="48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46"/>
        <p:cNvGrpSpPr/>
        <p:nvPr/>
      </p:nvGrpSpPr>
      <p:grpSpPr>
        <a:xfrm>
          <a:off x="0" y="0"/>
          <a:ext cx="0" cy="0"/>
          <a:chOff x="0" y="0"/>
          <a:chExt cx="0" cy="0"/>
        </a:xfrm>
      </p:grpSpPr>
      <p:grpSp>
        <p:nvGrpSpPr>
          <p:cNvPr id="547" name="Google Shape;547;p9"/>
          <p:cNvGrpSpPr/>
          <p:nvPr/>
        </p:nvGrpSpPr>
        <p:grpSpPr>
          <a:xfrm flipH="1">
            <a:off x="-271725" y="-1955550"/>
            <a:ext cx="7767703" cy="3383025"/>
            <a:chOff x="24125" y="294775"/>
            <a:chExt cx="7767703" cy="3383025"/>
          </a:xfrm>
        </p:grpSpPr>
        <p:sp>
          <p:nvSpPr>
            <p:cNvPr id="548" name="Google Shape;548;p9"/>
            <p:cNvSpPr/>
            <p:nvPr/>
          </p:nvSpPr>
          <p:spPr>
            <a:xfrm>
              <a:off x="1686375" y="607200"/>
              <a:ext cx="142125" cy="129550"/>
            </a:xfrm>
            <a:custGeom>
              <a:avLst/>
              <a:gdLst/>
              <a:ahLst/>
              <a:cxnLst/>
              <a:rect l="l" t="t" r="r" b="b"/>
              <a:pathLst>
                <a:path w="5685" h="5182" extrusionOk="0">
                  <a:moveTo>
                    <a:pt x="2834" y="1"/>
                  </a:moveTo>
                  <a:cubicBezTo>
                    <a:pt x="2169" y="1"/>
                    <a:pt x="1507" y="252"/>
                    <a:pt x="1005" y="754"/>
                  </a:cubicBezTo>
                  <a:cubicBezTo>
                    <a:pt x="1" y="1781"/>
                    <a:pt x="1" y="3402"/>
                    <a:pt x="1005" y="4429"/>
                  </a:cubicBezTo>
                  <a:cubicBezTo>
                    <a:pt x="1507" y="4931"/>
                    <a:pt x="2169" y="5182"/>
                    <a:pt x="2834" y="5182"/>
                  </a:cubicBezTo>
                  <a:cubicBezTo>
                    <a:pt x="3499" y="5182"/>
                    <a:pt x="4166" y="4931"/>
                    <a:pt x="4680" y="4429"/>
                  </a:cubicBezTo>
                  <a:cubicBezTo>
                    <a:pt x="5684" y="3402"/>
                    <a:pt x="5684" y="1781"/>
                    <a:pt x="4680" y="754"/>
                  </a:cubicBezTo>
                  <a:cubicBezTo>
                    <a:pt x="4166" y="252"/>
                    <a:pt x="3499" y="1"/>
                    <a:pt x="28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9"/>
            <p:cNvSpPr/>
            <p:nvPr/>
          </p:nvSpPr>
          <p:spPr>
            <a:xfrm>
              <a:off x="66098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9"/>
            <p:cNvSpPr/>
            <p:nvPr/>
          </p:nvSpPr>
          <p:spPr>
            <a:xfrm>
              <a:off x="6721650" y="3191600"/>
              <a:ext cx="149525" cy="93025"/>
            </a:xfrm>
            <a:custGeom>
              <a:avLst/>
              <a:gdLst/>
              <a:ahLst/>
              <a:cxnLst/>
              <a:rect l="l" t="t" r="r" b="b"/>
              <a:pathLst>
                <a:path w="5981" h="3721" extrusionOk="0">
                  <a:moveTo>
                    <a:pt x="0" y="0"/>
                  </a:moveTo>
                  <a:lnTo>
                    <a:pt x="3584" y="3721"/>
                  </a:lnTo>
                  <a:lnTo>
                    <a:pt x="5980"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9"/>
            <p:cNvSpPr/>
            <p:nvPr/>
          </p:nvSpPr>
          <p:spPr>
            <a:xfrm>
              <a:off x="68340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9"/>
            <p:cNvSpPr/>
            <p:nvPr/>
          </p:nvSpPr>
          <p:spPr>
            <a:xfrm>
              <a:off x="69459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9"/>
            <p:cNvSpPr/>
            <p:nvPr/>
          </p:nvSpPr>
          <p:spPr>
            <a:xfrm>
              <a:off x="7057750" y="3191600"/>
              <a:ext cx="149525" cy="93025"/>
            </a:xfrm>
            <a:custGeom>
              <a:avLst/>
              <a:gdLst/>
              <a:ahLst/>
              <a:cxnLst/>
              <a:rect l="l" t="t" r="r" b="b"/>
              <a:pathLst>
                <a:path w="5981" h="3721" extrusionOk="0">
                  <a:moveTo>
                    <a:pt x="0" y="0"/>
                  </a:moveTo>
                  <a:lnTo>
                    <a:pt x="3607" y="3721"/>
                  </a:lnTo>
                  <a:lnTo>
                    <a:pt x="5980" y="3721"/>
                  </a:lnTo>
                  <a:lnTo>
                    <a:pt x="239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9"/>
            <p:cNvSpPr/>
            <p:nvPr/>
          </p:nvSpPr>
          <p:spPr>
            <a:xfrm>
              <a:off x="71701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9"/>
            <p:cNvSpPr/>
            <p:nvPr/>
          </p:nvSpPr>
          <p:spPr>
            <a:xfrm>
              <a:off x="7282000" y="3191600"/>
              <a:ext cx="149525" cy="93025"/>
            </a:xfrm>
            <a:custGeom>
              <a:avLst/>
              <a:gdLst/>
              <a:ahLst/>
              <a:cxnLst/>
              <a:rect l="l" t="t" r="r" b="b"/>
              <a:pathLst>
                <a:path w="5981" h="3721" extrusionOk="0">
                  <a:moveTo>
                    <a:pt x="1" y="0"/>
                  </a:moveTo>
                  <a:lnTo>
                    <a:pt x="3584" y="3721"/>
                  </a:lnTo>
                  <a:lnTo>
                    <a:pt x="5981"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9"/>
            <p:cNvSpPr/>
            <p:nvPr/>
          </p:nvSpPr>
          <p:spPr>
            <a:xfrm>
              <a:off x="2406525" y="1218350"/>
              <a:ext cx="5385303" cy="1110475"/>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9"/>
            <p:cNvSpPr/>
            <p:nvPr/>
          </p:nvSpPr>
          <p:spPr>
            <a:xfrm>
              <a:off x="987925" y="355975"/>
              <a:ext cx="6210225" cy="1468400"/>
            </a:xfrm>
            <a:custGeom>
              <a:avLst/>
              <a:gdLst/>
              <a:ahLst/>
              <a:cxnLst/>
              <a:rect l="l" t="t" r="r" b="b"/>
              <a:pathLst>
                <a:path w="248409" h="58736" extrusionOk="0">
                  <a:moveTo>
                    <a:pt x="248203" y="1"/>
                  </a:moveTo>
                  <a:cubicBezTo>
                    <a:pt x="248151" y="1"/>
                    <a:pt x="248100" y="18"/>
                    <a:pt x="248066" y="52"/>
                  </a:cubicBezTo>
                  <a:lnTo>
                    <a:pt x="196663" y="51455"/>
                  </a:lnTo>
                  <a:lnTo>
                    <a:pt x="175778" y="51455"/>
                  </a:lnTo>
                  <a:lnTo>
                    <a:pt x="155760" y="31460"/>
                  </a:lnTo>
                  <a:lnTo>
                    <a:pt x="121112" y="31460"/>
                  </a:lnTo>
                  <a:lnTo>
                    <a:pt x="94200" y="58371"/>
                  </a:lnTo>
                  <a:lnTo>
                    <a:pt x="183" y="58371"/>
                  </a:lnTo>
                  <a:cubicBezTo>
                    <a:pt x="92" y="58371"/>
                    <a:pt x="0" y="58439"/>
                    <a:pt x="0" y="58553"/>
                  </a:cubicBezTo>
                  <a:cubicBezTo>
                    <a:pt x="0" y="58645"/>
                    <a:pt x="92" y="58736"/>
                    <a:pt x="183" y="58736"/>
                  </a:cubicBezTo>
                  <a:lnTo>
                    <a:pt x="94360" y="58736"/>
                  </a:lnTo>
                  <a:lnTo>
                    <a:pt x="121248" y="31848"/>
                  </a:lnTo>
                  <a:lnTo>
                    <a:pt x="155623" y="31848"/>
                  </a:lnTo>
                  <a:lnTo>
                    <a:pt x="175618" y="51843"/>
                  </a:lnTo>
                  <a:lnTo>
                    <a:pt x="196823" y="51843"/>
                  </a:lnTo>
                  <a:lnTo>
                    <a:pt x="248340" y="326"/>
                  </a:lnTo>
                  <a:cubicBezTo>
                    <a:pt x="248408" y="235"/>
                    <a:pt x="248408" y="121"/>
                    <a:pt x="248340" y="52"/>
                  </a:cubicBezTo>
                  <a:cubicBezTo>
                    <a:pt x="248306" y="18"/>
                    <a:pt x="248254" y="1"/>
                    <a:pt x="248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9"/>
            <p:cNvSpPr/>
            <p:nvPr/>
          </p:nvSpPr>
          <p:spPr>
            <a:xfrm>
              <a:off x="1265250" y="1389550"/>
              <a:ext cx="6299250" cy="1955000"/>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9"/>
            <p:cNvSpPr/>
            <p:nvPr/>
          </p:nvSpPr>
          <p:spPr>
            <a:xfrm>
              <a:off x="1631600" y="1974425"/>
              <a:ext cx="6160000" cy="1095650"/>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9"/>
            <p:cNvSpPr/>
            <p:nvPr/>
          </p:nvSpPr>
          <p:spPr>
            <a:xfrm>
              <a:off x="1978550" y="331575"/>
              <a:ext cx="4691750" cy="1289675"/>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9"/>
            <p:cNvSpPr/>
            <p:nvPr/>
          </p:nvSpPr>
          <p:spPr>
            <a:xfrm>
              <a:off x="937150" y="2104550"/>
              <a:ext cx="6622775" cy="1510475"/>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9"/>
            <p:cNvSpPr/>
            <p:nvPr/>
          </p:nvSpPr>
          <p:spPr>
            <a:xfrm>
              <a:off x="1664700" y="294775"/>
              <a:ext cx="3135650" cy="7666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9"/>
            <p:cNvSpPr/>
            <p:nvPr/>
          </p:nvSpPr>
          <p:spPr>
            <a:xfrm>
              <a:off x="100600" y="2193550"/>
              <a:ext cx="3410675" cy="530725"/>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9"/>
            <p:cNvSpPr/>
            <p:nvPr/>
          </p:nvSpPr>
          <p:spPr>
            <a:xfrm>
              <a:off x="106300" y="832600"/>
              <a:ext cx="2024625" cy="395475"/>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9"/>
            <p:cNvSpPr/>
            <p:nvPr/>
          </p:nvSpPr>
          <p:spPr>
            <a:xfrm>
              <a:off x="24125" y="1108225"/>
              <a:ext cx="1654850" cy="513025"/>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9"/>
            <p:cNvSpPr/>
            <p:nvPr/>
          </p:nvSpPr>
          <p:spPr>
            <a:xfrm>
              <a:off x="24125" y="1371850"/>
              <a:ext cx="979225" cy="45197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9"/>
            <p:cNvSpPr/>
            <p:nvPr/>
          </p:nvSpPr>
          <p:spPr>
            <a:xfrm>
              <a:off x="5585500" y="1408375"/>
              <a:ext cx="1529900" cy="580350"/>
            </a:xfrm>
            <a:custGeom>
              <a:avLst/>
              <a:gdLst/>
              <a:ahLst/>
              <a:cxnLst/>
              <a:rect l="l" t="t" r="r" b="b"/>
              <a:pathLst>
                <a:path w="61196" h="23214" extrusionOk="0">
                  <a:moveTo>
                    <a:pt x="49121" y="0"/>
                  </a:moveTo>
                  <a:lnTo>
                    <a:pt x="26661" y="22460"/>
                  </a:lnTo>
                  <a:lnTo>
                    <a:pt x="389" y="22460"/>
                  </a:lnTo>
                  <a:cubicBezTo>
                    <a:pt x="161" y="22460"/>
                    <a:pt x="1" y="22620"/>
                    <a:pt x="1" y="22848"/>
                  </a:cubicBezTo>
                  <a:cubicBezTo>
                    <a:pt x="1" y="23054"/>
                    <a:pt x="161" y="23214"/>
                    <a:pt x="389" y="23214"/>
                  </a:cubicBezTo>
                  <a:lnTo>
                    <a:pt x="26980" y="23214"/>
                  </a:lnTo>
                  <a:lnTo>
                    <a:pt x="49441" y="776"/>
                  </a:lnTo>
                  <a:lnTo>
                    <a:pt x="60808" y="776"/>
                  </a:lnTo>
                  <a:cubicBezTo>
                    <a:pt x="61013" y="776"/>
                    <a:pt x="61196" y="594"/>
                    <a:pt x="61196" y="388"/>
                  </a:cubicBezTo>
                  <a:cubicBezTo>
                    <a:pt x="61196" y="183"/>
                    <a:pt x="61013" y="0"/>
                    <a:pt x="60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9"/>
            <p:cNvSpPr/>
            <p:nvPr/>
          </p:nvSpPr>
          <p:spPr>
            <a:xfrm>
              <a:off x="5953000" y="3543100"/>
              <a:ext cx="134700" cy="134700"/>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9"/>
            <p:cNvSpPr/>
            <p:nvPr/>
          </p:nvSpPr>
          <p:spPr>
            <a:xfrm>
              <a:off x="5976400" y="3566500"/>
              <a:ext cx="87900" cy="8732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9"/>
            <p:cNvSpPr/>
            <p:nvPr/>
          </p:nvSpPr>
          <p:spPr>
            <a:xfrm>
              <a:off x="5421175" y="2256325"/>
              <a:ext cx="134700" cy="134700"/>
            </a:xfrm>
            <a:custGeom>
              <a:avLst/>
              <a:gdLst/>
              <a:ahLst/>
              <a:cxnLst/>
              <a:rect l="l" t="t" r="r" b="b"/>
              <a:pathLst>
                <a:path w="5388" h="5388" extrusionOk="0">
                  <a:moveTo>
                    <a:pt x="2694" y="389"/>
                  </a:moveTo>
                  <a:cubicBezTo>
                    <a:pt x="3972" y="389"/>
                    <a:pt x="4999" y="1416"/>
                    <a:pt x="4999" y="2694"/>
                  </a:cubicBezTo>
                  <a:cubicBezTo>
                    <a:pt x="4999" y="3972"/>
                    <a:pt x="3972" y="5022"/>
                    <a:pt x="2694" y="5022"/>
                  </a:cubicBezTo>
                  <a:cubicBezTo>
                    <a:pt x="1415" y="5022"/>
                    <a:pt x="365" y="3972"/>
                    <a:pt x="365" y="2694"/>
                  </a:cubicBezTo>
                  <a:cubicBezTo>
                    <a:pt x="365" y="1416"/>
                    <a:pt x="1415" y="389"/>
                    <a:pt x="2694" y="389"/>
                  </a:cubicBezTo>
                  <a:close/>
                  <a:moveTo>
                    <a:pt x="2694" y="1"/>
                  </a:moveTo>
                  <a:cubicBezTo>
                    <a:pt x="1210" y="1"/>
                    <a:pt x="0" y="1210"/>
                    <a:pt x="0" y="2694"/>
                  </a:cubicBezTo>
                  <a:cubicBezTo>
                    <a:pt x="0" y="4178"/>
                    <a:pt x="1210" y="5387"/>
                    <a:pt x="2694" y="5387"/>
                  </a:cubicBezTo>
                  <a:cubicBezTo>
                    <a:pt x="4177" y="5387"/>
                    <a:pt x="5387" y="4178"/>
                    <a:pt x="5387" y="2694"/>
                  </a:cubicBezTo>
                  <a:cubicBezTo>
                    <a:pt x="5387" y="1210"/>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9"/>
            <p:cNvSpPr/>
            <p:nvPr/>
          </p:nvSpPr>
          <p:spPr>
            <a:xfrm>
              <a:off x="5444575" y="2279725"/>
              <a:ext cx="87900" cy="87900"/>
            </a:xfrm>
            <a:custGeom>
              <a:avLst/>
              <a:gdLst/>
              <a:ahLst/>
              <a:cxnLst/>
              <a:rect l="l" t="t" r="r" b="b"/>
              <a:pathLst>
                <a:path w="3516" h="3516" extrusionOk="0">
                  <a:moveTo>
                    <a:pt x="1758" y="0"/>
                  </a:moveTo>
                  <a:cubicBezTo>
                    <a:pt x="776" y="0"/>
                    <a:pt x="0" y="799"/>
                    <a:pt x="0" y="1758"/>
                  </a:cubicBezTo>
                  <a:cubicBezTo>
                    <a:pt x="0" y="2739"/>
                    <a:pt x="776" y="3516"/>
                    <a:pt x="1758" y="3516"/>
                  </a:cubicBezTo>
                  <a:cubicBezTo>
                    <a:pt x="2716" y="3516"/>
                    <a:pt x="3515" y="2739"/>
                    <a:pt x="3515" y="1758"/>
                  </a:cubicBezTo>
                  <a:cubicBezTo>
                    <a:pt x="3515" y="799"/>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9"/>
            <p:cNvSpPr/>
            <p:nvPr/>
          </p:nvSpPr>
          <p:spPr>
            <a:xfrm>
              <a:off x="5459400" y="1912225"/>
              <a:ext cx="134700" cy="134700"/>
            </a:xfrm>
            <a:custGeom>
              <a:avLst/>
              <a:gdLst/>
              <a:ahLst/>
              <a:cxnLst/>
              <a:rect l="l" t="t" r="r" b="b"/>
              <a:pathLst>
                <a:path w="5388" h="5388" extrusionOk="0">
                  <a:moveTo>
                    <a:pt x="2694" y="366"/>
                  </a:moveTo>
                  <a:cubicBezTo>
                    <a:pt x="3972" y="366"/>
                    <a:pt x="4999" y="1416"/>
                    <a:pt x="4999" y="2694"/>
                  </a:cubicBezTo>
                  <a:cubicBezTo>
                    <a:pt x="4999" y="3973"/>
                    <a:pt x="3972" y="5000"/>
                    <a:pt x="2694" y="5000"/>
                  </a:cubicBezTo>
                  <a:cubicBezTo>
                    <a:pt x="1416" y="5000"/>
                    <a:pt x="389" y="3973"/>
                    <a:pt x="389" y="2694"/>
                  </a:cubicBezTo>
                  <a:cubicBezTo>
                    <a:pt x="389" y="1416"/>
                    <a:pt x="1416" y="366"/>
                    <a:pt x="2694" y="366"/>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9"/>
            <p:cNvSpPr/>
            <p:nvPr/>
          </p:nvSpPr>
          <p:spPr>
            <a:xfrm>
              <a:off x="5482800" y="1935625"/>
              <a:ext cx="87900" cy="87900"/>
            </a:xfrm>
            <a:custGeom>
              <a:avLst/>
              <a:gdLst/>
              <a:ahLst/>
              <a:cxnLst/>
              <a:rect l="l" t="t" r="r" b="b"/>
              <a:pathLst>
                <a:path w="3516" h="3516" extrusionOk="0">
                  <a:moveTo>
                    <a:pt x="1758" y="1"/>
                  </a:moveTo>
                  <a:cubicBezTo>
                    <a:pt x="799" y="1"/>
                    <a:pt x="0" y="777"/>
                    <a:pt x="0" y="1758"/>
                  </a:cubicBezTo>
                  <a:cubicBezTo>
                    <a:pt x="0" y="2717"/>
                    <a:pt x="799" y="3516"/>
                    <a:pt x="1758" y="3516"/>
                  </a:cubicBezTo>
                  <a:cubicBezTo>
                    <a:pt x="2739" y="3516"/>
                    <a:pt x="3515" y="2717"/>
                    <a:pt x="3515" y="1758"/>
                  </a:cubicBezTo>
                  <a:cubicBezTo>
                    <a:pt x="3515" y="777"/>
                    <a:pt x="2739"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9"/>
            <p:cNvSpPr/>
            <p:nvPr/>
          </p:nvSpPr>
          <p:spPr>
            <a:xfrm>
              <a:off x="4736975" y="1935625"/>
              <a:ext cx="87900" cy="87900"/>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9"/>
            <p:cNvSpPr/>
            <p:nvPr/>
          </p:nvSpPr>
          <p:spPr>
            <a:xfrm>
              <a:off x="7044625" y="2632950"/>
              <a:ext cx="87900" cy="8732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9"/>
            <p:cNvSpPr/>
            <p:nvPr/>
          </p:nvSpPr>
          <p:spPr>
            <a:xfrm>
              <a:off x="4222850" y="1085400"/>
              <a:ext cx="134675" cy="134675"/>
            </a:xfrm>
            <a:custGeom>
              <a:avLst/>
              <a:gdLst/>
              <a:ahLst/>
              <a:cxnLst/>
              <a:rect l="l" t="t" r="r" b="b"/>
              <a:pathLst>
                <a:path w="5387" h="5387" extrusionOk="0">
                  <a:moveTo>
                    <a:pt x="2694" y="388"/>
                  </a:moveTo>
                  <a:cubicBezTo>
                    <a:pt x="3972" y="388"/>
                    <a:pt x="5022" y="1415"/>
                    <a:pt x="5022" y="2694"/>
                  </a:cubicBezTo>
                  <a:cubicBezTo>
                    <a:pt x="5022" y="3972"/>
                    <a:pt x="3972" y="4999"/>
                    <a:pt x="2694" y="4999"/>
                  </a:cubicBezTo>
                  <a:cubicBezTo>
                    <a:pt x="1415" y="4999"/>
                    <a:pt x="388" y="3972"/>
                    <a:pt x="388" y="2694"/>
                  </a:cubicBezTo>
                  <a:cubicBezTo>
                    <a:pt x="388" y="1415"/>
                    <a:pt x="1415" y="388"/>
                    <a:pt x="2694" y="388"/>
                  </a:cubicBezTo>
                  <a:close/>
                  <a:moveTo>
                    <a:pt x="2694" y="0"/>
                  </a:moveTo>
                  <a:cubicBezTo>
                    <a:pt x="1210" y="0"/>
                    <a:pt x="0" y="1210"/>
                    <a:pt x="0" y="2694"/>
                  </a:cubicBezTo>
                  <a:cubicBezTo>
                    <a:pt x="0" y="4177"/>
                    <a:pt x="1210" y="5387"/>
                    <a:pt x="2694" y="5387"/>
                  </a:cubicBezTo>
                  <a:cubicBezTo>
                    <a:pt x="4177" y="5387"/>
                    <a:pt x="5387" y="4177"/>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9"/>
            <p:cNvSpPr/>
            <p:nvPr/>
          </p:nvSpPr>
          <p:spPr>
            <a:xfrm>
              <a:off x="4246800" y="1108775"/>
              <a:ext cx="87350" cy="87925"/>
            </a:xfrm>
            <a:custGeom>
              <a:avLst/>
              <a:gdLst/>
              <a:ahLst/>
              <a:cxnLst/>
              <a:rect l="l" t="t" r="r" b="b"/>
              <a:pathLst>
                <a:path w="3494" h="3517" extrusionOk="0">
                  <a:moveTo>
                    <a:pt x="1736" y="1"/>
                  </a:moveTo>
                  <a:cubicBezTo>
                    <a:pt x="777" y="1"/>
                    <a:pt x="1" y="800"/>
                    <a:pt x="1" y="1759"/>
                  </a:cubicBezTo>
                  <a:cubicBezTo>
                    <a:pt x="1" y="2717"/>
                    <a:pt x="777" y="3516"/>
                    <a:pt x="1736" y="3516"/>
                  </a:cubicBezTo>
                  <a:cubicBezTo>
                    <a:pt x="2717" y="3516"/>
                    <a:pt x="3493" y="2717"/>
                    <a:pt x="3493" y="1759"/>
                  </a:cubicBezTo>
                  <a:cubicBezTo>
                    <a:pt x="3493" y="800"/>
                    <a:pt x="2717" y="1"/>
                    <a:pt x="17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9"/>
            <p:cNvSpPr/>
            <p:nvPr/>
          </p:nvSpPr>
          <p:spPr>
            <a:xfrm>
              <a:off x="3502700" y="2585000"/>
              <a:ext cx="134700" cy="134700"/>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9"/>
            <p:cNvSpPr/>
            <p:nvPr/>
          </p:nvSpPr>
          <p:spPr>
            <a:xfrm>
              <a:off x="3526100" y="2608400"/>
              <a:ext cx="87900" cy="87900"/>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9"/>
            <p:cNvSpPr/>
            <p:nvPr/>
          </p:nvSpPr>
          <p:spPr>
            <a:xfrm>
              <a:off x="2281550" y="1156150"/>
              <a:ext cx="134700" cy="134700"/>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9"/>
            <p:cNvSpPr/>
            <p:nvPr/>
          </p:nvSpPr>
          <p:spPr>
            <a:xfrm>
              <a:off x="2304950" y="1179550"/>
              <a:ext cx="87325" cy="87900"/>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9"/>
            <p:cNvSpPr/>
            <p:nvPr/>
          </p:nvSpPr>
          <p:spPr>
            <a:xfrm>
              <a:off x="1577950" y="1004925"/>
              <a:ext cx="94750" cy="94750"/>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9"/>
            <p:cNvSpPr/>
            <p:nvPr/>
          </p:nvSpPr>
          <p:spPr>
            <a:xfrm>
              <a:off x="1595075" y="1022050"/>
              <a:ext cx="59950" cy="59950"/>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9"/>
            <p:cNvSpPr/>
            <p:nvPr/>
          </p:nvSpPr>
          <p:spPr>
            <a:xfrm>
              <a:off x="2892125" y="11704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9"/>
            <p:cNvSpPr/>
            <p:nvPr/>
          </p:nvSpPr>
          <p:spPr>
            <a:xfrm>
              <a:off x="7004675" y="1366150"/>
              <a:ext cx="106150" cy="106150"/>
            </a:xfrm>
            <a:custGeom>
              <a:avLst/>
              <a:gdLst/>
              <a:ahLst/>
              <a:cxnLst/>
              <a:rect l="l" t="t" r="r" b="b"/>
              <a:pathLst>
                <a:path w="4246" h="4246" extrusionOk="0">
                  <a:moveTo>
                    <a:pt x="2123" y="0"/>
                  </a:moveTo>
                  <a:cubicBezTo>
                    <a:pt x="936" y="0"/>
                    <a:pt x="0" y="959"/>
                    <a:pt x="0" y="2123"/>
                  </a:cubicBezTo>
                  <a:cubicBezTo>
                    <a:pt x="0" y="3310"/>
                    <a:pt x="936" y="4246"/>
                    <a:pt x="2123" y="4246"/>
                  </a:cubicBezTo>
                  <a:cubicBezTo>
                    <a:pt x="3287" y="4246"/>
                    <a:pt x="4246" y="3310"/>
                    <a:pt x="4246" y="2123"/>
                  </a:cubicBezTo>
                  <a:cubicBezTo>
                    <a:pt x="4246" y="959"/>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9"/>
            <p:cNvSpPr/>
            <p:nvPr/>
          </p:nvSpPr>
          <p:spPr>
            <a:xfrm>
              <a:off x="6446600" y="2270600"/>
              <a:ext cx="106150" cy="106150"/>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9"/>
            <p:cNvSpPr/>
            <p:nvPr/>
          </p:nvSpPr>
          <p:spPr>
            <a:xfrm>
              <a:off x="6258275" y="3300575"/>
              <a:ext cx="69650" cy="69650"/>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9"/>
            <p:cNvSpPr/>
            <p:nvPr/>
          </p:nvSpPr>
          <p:spPr>
            <a:xfrm>
              <a:off x="4746100" y="3030675"/>
              <a:ext cx="69650" cy="69075"/>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9"/>
            <p:cNvSpPr/>
            <p:nvPr/>
          </p:nvSpPr>
          <p:spPr>
            <a:xfrm>
              <a:off x="5111875" y="1378700"/>
              <a:ext cx="106175" cy="106150"/>
            </a:xfrm>
            <a:custGeom>
              <a:avLst/>
              <a:gdLst/>
              <a:ahLst/>
              <a:cxnLst/>
              <a:rect l="l" t="t" r="r" b="b"/>
              <a:pathLst>
                <a:path w="4247" h="4246" extrusionOk="0">
                  <a:moveTo>
                    <a:pt x="2124" y="0"/>
                  </a:moveTo>
                  <a:cubicBezTo>
                    <a:pt x="960" y="0"/>
                    <a:pt x="1" y="959"/>
                    <a:pt x="1" y="2123"/>
                  </a:cubicBezTo>
                  <a:cubicBezTo>
                    <a:pt x="1" y="3310"/>
                    <a:pt x="960" y="4246"/>
                    <a:pt x="2124" y="4246"/>
                  </a:cubicBezTo>
                  <a:cubicBezTo>
                    <a:pt x="3288" y="4246"/>
                    <a:pt x="4246" y="3310"/>
                    <a:pt x="4246" y="2123"/>
                  </a:cubicBezTo>
                  <a:cubicBezTo>
                    <a:pt x="4246" y="959"/>
                    <a:pt x="3288" y="0"/>
                    <a:pt x="21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9"/>
            <p:cNvSpPr/>
            <p:nvPr/>
          </p:nvSpPr>
          <p:spPr>
            <a:xfrm>
              <a:off x="5692225" y="1404950"/>
              <a:ext cx="75350" cy="74775"/>
            </a:xfrm>
            <a:custGeom>
              <a:avLst/>
              <a:gdLst/>
              <a:ahLst/>
              <a:cxnLst/>
              <a:rect l="l" t="t" r="r" b="b"/>
              <a:pathLst>
                <a:path w="3014" h="2991" extrusionOk="0">
                  <a:moveTo>
                    <a:pt x="1507" y="0"/>
                  </a:moveTo>
                  <a:cubicBezTo>
                    <a:pt x="685" y="0"/>
                    <a:pt x="0" y="662"/>
                    <a:pt x="0" y="1507"/>
                  </a:cubicBezTo>
                  <a:cubicBezTo>
                    <a:pt x="0" y="2328"/>
                    <a:pt x="685" y="2990"/>
                    <a:pt x="1507" y="2990"/>
                  </a:cubicBezTo>
                  <a:cubicBezTo>
                    <a:pt x="2328" y="2990"/>
                    <a:pt x="3013" y="2328"/>
                    <a:pt x="3013" y="1507"/>
                  </a:cubicBezTo>
                  <a:cubicBezTo>
                    <a:pt x="3013" y="662"/>
                    <a:pt x="2328"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9"/>
            <p:cNvSpPr/>
            <p:nvPr/>
          </p:nvSpPr>
          <p:spPr>
            <a:xfrm>
              <a:off x="5821750" y="1469425"/>
              <a:ext cx="79350" cy="79350"/>
            </a:xfrm>
            <a:custGeom>
              <a:avLst/>
              <a:gdLst/>
              <a:ahLst/>
              <a:cxnLst/>
              <a:rect l="l" t="t" r="r" b="b"/>
              <a:pathLst>
                <a:path w="3174" h="3174" extrusionOk="0">
                  <a:moveTo>
                    <a:pt x="1598" y="1"/>
                  </a:moveTo>
                  <a:cubicBezTo>
                    <a:pt x="708" y="1"/>
                    <a:pt x="1" y="708"/>
                    <a:pt x="1" y="1575"/>
                  </a:cubicBezTo>
                  <a:cubicBezTo>
                    <a:pt x="1" y="2466"/>
                    <a:pt x="708" y="3173"/>
                    <a:pt x="1598" y="3173"/>
                  </a:cubicBezTo>
                  <a:cubicBezTo>
                    <a:pt x="2466" y="3173"/>
                    <a:pt x="3173" y="2466"/>
                    <a:pt x="3173" y="1575"/>
                  </a:cubicBezTo>
                  <a:cubicBezTo>
                    <a:pt x="3173" y="708"/>
                    <a:pt x="2466"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9"/>
            <p:cNvSpPr/>
            <p:nvPr/>
          </p:nvSpPr>
          <p:spPr>
            <a:xfrm>
              <a:off x="3572900" y="2384150"/>
              <a:ext cx="139825" cy="139250"/>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9"/>
            <p:cNvSpPr/>
            <p:nvPr/>
          </p:nvSpPr>
          <p:spPr>
            <a:xfrm>
              <a:off x="5419450" y="2995300"/>
              <a:ext cx="139825" cy="139825"/>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9"/>
            <p:cNvSpPr/>
            <p:nvPr/>
          </p:nvSpPr>
          <p:spPr>
            <a:xfrm>
              <a:off x="3311550" y="1787275"/>
              <a:ext cx="65075" cy="65075"/>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9"/>
            <p:cNvSpPr/>
            <p:nvPr/>
          </p:nvSpPr>
          <p:spPr>
            <a:xfrm>
              <a:off x="3501550" y="1519075"/>
              <a:ext cx="143825" cy="144400"/>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9"/>
            <p:cNvSpPr/>
            <p:nvPr/>
          </p:nvSpPr>
          <p:spPr>
            <a:xfrm>
              <a:off x="3526675" y="1544750"/>
              <a:ext cx="93600" cy="93050"/>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9"/>
            <p:cNvSpPr/>
            <p:nvPr/>
          </p:nvSpPr>
          <p:spPr>
            <a:xfrm>
              <a:off x="1930050" y="1563575"/>
              <a:ext cx="106150" cy="106175"/>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9"/>
            <p:cNvSpPr/>
            <p:nvPr/>
          </p:nvSpPr>
          <p:spPr>
            <a:xfrm>
              <a:off x="1621325" y="1563575"/>
              <a:ext cx="106175" cy="106175"/>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9"/>
            <p:cNvSpPr/>
            <p:nvPr/>
          </p:nvSpPr>
          <p:spPr>
            <a:xfrm>
              <a:off x="944550" y="1765575"/>
              <a:ext cx="106175" cy="106175"/>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9"/>
            <p:cNvSpPr/>
            <p:nvPr/>
          </p:nvSpPr>
          <p:spPr>
            <a:xfrm>
              <a:off x="496050" y="13239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9"/>
            <p:cNvSpPr/>
            <p:nvPr/>
          </p:nvSpPr>
          <p:spPr>
            <a:xfrm>
              <a:off x="3168300" y="1186975"/>
              <a:ext cx="72500" cy="73050"/>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9"/>
            <p:cNvSpPr/>
            <p:nvPr/>
          </p:nvSpPr>
          <p:spPr>
            <a:xfrm>
              <a:off x="1238425" y="1362725"/>
              <a:ext cx="73075" cy="73050"/>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9"/>
            <p:cNvSpPr/>
            <p:nvPr/>
          </p:nvSpPr>
          <p:spPr>
            <a:xfrm>
              <a:off x="2281550" y="832600"/>
              <a:ext cx="2995850" cy="9725"/>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9"/>
            <p:cNvSpPr/>
            <p:nvPr/>
          </p:nvSpPr>
          <p:spPr>
            <a:xfrm>
              <a:off x="2222775" y="800650"/>
              <a:ext cx="73075" cy="73050"/>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9"/>
            <p:cNvSpPr/>
            <p:nvPr/>
          </p:nvSpPr>
          <p:spPr>
            <a:xfrm>
              <a:off x="5235725" y="800650"/>
              <a:ext cx="73050" cy="73050"/>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9"/>
            <p:cNvSpPr/>
            <p:nvPr/>
          </p:nvSpPr>
          <p:spPr>
            <a:xfrm>
              <a:off x="5732175" y="319450"/>
              <a:ext cx="1118450" cy="1117475"/>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9"/>
            <p:cNvSpPr/>
            <p:nvPr/>
          </p:nvSpPr>
          <p:spPr>
            <a:xfrm>
              <a:off x="5870250" y="381100"/>
              <a:ext cx="1118475" cy="1117450"/>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9"/>
            <p:cNvSpPr/>
            <p:nvPr/>
          </p:nvSpPr>
          <p:spPr>
            <a:xfrm>
              <a:off x="4775775" y="1974875"/>
              <a:ext cx="2300825" cy="706600"/>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9"/>
            <p:cNvSpPr/>
            <p:nvPr/>
          </p:nvSpPr>
          <p:spPr>
            <a:xfrm>
              <a:off x="3518100" y="2023500"/>
              <a:ext cx="149550" cy="93050"/>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9"/>
            <p:cNvSpPr/>
            <p:nvPr/>
          </p:nvSpPr>
          <p:spPr>
            <a:xfrm>
              <a:off x="3630525" y="2023500"/>
              <a:ext cx="148950" cy="93050"/>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9"/>
            <p:cNvSpPr/>
            <p:nvPr/>
          </p:nvSpPr>
          <p:spPr>
            <a:xfrm>
              <a:off x="3742375" y="2023500"/>
              <a:ext cx="149525" cy="93050"/>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9"/>
            <p:cNvSpPr/>
            <p:nvPr/>
          </p:nvSpPr>
          <p:spPr>
            <a:xfrm>
              <a:off x="38547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9"/>
            <p:cNvSpPr/>
            <p:nvPr/>
          </p:nvSpPr>
          <p:spPr>
            <a:xfrm>
              <a:off x="3966625" y="2023500"/>
              <a:ext cx="148950" cy="93050"/>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9"/>
            <p:cNvSpPr/>
            <p:nvPr/>
          </p:nvSpPr>
          <p:spPr>
            <a:xfrm>
              <a:off x="4078475" y="2023500"/>
              <a:ext cx="149525" cy="93050"/>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9"/>
            <p:cNvSpPr/>
            <p:nvPr/>
          </p:nvSpPr>
          <p:spPr>
            <a:xfrm>
              <a:off x="41908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9"/>
            <p:cNvSpPr/>
            <p:nvPr/>
          </p:nvSpPr>
          <p:spPr>
            <a:xfrm>
              <a:off x="4302725" y="2023500"/>
              <a:ext cx="149525" cy="93050"/>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9"/>
            <p:cNvSpPr/>
            <p:nvPr/>
          </p:nvSpPr>
          <p:spPr>
            <a:xfrm>
              <a:off x="2718075" y="2800150"/>
              <a:ext cx="276800" cy="172925"/>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9"/>
            <p:cNvSpPr/>
            <p:nvPr/>
          </p:nvSpPr>
          <p:spPr>
            <a:xfrm>
              <a:off x="2925800" y="2800150"/>
              <a:ext cx="276775" cy="172925"/>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9"/>
            <p:cNvSpPr/>
            <p:nvPr/>
          </p:nvSpPr>
          <p:spPr>
            <a:xfrm>
              <a:off x="3133500" y="2800150"/>
              <a:ext cx="276775" cy="172925"/>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9"/>
            <p:cNvSpPr/>
            <p:nvPr/>
          </p:nvSpPr>
          <p:spPr>
            <a:xfrm>
              <a:off x="3341775" y="2800150"/>
              <a:ext cx="276800" cy="172925"/>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9"/>
            <p:cNvSpPr/>
            <p:nvPr/>
          </p:nvSpPr>
          <p:spPr>
            <a:xfrm>
              <a:off x="3549500" y="2800150"/>
              <a:ext cx="276775" cy="172925"/>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9"/>
            <p:cNvSpPr/>
            <p:nvPr/>
          </p:nvSpPr>
          <p:spPr>
            <a:xfrm>
              <a:off x="3757200" y="2800150"/>
              <a:ext cx="276775" cy="172925"/>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9"/>
            <p:cNvSpPr/>
            <p:nvPr/>
          </p:nvSpPr>
          <p:spPr>
            <a:xfrm>
              <a:off x="61139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9"/>
            <p:cNvSpPr/>
            <p:nvPr/>
          </p:nvSpPr>
          <p:spPr>
            <a:xfrm>
              <a:off x="5906200" y="435450"/>
              <a:ext cx="276800" cy="172925"/>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9"/>
            <p:cNvSpPr/>
            <p:nvPr/>
          </p:nvSpPr>
          <p:spPr>
            <a:xfrm>
              <a:off x="5698500" y="435450"/>
              <a:ext cx="276775" cy="172925"/>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9"/>
            <p:cNvSpPr/>
            <p:nvPr/>
          </p:nvSpPr>
          <p:spPr>
            <a:xfrm>
              <a:off x="54902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9"/>
            <p:cNvSpPr/>
            <p:nvPr/>
          </p:nvSpPr>
          <p:spPr>
            <a:xfrm>
              <a:off x="5282500" y="435450"/>
              <a:ext cx="276775" cy="172925"/>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9"/>
            <p:cNvSpPr/>
            <p:nvPr/>
          </p:nvSpPr>
          <p:spPr>
            <a:xfrm>
              <a:off x="5074800" y="435450"/>
              <a:ext cx="276775" cy="172925"/>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9"/>
            <p:cNvSpPr/>
            <p:nvPr/>
          </p:nvSpPr>
          <p:spPr>
            <a:xfrm>
              <a:off x="4867075" y="435450"/>
              <a:ext cx="276800" cy="172925"/>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9"/>
            <p:cNvSpPr/>
            <p:nvPr/>
          </p:nvSpPr>
          <p:spPr>
            <a:xfrm>
              <a:off x="4658800" y="435450"/>
              <a:ext cx="276775" cy="172925"/>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9"/>
            <p:cNvSpPr/>
            <p:nvPr/>
          </p:nvSpPr>
          <p:spPr>
            <a:xfrm>
              <a:off x="4853400"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9"/>
            <p:cNvSpPr/>
            <p:nvPr/>
          </p:nvSpPr>
          <p:spPr>
            <a:xfrm>
              <a:off x="4940700"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9"/>
            <p:cNvSpPr/>
            <p:nvPr/>
          </p:nvSpPr>
          <p:spPr>
            <a:xfrm>
              <a:off x="5028000"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9"/>
            <p:cNvSpPr/>
            <p:nvPr/>
          </p:nvSpPr>
          <p:spPr>
            <a:xfrm>
              <a:off x="5115300" y="927325"/>
              <a:ext cx="143825" cy="155250"/>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9"/>
            <p:cNvSpPr/>
            <p:nvPr/>
          </p:nvSpPr>
          <p:spPr>
            <a:xfrm>
              <a:off x="5202625" y="927325"/>
              <a:ext cx="143825" cy="155250"/>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9"/>
            <p:cNvSpPr/>
            <p:nvPr/>
          </p:nvSpPr>
          <p:spPr>
            <a:xfrm>
              <a:off x="5289925" y="927325"/>
              <a:ext cx="143825" cy="155250"/>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9"/>
            <p:cNvSpPr/>
            <p:nvPr/>
          </p:nvSpPr>
          <p:spPr>
            <a:xfrm>
              <a:off x="5377225" y="927325"/>
              <a:ext cx="143825" cy="155250"/>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9"/>
            <p:cNvSpPr/>
            <p:nvPr/>
          </p:nvSpPr>
          <p:spPr>
            <a:xfrm>
              <a:off x="5465100" y="927325"/>
              <a:ext cx="143250" cy="155250"/>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9"/>
            <p:cNvSpPr/>
            <p:nvPr/>
          </p:nvSpPr>
          <p:spPr>
            <a:xfrm>
              <a:off x="5552425"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9"/>
            <p:cNvSpPr/>
            <p:nvPr/>
          </p:nvSpPr>
          <p:spPr>
            <a:xfrm>
              <a:off x="5639725"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9"/>
            <p:cNvSpPr/>
            <p:nvPr/>
          </p:nvSpPr>
          <p:spPr>
            <a:xfrm>
              <a:off x="5727025"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2" name="Google Shape;642;p9"/>
          <p:cNvGrpSpPr/>
          <p:nvPr/>
        </p:nvGrpSpPr>
        <p:grpSpPr>
          <a:xfrm>
            <a:off x="-64791" y="3334954"/>
            <a:ext cx="2438787" cy="1857515"/>
            <a:chOff x="-64791" y="3334954"/>
            <a:chExt cx="2438787" cy="1857515"/>
          </a:xfrm>
        </p:grpSpPr>
        <p:sp>
          <p:nvSpPr>
            <p:cNvPr id="643" name="Google Shape;643;p9"/>
            <p:cNvSpPr/>
            <p:nvPr/>
          </p:nvSpPr>
          <p:spPr>
            <a:xfrm>
              <a:off x="153233" y="4953367"/>
              <a:ext cx="101" cy="101"/>
            </a:xfrm>
            <a:custGeom>
              <a:avLst/>
              <a:gdLst/>
              <a:ahLst/>
              <a:cxnLst/>
              <a:rect l="l" t="t" r="r" b="b"/>
              <a:pathLst>
                <a:path w="1" h="1" fill="none" extrusionOk="0">
                  <a:moveTo>
                    <a:pt x="0" y="0"/>
                  </a:moveTo>
                  <a:lnTo>
                    <a:pt x="0" y="0"/>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9"/>
            <p:cNvSpPr/>
            <p:nvPr/>
          </p:nvSpPr>
          <p:spPr>
            <a:xfrm>
              <a:off x="735872" y="4953367"/>
              <a:ext cx="101" cy="101"/>
            </a:xfrm>
            <a:custGeom>
              <a:avLst/>
              <a:gdLst/>
              <a:ahLst/>
              <a:cxnLst/>
              <a:rect l="l" t="t" r="r" b="b"/>
              <a:pathLst>
                <a:path w="1" h="1" fill="none" extrusionOk="0">
                  <a:moveTo>
                    <a:pt x="0" y="0"/>
                  </a:moveTo>
                  <a:lnTo>
                    <a:pt x="0" y="0"/>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9"/>
            <p:cNvSpPr/>
            <p:nvPr/>
          </p:nvSpPr>
          <p:spPr>
            <a:xfrm>
              <a:off x="173449" y="4953367"/>
              <a:ext cx="527044" cy="101"/>
            </a:xfrm>
            <a:custGeom>
              <a:avLst/>
              <a:gdLst/>
              <a:ahLst/>
              <a:cxnLst/>
              <a:rect l="l" t="t" r="r" b="b"/>
              <a:pathLst>
                <a:path w="5214" h="1" fill="none" extrusionOk="0">
                  <a:moveTo>
                    <a:pt x="5214" y="0"/>
                  </a:moveTo>
                  <a:lnTo>
                    <a:pt x="1"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9"/>
            <p:cNvSpPr/>
            <p:nvPr/>
          </p:nvSpPr>
          <p:spPr>
            <a:xfrm>
              <a:off x="-26784" y="4811455"/>
              <a:ext cx="106541" cy="101"/>
            </a:xfrm>
            <a:custGeom>
              <a:avLst/>
              <a:gdLst/>
              <a:ahLst/>
              <a:cxnLst/>
              <a:rect l="l" t="t" r="r" b="b"/>
              <a:pathLst>
                <a:path w="1054" h="1" fill="none" extrusionOk="0">
                  <a:moveTo>
                    <a:pt x="1054" y="1"/>
                  </a:moveTo>
                  <a:lnTo>
                    <a:pt x="1"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9"/>
            <p:cNvSpPr/>
            <p:nvPr/>
          </p:nvSpPr>
          <p:spPr>
            <a:xfrm>
              <a:off x="1115" y="4735444"/>
              <a:ext cx="78642" cy="101"/>
            </a:xfrm>
            <a:custGeom>
              <a:avLst/>
              <a:gdLst/>
              <a:ahLst/>
              <a:cxnLst/>
              <a:rect l="l" t="t" r="r" b="b"/>
              <a:pathLst>
                <a:path w="778" h="1" fill="none" extrusionOk="0">
                  <a:moveTo>
                    <a:pt x="778" y="1"/>
                  </a:moveTo>
                  <a:lnTo>
                    <a:pt x="1"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9"/>
            <p:cNvSpPr/>
            <p:nvPr/>
          </p:nvSpPr>
          <p:spPr>
            <a:xfrm>
              <a:off x="811974" y="4755761"/>
              <a:ext cx="53372" cy="101"/>
            </a:xfrm>
            <a:custGeom>
              <a:avLst/>
              <a:gdLst/>
              <a:ahLst/>
              <a:cxnLst/>
              <a:rect l="l" t="t" r="r" b="b"/>
              <a:pathLst>
                <a:path w="528" h="1" fill="none" extrusionOk="0">
                  <a:moveTo>
                    <a:pt x="1" y="0"/>
                  </a:moveTo>
                  <a:lnTo>
                    <a:pt x="527"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9"/>
            <p:cNvSpPr/>
            <p:nvPr/>
          </p:nvSpPr>
          <p:spPr>
            <a:xfrm>
              <a:off x="459715" y="5029378"/>
              <a:ext cx="101" cy="114116"/>
            </a:xfrm>
            <a:custGeom>
              <a:avLst/>
              <a:gdLst/>
              <a:ahLst/>
              <a:cxnLst/>
              <a:rect l="l" t="t" r="r" b="b"/>
              <a:pathLst>
                <a:path w="1" h="1129" fill="none" extrusionOk="0">
                  <a:moveTo>
                    <a:pt x="1" y="0"/>
                  </a:moveTo>
                  <a:lnTo>
                    <a:pt x="1" y="1128"/>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9"/>
            <p:cNvSpPr/>
            <p:nvPr/>
          </p:nvSpPr>
          <p:spPr>
            <a:xfrm>
              <a:off x="335585" y="5029378"/>
              <a:ext cx="101" cy="53268"/>
            </a:xfrm>
            <a:custGeom>
              <a:avLst/>
              <a:gdLst/>
              <a:ahLst/>
              <a:cxnLst/>
              <a:rect l="l" t="t" r="r" b="b"/>
              <a:pathLst>
                <a:path w="1" h="527" fill="none" extrusionOk="0">
                  <a:moveTo>
                    <a:pt x="1" y="0"/>
                  </a:moveTo>
                  <a:lnTo>
                    <a:pt x="1" y="527"/>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9"/>
            <p:cNvSpPr/>
            <p:nvPr/>
          </p:nvSpPr>
          <p:spPr>
            <a:xfrm>
              <a:off x="244409" y="5029378"/>
              <a:ext cx="101" cy="83692"/>
            </a:xfrm>
            <a:custGeom>
              <a:avLst/>
              <a:gdLst/>
              <a:ahLst/>
              <a:cxnLst/>
              <a:rect l="l" t="t" r="r" b="b"/>
              <a:pathLst>
                <a:path w="1" h="828" fill="none" extrusionOk="0">
                  <a:moveTo>
                    <a:pt x="0" y="0"/>
                  </a:moveTo>
                  <a:lnTo>
                    <a:pt x="0" y="827"/>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9"/>
            <p:cNvSpPr/>
            <p:nvPr/>
          </p:nvSpPr>
          <p:spPr>
            <a:xfrm>
              <a:off x="611743" y="5029378"/>
              <a:ext cx="101" cy="83692"/>
            </a:xfrm>
            <a:custGeom>
              <a:avLst/>
              <a:gdLst/>
              <a:ahLst/>
              <a:cxnLst/>
              <a:rect l="l" t="t" r="r" b="b"/>
              <a:pathLst>
                <a:path w="1" h="828" fill="none" extrusionOk="0">
                  <a:moveTo>
                    <a:pt x="0" y="0"/>
                  </a:moveTo>
                  <a:lnTo>
                    <a:pt x="0" y="827"/>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9"/>
            <p:cNvSpPr/>
            <p:nvPr/>
          </p:nvSpPr>
          <p:spPr>
            <a:xfrm>
              <a:off x="535729" y="5029378"/>
              <a:ext cx="101" cy="63376"/>
            </a:xfrm>
            <a:custGeom>
              <a:avLst/>
              <a:gdLst/>
              <a:ahLst/>
              <a:cxnLst/>
              <a:rect l="l" t="t" r="r" b="b"/>
              <a:pathLst>
                <a:path w="1" h="627" fill="none" extrusionOk="0">
                  <a:moveTo>
                    <a:pt x="1" y="0"/>
                  </a:moveTo>
                  <a:lnTo>
                    <a:pt x="1" y="627"/>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9"/>
            <p:cNvSpPr/>
            <p:nvPr/>
          </p:nvSpPr>
          <p:spPr>
            <a:xfrm rot="5400000" flipH="1">
              <a:off x="1339300" y="4319646"/>
              <a:ext cx="345501" cy="1400147"/>
            </a:xfrm>
            <a:custGeom>
              <a:avLst/>
              <a:gdLst/>
              <a:ahLst/>
              <a:cxnLst/>
              <a:rect l="l" t="t" r="r" b="b"/>
              <a:pathLst>
                <a:path w="1330" h="5390" fill="none" extrusionOk="0">
                  <a:moveTo>
                    <a:pt x="1329" y="5389"/>
                  </a:moveTo>
                  <a:lnTo>
                    <a:pt x="1329" y="2808"/>
                  </a:lnTo>
                  <a:lnTo>
                    <a:pt x="1" y="1504"/>
                  </a:ln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9"/>
            <p:cNvSpPr/>
            <p:nvPr/>
          </p:nvSpPr>
          <p:spPr>
            <a:xfrm>
              <a:off x="201348" y="4418870"/>
              <a:ext cx="486510" cy="486486"/>
            </a:xfrm>
            <a:custGeom>
              <a:avLst/>
              <a:gdLst/>
              <a:ahLst/>
              <a:cxnLst/>
              <a:rect l="l" t="t" r="r" b="b"/>
              <a:pathLst>
                <a:path w="4813" h="4813" fill="none" extrusionOk="0">
                  <a:moveTo>
                    <a:pt x="0" y="0"/>
                  </a:moveTo>
                  <a:lnTo>
                    <a:pt x="4812" y="0"/>
                  </a:lnTo>
                  <a:lnTo>
                    <a:pt x="4812" y="4812"/>
                  </a:lnTo>
                  <a:lnTo>
                    <a:pt x="0" y="4812"/>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9"/>
            <p:cNvSpPr/>
            <p:nvPr/>
          </p:nvSpPr>
          <p:spPr>
            <a:xfrm>
              <a:off x="282416" y="4499934"/>
              <a:ext cx="324374" cy="324358"/>
            </a:xfrm>
            <a:custGeom>
              <a:avLst/>
              <a:gdLst/>
              <a:ahLst/>
              <a:cxnLst/>
              <a:rect l="l" t="t" r="r" b="b"/>
              <a:pathLst>
                <a:path w="3209" h="3209" extrusionOk="0">
                  <a:moveTo>
                    <a:pt x="0" y="0"/>
                  </a:moveTo>
                  <a:lnTo>
                    <a:pt x="0" y="3208"/>
                  </a:lnTo>
                  <a:lnTo>
                    <a:pt x="3208" y="3208"/>
                  </a:lnTo>
                  <a:lnTo>
                    <a:pt x="3208" y="0"/>
                  </a:lnTo>
                  <a:close/>
                </a:path>
              </a:pathLst>
            </a:custGeom>
            <a:solidFill>
              <a:schemeClr val="dk2"/>
            </a:solid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9"/>
            <p:cNvSpPr/>
            <p:nvPr/>
          </p:nvSpPr>
          <p:spPr>
            <a:xfrm>
              <a:off x="153233" y="4388445"/>
              <a:ext cx="101" cy="527018"/>
            </a:xfrm>
            <a:custGeom>
              <a:avLst/>
              <a:gdLst/>
              <a:ahLst/>
              <a:cxnLst/>
              <a:rect l="l" t="t" r="r" b="b"/>
              <a:pathLst>
                <a:path w="1" h="5214" fill="none" extrusionOk="0">
                  <a:moveTo>
                    <a:pt x="0" y="5213"/>
                  </a:moveTo>
                  <a:lnTo>
                    <a:pt x="0"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9"/>
            <p:cNvSpPr/>
            <p:nvPr/>
          </p:nvSpPr>
          <p:spPr>
            <a:xfrm>
              <a:off x="153233" y="4370656"/>
              <a:ext cx="101" cy="101"/>
            </a:xfrm>
            <a:custGeom>
              <a:avLst/>
              <a:gdLst/>
              <a:ahLst/>
              <a:cxnLst/>
              <a:rect l="l" t="t" r="r" b="b"/>
              <a:pathLst>
                <a:path w="1" h="1" fill="none" extrusionOk="0">
                  <a:moveTo>
                    <a:pt x="0" y="1"/>
                  </a:moveTo>
                  <a:lnTo>
                    <a:pt x="0" y="1"/>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9"/>
            <p:cNvSpPr/>
            <p:nvPr/>
          </p:nvSpPr>
          <p:spPr>
            <a:xfrm>
              <a:off x="191139" y="4370656"/>
              <a:ext cx="527145" cy="101"/>
            </a:xfrm>
            <a:custGeom>
              <a:avLst/>
              <a:gdLst/>
              <a:ahLst/>
              <a:cxnLst/>
              <a:rect l="l" t="t" r="r" b="b"/>
              <a:pathLst>
                <a:path w="5215" h="1" fill="none" extrusionOk="0">
                  <a:moveTo>
                    <a:pt x="1" y="1"/>
                  </a:moveTo>
                  <a:lnTo>
                    <a:pt x="5214"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9"/>
            <p:cNvSpPr/>
            <p:nvPr/>
          </p:nvSpPr>
          <p:spPr>
            <a:xfrm>
              <a:off x="735872" y="4370656"/>
              <a:ext cx="101" cy="101"/>
            </a:xfrm>
            <a:custGeom>
              <a:avLst/>
              <a:gdLst/>
              <a:ahLst/>
              <a:cxnLst/>
              <a:rect l="l" t="t" r="r" b="b"/>
              <a:pathLst>
                <a:path w="1" h="1" fill="none" extrusionOk="0">
                  <a:moveTo>
                    <a:pt x="0" y="1"/>
                  </a:moveTo>
                  <a:lnTo>
                    <a:pt x="0" y="1"/>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9"/>
            <p:cNvSpPr/>
            <p:nvPr/>
          </p:nvSpPr>
          <p:spPr>
            <a:xfrm>
              <a:off x="735872" y="4406134"/>
              <a:ext cx="101" cy="527018"/>
            </a:xfrm>
            <a:custGeom>
              <a:avLst/>
              <a:gdLst/>
              <a:ahLst/>
              <a:cxnLst/>
              <a:rect l="l" t="t" r="r" b="b"/>
              <a:pathLst>
                <a:path w="1" h="5214" fill="none" extrusionOk="0">
                  <a:moveTo>
                    <a:pt x="0" y="1"/>
                  </a:moveTo>
                  <a:lnTo>
                    <a:pt x="0" y="5214"/>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9"/>
            <p:cNvSpPr/>
            <p:nvPr/>
          </p:nvSpPr>
          <p:spPr>
            <a:xfrm>
              <a:off x="79746" y="4297273"/>
              <a:ext cx="732242" cy="729678"/>
            </a:xfrm>
            <a:custGeom>
              <a:avLst/>
              <a:gdLst/>
              <a:ahLst/>
              <a:cxnLst/>
              <a:rect l="l" t="t" r="r" b="b"/>
              <a:pathLst>
                <a:path w="7244" h="7219" fill="none" extrusionOk="0">
                  <a:moveTo>
                    <a:pt x="0" y="0"/>
                  </a:moveTo>
                  <a:lnTo>
                    <a:pt x="7243" y="0"/>
                  </a:lnTo>
                  <a:lnTo>
                    <a:pt x="7243" y="7218"/>
                  </a:lnTo>
                  <a:lnTo>
                    <a:pt x="0" y="7218"/>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9"/>
            <p:cNvSpPr/>
            <p:nvPr/>
          </p:nvSpPr>
          <p:spPr>
            <a:xfrm>
              <a:off x="331917" y="3334954"/>
              <a:ext cx="201068" cy="201068"/>
            </a:xfrm>
            <a:custGeom>
              <a:avLst/>
              <a:gdLst/>
              <a:ahLst/>
              <a:cxnLst/>
              <a:rect l="l" t="t" r="r" b="b"/>
              <a:pathLst>
                <a:path w="1204" h="1204" fill="none" extrusionOk="0">
                  <a:moveTo>
                    <a:pt x="602" y="0"/>
                  </a:moveTo>
                  <a:cubicBezTo>
                    <a:pt x="928" y="0"/>
                    <a:pt x="1204" y="276"/>
                    <a:pt x="1204" y="602"/>
                  </a:cubicBezTo>
                  <a:cubicBezTo>
                    <a:pt x="1204" y="928"/>
                    <a:pt x="928" y="1203"/>
                    <a:pt x="602" y="1203"/>
                  </a:cubicBezTo>
                  <a:cubicBezTo>
                    <a:pt x="276" y="1203"/>
                    <a:pt x="1" y="928"/>
                    <a:pt x="1" y="602"/>
                  </a:cubicBezTo>
                  <a:cubicBezTo>
                    <a:pt x="1" y="276"/>
                    <a:pt x="276" y="0"/>
                    <a:pt x="602" y="0"/>
                  </a:cubicBezTo>
                  <a:close/>
                </a:path>
              </a:pathLst>
            </a:custGeom>
            <a:noFill/>
            <a:ln w="19050" cap="flat" cmpd="sng">
              <a:solidFill>
                <a:schemeClr val="accent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64" name="Google Shape;664;p9"/>
            <p:cNvCxnSpPr/>
            <p:nvPr/>
          </p:nvCxnSpPr>
          <p:spPr>
            <a:xfrm rot="10800000">
              <a:off x="432450" y="3536025"/>
              <a:ext cx="0" cy="764700"/>
            </a:xfrm>
            <a:prstGeom prst="straightConnector1">
              <a:avLst/>
            </a:prstGeom>
            <a:noFill/>
            <a:ln w="19050" cap="flat" cmpd="sng">
              <a:solidFill>
                <a:schemeClr val="accent2"/>
              </a:solidFill>
              <a:prstDash val="solid"/>
              <a:round/>
              <a:headEnd type="none" w="med" len="med"/>
              <a:tailEnd type="none" w="med" len="med"/>
            </a:ln>
          </p:spPr>
        </p:cxnSp>
        <p:sp>
          <p:nvSpPr>
            <p:cNvPr id="665" name="Google Shape;665;p9"/>
            <p:cNvSpPr/>
            <p:nvPr/>
          </p:nvSpPr>
          <p:spPr>
            <a:xfrm>
              <a:off x="553421" y="3371325"/>
              <a:ext cx="163326" cy="921005"/>
            </a:xfrm>
            <a:custGeom>
              <a:avLst/>
              <a:gdLst/>
              <a:ahLst/>
              <a:cxnLst/>
              <a:rect l="l" t="t" r="r" b="b"/>
              <a:pathLst>
                <a:path w="978" h="5515" fill="none" extrusionOk="0">
                  <a:moveTo>
                    <a:pt x="0" y="5514"/>
                  </a:moveTo>
                  <a:lnTo>
                    <a:pt x="0" y="3509"/>
                  </a:lnTo>
                  <a:lnTo>
                    <a:pt x="977" y="2532"/>
                  </a:lnTo>
                  <a:lnTo>
                    <a:pt x="977"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9"/>
            <p:cNvSpPr/>
            <p:nvPr/>
          </p:nvSpPr>
          <p:spPr>
            <a:xfrm>
              <a:off x="133388" y="3392200"/>
              <a:ext cx="222110" cy="900130"/>
            </a:xfrm>
            <a:custGeom>
              <a:avLst/>
              <a:gdLst/>
              <a:ahLst/>
              <a:cxnLst/>
              <a:rect l="l" t="t" r="r" b="b"/>
              <a:pathLst>
                <a:path w="1330" h="5390" fill="none" extrusionOk="0">
                  <a:moveTo>
                    <a:pt x="1329" y="5389"/>
                  </a:moveTo>
                  <a:lnTo>
                    <a:pt x="1329" y="2808"/>
                  </a:lnTo>
                  <a:lnTo>
                    <a:pt x="1" y="1504"/>
                  </a:ln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9"/>
            <p:cNvSpPr/>
            <p:nvPr/>
          </p:nvSpPr>
          <p:spPr>
            <a:xfrm>
              <a:off x="279842" y="3919750"/>
              <a:ext cx="167" cy="372577"/>
            </a:xfrm>
            <a:custGeom>
              <a:avLst/>
              <a:gdLst/>
              <a:ahLst/>
              <a:cxnLst/>
              <a:rect l="l" t="t" r="r" b="b"/>
              <a:pathLst>
                <a:path w="1" h="2231" fill="none" extrusionOk="0">
                  <a:moveTo>
                    <a:pt x="1" y="2231"/>
                  </a:moveTo>
                  <a:lnTo>
                    <a:pt x="1"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9"/>
            <p:cNvSpPr/>
            <p:nvPr/>
          </p:nvSpPr>
          <p:spPr>
            <a:xfrm>
              <a:off x="647217" y="3919750"/>
              <a:ext cx="167" cy="372577"/>
            </a:xfrm>
            <a:custGeom>
              <a:avLst/>
              <a:gdLst/>
              <a:ahLst/>
              <a:cxnLst/>
              <a:rect l="l" t="t" r="r" b="b"/>
              <a:pathLst>
                <a:path w="1" h="2231" fill="none" extrusionOk="0">
                  <a:moveTo>
                    <a:pt x="0" y="2231"/>
                  </a:moveTo>
                  <a:lnTo>
                    <a:pt x="0"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9"/>
            <p:cNvSpPr/>
            <p:nvPr/>
          </p:nvSpPr>
          <p:spPr>
            <a:xfrm>
              <a:off x="-64791" y="4659535"/>
              <a:ext cx="144548" cy="101"/>
            </a:xfrm>
            <a:custGeom>
              <a:avLst/>
              <a:gdLst/>
              <a:ahLst/>
              <a:cxnLst/>
              <a:rect l="l" t="t" r="r" b="b"/>
              <a:pathLst>
                <a:path w="1430" h="1" fill="none" extrusionOk="0">
                  <a:moveTo>
                    <a:pt x="1430" y="0"/>
                  </a:moveTo>
                  <a:lnTo>
                    <a:pt x="1"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9"/>
            <p:cNvSpPr/>
            <p:nvPr/>
          </p:nvSpPr>
          <p:spPr>
            <a:xfrm>
              <a:off x="11223" y="4537939"/>
              <a:ext cx="68534" cy="101"/>
            </a:xfrm>
            <a:custGeom>
              <a:avLst/>
              <a:gdLst/>
              <a:ahLst/>
              <a:cxnLst/>
              <a:rect l="l" t="t" r="r" b="b"/>
              <a:pathLst>
                <a:path w="678" h="1" fill="none" extrusionOk="0">
                  <a:moveTo>
                    <a:pt x="678" y="0"/>
                  </a:moveTo>
                  <a:lnTo>
                    <a:pt x="1"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9"/>
            <p:cNvSpPr/>
            <p:nvPr/>
          </p:nvSpPr>
          <p:spPr>
            <a:xfrm>
              <a:off x="-26784" y="4444139"/>
              <a:ext cx="106541" cy="101"/>
            </a:xfrm>
            <a:custGeom>
              <a:avLst/>
              <a:gdLst/>
              <a:ahLst/>
              <a:cxnLst/>
              <a:rect l="l" t="t" r="r" b="b"/>
              <a:pathLst>
                <a:path w="1054" h="1" fill="none" extrusionOk="0">
                  <a:moveTo>
                    <a:pt x="1054" y="1"/>
                  </a:moveTo>
                  <a:lnTo>
                    <a:pt x="1"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9"/>
            <p:cNvSpPr/>
            <p:nvPr/>
          </p:nvSpPr>
          <p:spPr>
            <a:xfrm>
              <a:off x="811974" y="4479617"/>
              <a:ext cx="83696" cy="101"/>
            </a:xfrm>
            <a:custGeom>
              <a:avLst/>
              <a:gdLst/>
              <a:ahLst/>
              <a:cxnLst/>
              <a:rect l="l" t="t" r="r" b="b"/>
              <a:pathLst>
                <a:path w="828" h="1" fill="none" extrusionOk="0">
                  <a:moveTo>
                    <a:pt x="1" y="1"/>
                  </a:moveTo>
                  <a:lnTo>
                    <a:pt x="828"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9"/>
            <p:cNvSpPr/>
            <p:nvPr/>
          </p:nvSpPr>
          <p:spPr>
            <a:xfrm>
              <a:off x="811974" y="4555627"/>
              <a:ext cx="63480" cy="101"/>
            </a:xfrm>
            <a:custGeom>
              <a:avLst/>
              <a:gdLst/>
              <a:ahLst/>
              <a:cxnLst/>
              <a:rect l="l" t="t" r="r" b="b"/>
              <a:pathLst>
                <a:path w="628" h="1" fill="none" extrusionOk="0">
                  <a:moveTo>
                    <a:pt x="1" y="1"/>
                  </a:moveTo>
                  <a:lnTo>
                    <a:pt x="627"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9"/>
            <p:cNvSpPr/>
            <p:nvPr/>
          </p:nvSpPr>
          <p:spPr>
            <a:xfrm rot="5400000">
              <a:off x="2172928" y="4531170"/>
              <a:ext cx="201068" cy="201068"/>
            </a:xfrm>
            <a:custGeom>
              <a:avLst/>
              <a:gdLst/>
              <a:ahLst/>
              <a:cxnLst/>
              <a:rect l="l" t="t" r="r" b="b"/>
              <a:pathLst>
                <a:path w="1204" h="1204" fill="none" extrusionOk="0">
                  <a:moveTo>
                    <a:pt x="602" y="0"/>
                  </a:moveTo>
                  <a:cubicBezTo>
                    <a:pt x="928" y="0"/>
                    <a:pt x="1204" y="276"/>
                    <a:pt x="1204" y="602"/>
                  </a:cubicBezTo>
                  <a:cubicBezTo>
                    <a:pt x="1204" y="928"/>
                    <a:pt x="928" y="1203"/>
                    <a:pt x="602" y="1203"/>
                  </a:cubicBezTo>
                  <a:cubicBezTo>
                    <a:pt x="276" y="1203"/>
                    <a:pt x="1" y="928"/>
                    <a:pt x="1" y="602"/>
                  </a:cubicBezTo>
                  <a:cubicBezTo>
                    <a:pt x="1" y="276"/>
                    <a:pt x="276" y="0"/>
                    <a:pt x="602" y="0"/>
                  </a:cubicBezTo>
                  <a:close/>
                </a:path>
              </a:pathLst>
            </a:custGeom>
            <a:noFill/>
            <a:ln w="19050" cap="flat" cmpd="sng">
              <a:solidFill>
                <a:schemeClr val="accent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75" name="Google Shape;675;p9"/>
            <p:cNvCxnSpPr/>
            <p:nvPr/>
          </p:nvCxnSpPr>
          <p:spPr>
            <a:xfrm>
              <a:off x="809451" y="4631704"/>
              <a:ext cx="1366200" cy="0"/>
            </a:xfrm>
            <a:prstGeom prst="straightConnector1">
              <a:avLst/>
            </a:prstGeom>
            <a:noFill/>
            <a:ln w="19050" cap="flat" cmpd="sng">
              <a:solidFill>
                <a:schemeClr val="accent2"/>
              </a:solidFill>
              <a:prstDash val="solid"/>
              <a:round/>
              <a:headEnd type="none" w="med" len="med"/>
              <a:tailEnd type="none" w="med" len="med"/>
            </a:ln>
          </p:spPr>
        </p:cxnSp>
      </p:grpSp>
      <p:grpSp>
        <p:nvGrpSpPr>
          <p:cNvPr id="676" name="Google Shape;676;p9"/>
          <p:cNvGrpSpPr/>
          <p:nvPr/>
        </p:nvGrpSpPr>
        <p:grpSpPr>
          <a:xfrm>
            <a:off x="5266248" y="4568869"/>
            <a:ext cx="3157758" cy="296582"/>
            <a:chOff x="5266248" y="4230494"/>
            <a:chExt cx="3157758" cy="296582"/>
          </a:xfrm>
        </p:grpSpPr>
        <p:sp>
          <p:nvSpPr>
            <p:cNvPr id="677" name="Google Shape;677;p9"/>
            <p:cNvSpPr/>
            <p:nvPr/>
          </p:nvSpPr>
          <p:spPr>
            <a:xfrm>
              <a:off x="5266248"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9"/>
            <p:cNvSpPr/>
            <p:nvPr/>
          </p:nvSpPr>
          <p:spPr>
            <a:xfrm>
              <a:off x="5459599" y="4230494"/>
              <a:ext cx="103232" cy="296582"/>
            </a:xfrm>
            <a:custGeom>
              <a:avLst/>
              <a:gdLst/>
              <a:ahLst/>
              <a:cxnLst/>
              <a:rect l="l" t="t" r="r" b="b"/>
              <a:pathLst>
                <a:path w="803" h="2307" extrusionOk="0">
                  <a:moveTo>
                    <a:pt x="0" y="0"/>
                  </a:moveTo>
                  <a:lnTo>
                    <a:pt x="0" y="2306"/>
                  </a:lnTo>
                  <a:lnTo>
                    <a:pt x="802" y="2306"/>
                  </a:lnTo>
                  <a:lnTo>
                    <a:pt x="8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9"/>
            <p:cNvSpPr/>
            <p:nvPr/>
          </p:nvSpPr>
          <p:spPr>
            <a:xfrm>
              <a:off x="5649735" y="4230494"/>
              <a:ext cx="103232" cy="296582"/>
            </a:xfrm>
            <a:custGeom>
              <a:avLst/>
              <a:gdLst/>
              <a:ahLst/>
              <a:cxnLst/>
              <a:rect l="l" t="t" r="r" b="b"/>
              <a:pathLst>
                <a:path w="803" h="2307" extrusionOk="0">
                  <a:moveTo>
                    <a:pt x="0" y="0"/>
                  </a:moveTo>
                  <a:lnTo>
                    <a:pt x="0" y="2306"/>
                  </a:lnTo>
                  <a:lnTo>
                    <a:pt x="802" y="2306"/>
                  </a:lnTo>
                  <a:lnTo>
                    <a:pt x="8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9"/>
            <p:cNvSpPr/>
            <p:nvPr/>
          </p:nvSpPr>
          <p:spPr>
            <a:xfrm>
              <a:off x="5839743"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9"/>
            <p:cNvSpPr/>
            <p:nvPr/>
          </p:nvSpPr>
          <p:spPr>
            <a:xfrm>
              <a:off x="6029880"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9"/>
            <p:cNvSpPr/>
            <p:nvPr/>
          </p:nvSpPr>
          <p:spPr>
            <a:xfrm>
              <a:off x="6220016" y="4230494"/>
              <a:ext cx="106446" cy="296582"/>
            </a:xfrm>
            <a:custGeom>
              <a:avLst/>
              <a:gdLst/>
              <a:ahLst/>
              <a:cxnLst/>
              <a:rect l="l" t="t" r="r" b="b"/>
              <a:pathLst>
                <a:path w="828" h="2307" extrusionOk="0">
                  <a:moveTo>
                    <a:pt x="0" y="0"/>
                  </a:moveTo>
                  <a:lnTo>
                    <a:pt x="0" y="2306"/>
                  </a:lnTo>
                  <a:lnTo>
                    <a:pt x="827" y="2306"/>
                  </a:lnTo>
                  <a:lnTo>
                    <a:pt x="82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9"/>
            <p:cNvSpPr/>
            <p:nvPr/>
          </p:nvSpPr>
          <p:spPr>
            <a:xfrm>
              <a:off x="6413238"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9"/>
            <p:cNvSpPr/>
            <p:nvPr/>
          </p:nvSpPr>
          <p:spPr>
            <a:xfrm>
              <a:off x="6603375"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9"/>
            <p:cNvSpPr/>
            <p:nvPr/>
          </p:nvSpPr>
          <p:spPr>
            <a:xfrm>
              <a:off x="6793511"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9"/>
            <p:cNvSpPr/>
            <p:nvPr/>
          </p:nvSpPr>
          <p:spPr>
            <a:xfrm>
              <a:off x="6983648"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9"/>
            <p:cNvSpPr/>
            <p:nvPr/>
          </p:nvSpPr>
          <p:spPr>
            <a:xfrm>
              <a:off x="7176870"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9"/>
            <p:cNvSpPr/>
            <p:nvPr/>
          </p:nvSpPr>
          <p:spPr>
            <a:xfrm>
              <a:off x="7367006"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9"/>
            <p:cNvSpPr/>
            <p:nvPr/>
          </p:nvSpPr>
          <p:spPr>
            <a:xfrm>
              <a:off x="7557143"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9"/>
            <p:cNvSpPr/>
            <p:nvPr/>
          </p:nvSpPr>
          <p:spPr>
            <a:xfrm>
              <a:off x="7747151"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9"/>
            <p:cNvSpPr/>
            <p:nvPr/>
          </p:nvSpPr>
          <p:spPr>
            <a:xfrm>
              <a:off x="7940501"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9"/>
            <p:cNvSpPr/>
            <p:nvPr/>
          </p:nvSpPr>
          <p:spPr>
            <a:xfrm>
              <a:off x="8130638"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9"/>
            <p:cNvSpPr/>
            <p:nvPr/>
          </p:nvSpPr>
          <p:spPr>
            <a:xfrm>
              <a:off x="8320774"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4" name="Google Shape;694;p9"/>
          <p:cNvGrpSpPr/>
          <p:nvPr/>
        </p:nvGrpSpPr>
        <p:grpSpPr>
          <a:xfrm>
            <a:off x="7723214" y="1254245"/>
            <a:ext cx="1068186" cy="967252"/>
            <a:chOff x="7723214" y="1254245"/>
            <a:chExt cx="1068186" cy="967252"/>
          </a:xfrm>
        </p:grpSpPr>
        <p:grpSp>
          <p:nvGrpSpPr>
            <p:cNvPr id="695" name="Google Shape;695;p9"/>
            <p:cNvGrpSpPr/>
            <p:nvPr/>
          </p:nvGrpSpPr>
          <p:grpSpPr>
            <a:xfrm>
              <a:off x="7883587" y="1867634"/>
              <a:ext cx="352280" cy="353863"/>
              <a:chOff x="1448125" y="1450525"/>
              <a:chExt cx="133500" cy="134100"/>
            </a:xfrm>
          </p:grpSpPr>
          <p:sp>
            <p:nvSpPr>
              <p:cNvPr id="696" name="Google Shape;696;p9"/>
              <p:cNvSpPr/>
              <p:nvPr/>
            </p:nvSpPr>
            <p:spPr>
              <a:xfrm>
                <a:off x="1448125" y="1450525"/>
                <a:ext cx="133500" cy="134100"/>
              </a:xfrm>
              <a:custGeom>
                <a:avLst/>
                <a:gdLst/>
                <a:ahLst/>
                <a:cxnLst/>
                <a:rect l="l" t="t" r="r" b="b"/>
                <a:pathLst>
                  <a:path w="5340" h="5364" extrusionOk="0">
                    <a:moveTo>
                      <a:pt x="2457" y="1"/>
                    </a:moveTo>
                    <a:lnTo>
                      <a:pt x="2256" y="452"/>
                    </a:lnTo>
                    <a:cubicBezTo>
                      <a:pt x="2056" y="502"/>
                      <a:pt x="1855" y="577"/>
                      <a:pt x="1680" y="652"/>
                    </a:cubicBezTo>
                    <a:lnTo>
                      <a:pt x="1229" y="427"/>
                    </a:lnTo>
                    <a:cubicBezTo>
                      <a:pt x="1003" y="552"/>
                      <a:pt x="803" y="727"/>
                      <a:pt x="627" y="928"/>
                    </a:cubicBezTo>
                    <a:lnTo>
                      <a:pt x="828" y="1404"/>
                    </a:lnTo>
                    <a:cubicBezTo>
                      <a:pt x="703" y="1579"/>
                      <a:pt x="602" y="1755"/>
                      <a:pt x="527" y="1955"/>
                    </a:cubicBezTo>
                    <a:lnTo>
                      <a:pt x="51" y="2081"/>
                    </a:lnTo>
                    <a:cubicBezTo>
                      <a:pt x="26" y="2281"/>
                      <a:pt x="1" y="2482"/>
                      <a:pt x="1" y="2682"/>
                    </a:cubicBezTo>
                    <a:cubicBezTo>
                      <a:pt x="1" y="2757"/>
                      <a:pt x="1" y="2808"/>
                      <a:pt x="1" y="2883"/>
                    </a:cubicBezTo>
                    <a:lnTo>
                      <a:pt x="452" y="3083"/>
                    </a:lnTo>
                    <a:cubicBezTo>
                      <a:pt x="502" y="3284"/>
                      <a:pt x="552" y="3484"/>
                      <a:pt x="652" y="3685"/>
                    </a:cubicBezTo>
                    <a:lnTo>
                      <a:pt x="402" y="4111"/>
                    </a:lnTo>
                    <a:cubicBezTo>
                      <a:pt x="552" y="4336"/>
                      <a:pt x="728" y="4537"/>
                      <a:pt x="928" y="4712"/>
                    </a:cubicBezTo>
                    <a:lnTo>
                      <a:pt x="1379" y="4537"/>
                    </a:lnTo>
                    <a:cubicBezTo>
                      <a:pt x="1555" y="4637"/>
                      <a:pt x="1755" y="4737"/>
                      <a:pt x="1956" y="4813"/>
                    </a:cubicBezTo>
                    <a:lnTo>
                      <a:pt x="2081" y="5289"/>
                    </a:lnTo>
                    <a:cubicBezTo>
                      <a:pt x="2282" y="5339"/>
                      <a:pt x="2457" y="5364"/>
                      <a:pt x="2657" y="5364"/>
                    </a:cubicBezTo>
                    <a:cubicBezTo>
                      <a:pt x="2733" y="5364"/>
                      <a:pt x="2808" y="5364"/>
                      <a:pt x="2883" y="5339"/>
                    </a:cubicBezTo>
                    <a:lnTo>
                      <a:pt x="3084" y="4888"/>
                    </a:lnTo>
                    <a:cubicBezTo>
                      <a:pt x="3284" y="4863"/>
                      <a:pt x="3485" y="4787"/>
                      <a:pt x="3660" y="4687"/>
                    </a:cubicBezTo>
                    <a:lnTo>
                      <a:pt x="4111" y="4938"/>
                    </a:lnTo>
                    <a:cubicBezTo>
                      <a:pt x="4337" y="4787"/>
                      <a:pt x="4537" y="4612"/>
                      <a:pt x="4713" y="4412"/>
                    </a:cubicBezTo>
                    <a:lnTo>
                      <a:pt x="4512" y="3960"/>
                    </a:lnTo>
                    <a:cubicBezTo>
                      <a:pt x="4637" y="3785"/>
                      <a:pt x="4738" y="3610"/>
                      <a:pt x="4813" y="3409"/>
                    </a:cubicBezTo>
                    <a:lnTo>
                      <a:pt x="5289" y="3259"/>
                    </a:lnTo>
                    <a:cubicBezTo>
                      <a:pt x="5314" y="3083"/>
                      <a:pt x="5339" y="2883"/>
                      <a:pt x="5339" y="2682"/>
                    </a:cubicBezTo>
                    <a:cubicBezTo>
                      <a:pt x="5339" y="2607"/>
                      <a:pt x="5339" y="2532"/>
                      <a:pt x="5339" y="2482"/>
                    </a:cubicBezTo>
                    <a:lnTo>
                      <a:pt x="4888" y="2281"/>
                    </a:lnTo>
                    <a:cubicBezTo>
                      <a:pt x="4838" y="2056"/>
                      <a:pt x="4788" y="1855"/>
                      <a:pt x="4688" y="1680"/>
                    </a:cubicBezTo>
                    <a:lnTo>
                      <a:pt x="4938" y="1254"/>
                    </a:lnTo>
                    <a:cubicBezTo>
                      <a:pt x="4788" y="1028"/>
                      <a:pt x="4612" y="828"/>
                      <a:pt x="4412" y="652"/>
                    </a:cubicBezTo>
                    <a:lnTo>
                      <a:pt x="3961" y="828"/>
                    </a:lnTo>
                    <a:cubicBezTo>
                      <a:pt x="3785" y="702"/>
                      <a:pt x="3585" y="602"/>
                      <a:pt x="3384" y="552"/>
                    </a:cubicBezTo>
                    <a:lnTo>
                      <a:pt x="3259" y="76"/>
                    </a:lnTo>
                    <a:cubicBezTo>
                      <a:pt x="3058" y="26"/>
                      <a:pt x="2883" y="1"/>
                      <a:pt x="26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9"/>
              <p:cNvSpPr/>
              <p:nvPr/>
            </p:nvSpPr>
            <p:spPr>
              <a:xfrm>
                <a:off x="1476325" y="1479350"/>
                <a:ext cx="77100" cy="76475"/>
              </a:xfrm>
              <a:custGeom>
                <a:avLst/>
                <a:gdLst/>
                <a:ahLst/>
                <a:cxnLst/>
                <a:rect l="l" t="t" r="r" b="b"/>
                <a:pathLst>
                  <a:path w="3084" h="3059" extrusionOk="0">
                    <a:moveTo>
                      <a:pt x="1529" y="0"/>
                    </a:moveTo>
                    <a:cubicBezTo>
                      <a:pt x="702" y="0"/>
                      <a:pt x="1" y="677"/>
                      <a:pt x="1" y="1529"/>
                    </a:cubicBezTo>
                    <a:cubicBezTo>
                      <a:pt x="1" y="2381"/>
                      <a:pt x="702" y="3058"/>
                      <a:pt x="1529" y="3058"/>
                    </a:cubicBezTo>
                    <a:cubicBezTo>
                      <a:pt x="2382" y="3058"/>
                      <a:pt x="3083" y="2381"/>
                      <a:pt x="3083" y="1529"/>
                    </a:cubicBezTo>
                    <a:cubicBezTo>
                      <a:pt x="3083" y="677"/>
                      <a:pt x="2382" y="0"/>
                      <a:pt x="15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8" name="Google Shape;698;p9"/>
            <p:cNvGrpSpPr/>
            <p:nvPr/>
          </p:nvGrpSpPr>
          <p:grpSpPr>
            <a:xfrm>
              <a:off x="8239099" y="1536926"/>
              <a:ext cx="552301" cy="552301"/>
              <a:chOff x="1582850" y="1325200"/>
              <a:chExt cx="209300" cy="209300"/>
            </a:xfrm>
          </p:grpSpPr>
          <p:sp>
            <p:nvSpPr>
              <p:cNvPr id="699" name="Google Shape;699;p9"/>
              <p:cNvSpPr/>
              <p:nvPr/>
            </p:nvSpPr>
            <p:spPr>
              <a:xfrm>
                <a:off x="1582850" y="1325200"/>
                <a:ext cx="209300" cy="209300"/>
              </a:xfrm>
              <a:custGeom>
                <a:avLst/>
                <a:gdLst/>
                <a:ahLst/>
                <a:cxnLst/>
                <a:rect l="l" t="t" r="r" b="b"/>
                <a:pathLst>
                  <a:path w="8372" h="8372" extrusionOk="0">
                    <a:moveTo>
                      <a:pt x="4111" y="1"/>
                    </a:moveTo>
                    <a:cubicBezTo>
                      <a:pt x="3810" y="1"/>
                      <a:pt x="3509" y="26"/>
                      <a:pt x="3208" y="101"/>
                    </a:cubicBezTo>
                    <a:cubicBezTo>
                      <a:pt x="3083" y="126"/>
                      <a:pt x="2983" y="176"/>
                      <a:pt x="2883" y="201"/>
                    </a:cubicBezTo>
                    <a:lnTo>
                      <a:pt x="2757" y="953"/>
                    </a:lnTo>
                    <a:cubicBezTo>
                      <a:pt x="2456" y="1104"/>
                      <a:pt x="2181" y="1279"/>
                      <a:pt x="1930" y="1480"/>
                    </a:cubicBezTo>
                    <a:lnTo>
                      <a:pt x="1178" y="1279"/>
                    </a:lnTo>
                    <a:cubicBezTo>
                      <a:pt x="878" y="1580"/>
                      <a:pt x="652" y="1931"/>
                      <a:pt x="451" y="2282"/>
                    </a:cubicBezTo>
                    <a:lnTo>
                      <a:pt x="903" y="2933"/>
                    </a:lnTo>
                    <a:cubicBezTo>
                      <a:pt x="777" y="3234"/>
                      <a:pt x="702" y="3560"/>
                      <a:pt x="677" y="3886"/>
                    </a:cubicBezTo>
                    <a:lnTo>
                      <a:pt x="0" y="4262"/>
                    </a:lnTo>
                    <a:cubicBezTo>
                      <a:pt x="0" y="4562"/>
                      <a:pt x="50" y="4863"/>
                      <a:pt x="126" y="5189"/>
                    </a:cubicBezTo>
                    <a:cubicBezTo>
                      <a:pt x="151" y="5289"/>
                      <a:pt x="176" y="5389"/>
                      <a:pt x="201" y="5490"/>
                    </a:cubicBezTo>
                    <a:lnTo>
                      <a:pt x="978" y="5615"/>
                    </a:lnTo>
                    <a:cubicBezTo>
                      <a:pt x="1103" y="5941"/>
                      <a:pt x="1279" y="6217"/>
                      <a:pt x="1504" y="6442"/>
                    </a:cubicBezTo>
                    <a:lnTo>
                      <a:pt x="1279" y="7194"/>
                    </a:lnTo>
                    <a:cubicBezTo>
                      <a:pt x="1579" y="7495"/>
                      <a:pt x="1930" y="7745"/>
                      <a:pt x="2306" y="7921"/>
                    </a:cubicBezTo>
                    <a:lnTo>
                      <a:pt x="2933" y="7470"/>
                    </a:lnTo>
                    <a:cubicBezTo>
                      <a:pt x="3233" y="7595"/>
                      <a:pt x="3559" y="7670"/>
                      <a:pt x="3885" y="7695"/>
                    </a:cubicBezTo>
                    <a:lnTo>
                      <a:pt x="4261" y="8372"/>
                    </a:lnTo>
                    <a:cubicBezTo>
                      <a:pt x="4562" y="8372"/>
                      <a:pt x="4888" y="8322"/>
                      <a:pt x="5188" y="8247"/>
                    </a:cubicBezTo>
                    <a:cubicBezTo>
                      <a:pt x="5289" y="8222"/>
                      <a:pt x="5389" y="8196"/>
                      <a:pt x="5489" y="8171"/>
                    </a:cubicBezTo>
                    <a:lnTo>
                      <a:pt x="5639" y="7394"/>
                    </a:lnTo>
                    <a:cubicBezTo>
                      <a:pt x="5940" y="7269"/>
                      <a:pt x="6216" y="7094"/>
                      <a:pt x="6467" y="6893"/>
                    </a:cubicBezTo>
                    <a:lnTo>
                      <a:pt x="7218" y="7094"/>
                    </a:lnTo>
                    <a:cubicBezTo>
                      <a:pt x="7494" y="6793"/>
                      <a:pt x="7745" y="6442"/>
                      <a:pt x="7920" y="6066"/>
                    </a:cubicBezTo>
                    <a:lnTo>
                      <a:pt x="7494" y="5440"/>
                    </a:lnTo>
                    <a:cubicBezTo>
                      <a:pt x="7594" y="5139"/>
                      <a:pt x="7670" y="4813"/>
                      <a:pt x="7695" y="4487"/>
                    </a:cubicBezTo>
                    <a:lnTo>
                      <a:pt x="8371" y="4111"/>
                    </a:lnTo>
                    <a:cubicBezTo>
                      <a:pt x="8371" y="3810"/>
                      <a:pt x="8346" y="3485"/>
                      <a:pt x="8271" y="3184"/>
                    </a:cubicBezTo>
                    <a:cubicBezTo>
                      <a:pt x="8246" y="3084"/>
                      <a:pt x="8196" y="2983"/>
                      <a:pt x="8171" y="2883"/>
                    </a:cubicBezTo>
                    <a:lnTo>
                      <a:pt x="7419" y="2758"/>
                    </a:lnTo>
                    <a:cubicBezTo>
                      <a:pt x="7269" y="2432"/>
                      <a:pt x="7093" y="2156"/>
                      <a:pt x="6893" y="1906"/>
                    </a:cubicBezTo>
                    <a:lnTo>
                      <a:pt x="7093" y="1179"/>
                    </a:lnTo>
                    <a:cubicBezTo>
                      <a:pt x="6792" y="878"/>
                      <a:pt x="6467" y="628"/>
                      <a:pt x="6091" y="452"/>
                    </a:cubicBezTo>
                    <a:lnTo>
                      <a:pt x="5439" y="903"/>
                    </a:lnTo>
                    <a:cubicBezTo>
                      <a:pt x="5138" y="778"/>
                      <a:pt x="4812" y="703"/>
                      <a:pt x="4487" y="678"/>
                    </a:cubicBezTo>
                    <a:lnTo>
                      <a:pt x="4111" y="1"/>
                    </a:ln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9"/>
              <p:cNvSpPr/>
              <p:nvPr/>
            </p:nvSpPr>
            <p:spPr>
              <a:xfrm>
                <a:off x="1621075" y="1369750"/>
                <a:ext cx="132850" cy="120200"/>
              </a:xfrm>
              <a:custGeom>
                <a:avLst/>
                <a:gdLst/>
                <a:ahLst/>
                <a:cxnLst/>
                <a:rect l="l" t="t" r="r" b="b"/>
                <a:pathLst>
                  <a:path w="5314" h="4808" extrusionOk="0">
                    <a:moveTo>
                      <a:pt x="2667" y="1"/>
                    </a:moveTo>
                    <a:cubicBezTo>
                      <a:pt x="2474" y="1"/>
                      <a:pt x="2277" y="24"/>
                      <a:pt x="2080" y="74"/>
                    </a:cubicBezTo>
                    <a:cubicBezTo>
                      <a:pt x="802" y="374"/>
                      <a:pt x="0" y="1678"/>
                      <a:pt x="326" y="2981"/>
                    </a:cubicBezTo>
                    <a:cubicBezTo>
                      <a:pt x="603" y="4066"/>
                      <a:pt x="1584" y="4808"/>
                      <a:pt x="2656" y="4808"/>
                    </a:cubicBezTo>
                    <a:cubicBezTo>
                      <a:pt x="2847" y="4808"/>
                      <a:pt x="3040" y="4784"/>
                      <a:pt x="3233" y="4735"/>
                    </a:cubicBezTo>
                    <a:cubicBezTo>
                      <a:pt x="4511" y="4435"/>
                      <a:pt x="5313" y="3131"/>
                      <a:pt x="4988" y="1828"/>
                    </a:cubicBezTo>
                    <a:cubicBezTo>
                      <a:pt x="4732" y="743"/>
                      <a:pt x="3754" y="1"/>
                      <a:pt x="2667" y="1"/>
                    </a:cubicBez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9"/>
              <p:cNvSpPr/>
              <p:nvPr/>
            </p:nvSpPr>
            <p:spPr>
              <a:xfrm>
                <a:off x="1643000" y="1389100"/>
                <a:ext cx="89625" cy="81300"/>
              </a:xfrm>
              <a:custGeom>
                <a:avLst/>
                <a:gdLst/>
                <a:ahLst/>
                <a:cxnLst/>
                <a:rect l="l" t="t" r="r" b="b"/>
                <a:pathLst>
                  <a:path w="3585" h="3252" extrusionOk="0">
                    <a:moveTo>
                      <a:pt x="1801" y="1"/>
                    </a:moveTo>
                    <a:cubicBezTo>
                      <a:pt x="1670" y="1"/>
                      <a:pt x="1537" y="17"/>
                      <a:pt x="1404" y="51"/>
                    </a:cubicBezTo>
                    <a:cubicBezTo>
                      <a:pt x="527" y="252"/>
                      <a:pt x="0" y="1154"/>
                      <a:pt x="201" y="2006"/>
                    </a:cubicBezTo>
                    <a:cubicBezTo>
                      <a:pt x="394" y="2758"/>
                      <a:pt x="1066" y="3252"/>
                      <a:pt x="1806" y="3252"/>
                    </a:cubicBezTo>
                    <a:cubicBezTo>
                      <a:pt x="1930" y="3252"/>
                      <a:pt x="2055" y="3238"/>
                      <a:pt x="2181" y="3209"/>
                    </a:cubicBezTo>
                    <a:cubicBezTo>
                      <a:pt x="3033" y="2984"/>
                      <a:pt x="3584" y="2107"/>
                      <a:pt x="3359" y="1254"/>
                    </a:cubicBezTo>
                    <a:cubicBezTo>
                      <a:pt x="3189" y="510"/>
                      <a:pt x="2532" y="1"/>
                      <a:pt x="18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9"/>
              <p:cNvSpPr/>
              <p:nvPr/>
            </p:nvSpPr>
            <p:spPr>
              <a:xfrm>
                <a:off x="1664925" y="1409050"/>
                <a:ext cx="45775" cy="41425"/>
              </a:xfrm>
              <a:custGeom>
                <a:avLst/>
                <a:gdLst/>
                <a:ahLst/>
                <a:cxnLst/>
                <a:rect l="l" t="t" r="r" b="b"/>
                <a:pathLst>
                  <a:path w="1831" h="1657" extrusionOk="0">
                    <a:moveTo>
                      <a:pt x="922" y="0"/>
                    </a:moveTo>
                    <a:cubicBezTo>
                      <a:pt x="850" y="0"/>
                      <a:pt x="776" y="10"/>
                      <a:pt x="702" y="30"/>
                    </a:cubicBezTo>
                    <a:cubicBezTo>
                      <a:pt x="276" y="131"/>
                      <a:pt x="1" y="582"/>
                      <a:pt x="101" y="1033"/>
                    </a:cubicBezTo>
                    <a:cubicBezTo>
                      <a:pt x="186" y="1418"/>
                      <a:pt x="527" y="1656"/>
                      <a:pt x="905" y="1656"/>
                    </a:cubicBezTo>
                    <a:cubicBezTo>
                      <a:pt x="970" y="1656"/>
                      <a:pt x="1037" y="1649"/>
                      <a:pt x="1103" y="1634"/>
                    </a:cubicBezTo>
                    <a:cubicBezTo>
                      <a:pt x="1554" y="1534"/>
                      <a:pt x="1830" y="1083"/>
                      <a:pt x="1705" y="632"/>
                    </a:cubicBezTo>
                    <a:cubicBezTo>
                      <a:pt x="1621" y="255"/>
                      <a:pt x="1292" y="0"/>
                      <a:pt x="9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3" name="Google Shape;703;p9"/>
            <p:cNvGrpSpPr/>
            <p:nvPr/>
          </p:nvGrpSpPr>
          <p:grpSpPr>
            <a:xfrm>
              <a:off x="7723214" y="1254245"/>
              <a:ext cx="552301" cy="552301"/>
              <a:chOff x="1387350" y="1218075"/>
              <a:chExt cx="209300" cy="209300"/>
            </a:xfrm>
          </p:grpSpPr>
          <p:sp>
            <p:nvSpPr>
              <p:cNvPr id="704" name="Google Shape;704;p9"/>
              <p:cNvSpPr/>
              <p:nvPr/>
            </p:nvSpPr>
            <p:spPr>
              <a:xfrm>
                <a:off x="1387350" y="1218075"/>
                <a:ext cx="209300" cy="209300"/>
              </a:xfrm>
              <a:custGeom>
                <a:avLst/>
                <a:gdLst/>
                <a:ahLst/>
                <a:cxnLst/>
                <a:rect l="l" t="t" r="r" b="b"/>
                <a:pathLst>
                  <a:path w="8372" h="8372" extrusionOk="0">
                    <a:moveTo>
                      <a:pt x="3860" y="0"/>
                    </a:moveTo>
                    <a:lnTo>
                      <a:pt x="3560" y="727"/>
                    </a:lnTo>
                    <a:cubicBezTo>
                      <a:pt x="3234" y="777"/>
                      <a:pt x="2908" y="877"/>
                      <a:pt x="2632" y="1028"/>
                    </a:cubicBezTo>
                    <a:lnTo>
                      <a:pt x="1956" y="652"/>
                    </a:lnTo>
                    <a:cubicBezTo>
                      <a:pt x="1605" y="877"/>
                      <a:pt x="1279" y="1153"/>
                      <a:pt x="1003" y="1454"/>
                    </a:cubicBezTo>
                    <a:lnTo>
                      <a:pt x="1279" y="2181"/>
                    </a:lnTo>
                    <a:cubicBezTo>
                      <a:pt x="1103" y="2456"/>
                      <a:pt x="953" y="2757"/>
                      <a:pt x="853" y="3058"/>
                    </a:cubicBezTo>
                    <a:lnTo>
                      <a:pt x="101" y="3258"/>
                    </a:lnTo>
                    <a:cubicBezTo>
                      <a:pt x="26" y="3559"/>
                      <a:pt x="1" y="3860"/>
                      <a:pt x="1" y="4186"/>
                    </a:cubicBezTo>
                    <a:cubicBezTo>
                      <a:pt x="1" y="4286"/>
                      <a:pt x="1" y="4411"/>
                      <a:pt x="26" y="4512"/>
                    </a:cubicBezTo>
                    <a:lnTo>
                      <a:pt x="728" y="4812"/>
                    </a:lnTo>
                    <a:cubicBezTo>
                      <a:pt x="778" y="5163"/>
                      <a:pt x="878" y="5464"/>
                      <a:pt x="1028" y="5765"/>
                    </a:cubicBezTo>
                    <a:lnTo>
                      <a:pt x="652" y="6441"/>
                    </a:lnTo>
                    <a:cubicBezTo>
                      <a:pt x="878" y="6792"/>
                      <a:pt x="1154" y="7093"/>
                      <a:pt x="1454" y="7369"/>
                    </a:cubicBezTo>
                    <a:lnTo>
                      <a:pt x="2181" y="7093"/>
                    </a:lnTo>
                    <a:cubicBezTo>
                      <a:pt x="2457" y="7268"/>
                      <a:pt x="2758" y="7419"/>
                      <a:pt x="3058" y="7519"/>
                    </a:cubicBezTo>
                    <a:lnTo>
                      <a:pt x="3284" y="8271"/>
                    </a:lnTo>
                    <a:cubicBezTo>
                      <a:pt x="3560" y="8346"/>
                      <a:pt x="3885" y="8371"/>
                      <a:pt x="4186" y="8371"/>
                    </a:cubicBezTo>
                    <a:lnTo>
                      <a:pt x="4512" y="8371"/>
                    </a:lnTo>
                    <a:lnTo>
                      <a:pt x="4838" y="7644"/>
                    </a:lnTo>
                    <a:cubicBezTo>
                      <a:pt x="5164" y="7594"/>
                      <a:pt x="5464" y="7494"/>
                      <a:pt x="5765" y="7344"/>
                    </a:cubicBezTo>
                    <a:lnTo>
                      <a:pt x="6442" y="7720"/>
                    </a:lnTo>
                    <a:cubicBezTo>
                      <a:pt x="6793" y="7519"/>
                      <a:pt x="7093" y="7243"/>
                      <a:pt x="7369" y="6918"/>
                    </a:cubicBezTo>
                    <a:lnTo>
                      <a:pt x="7093" y="6191"/>
                    </a:lnTo>
                    <a:cubicBezTo>
                      <a:pt x="7269" y="5915"/>
                      <a:pt x="7419" y="5639"/>
                      <a:pt x="7545" y="5314"/>
                    </a:cubicBezTo>
                    <a:lnTo>
                      <a:pt x="8271" y="5113"/>
                    </a:lnTo>
                    <a:cubicBezTo>
                      <a:pt x="8347" y="4812"/>
                      <a:pt x="8372" y="4512"/>
                      <a:pt x="8372" y="4186"/>
                    </a:cubicBezTo>
                    <a:cubicBezTo>
                      <a:pt x="8372" y="4085"/>
                      <a:pt x="8372" y="3985"/>
                      <a:pt x="8372" y="3860"/>
                    </a:cubicBezTo>
                    <a:lnTo>
                      <a:pt x="7670" y="3559"/>
                    </a:lnTo>
                    <a:cubicBezTo>
                      <a:pt x="7595" y="3233"/>
                      <a:pt x="7494" y="2907"/>
                      <a:pt x="7344" y="2632"/>
                    </a:cubicBezTo>
                    <a:lnTo>
                      <a:pt x="7745" y="1955"/>
                    </a:lnTo>
                    <a:cubicBezTo>
                      <a:pt x="7520" y="1604"/>
                      <a:pt x="7244" y="1278"/>
                      <a:pt x="6918" y="1003"/>
                    </a:cubicBezTo>
                    <a:lnTo>
                      <a:pt x="6191" y="1278"/>
                    </a:lnTo>
                    <a:cubicBezTo>
                      <a:pt x="5941" y="1103"/>
                      <a:pt x="5640" y="953"/>
                      <a:pt x="5314" y="852"/>
                    </a:cubicBezTo>
                    <a:lnTo>
                      <a:pt x="5114" y="100"/>
                    </a:lnTo>
                    <a:cubicBezTo>
                      <a:pt x="4813" y="25"/>
                      <a:pt x="4512" y="0"/>
                      <a:pt x="4186" y="0"/>
                    </a:cubicBezTo>
                    <a:close/>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9"/>
              <p:cNvSpPr/>
              <p:nvPr/>
            </p:nvSpPr>
            <p:spPr>
              <a:xfrm>
                <a:off x="1387350" y="1218075"/>
                <a:ext cx="209300" cy="209300"/>
              </a:xfrm>
              <a:custGeom>
                <a:avLst/>
                <a:gdLst/>
                <a:ahLst/>
                <a:cxnLst/>
                <a:rect l="l" t="t" r="r" b="b"/>
                <a:pathLst>
                  <a:path w="8372" h="8372" fill="none" extrusionOk="0">
                    <a:moveTo>
                      <a:pt x="8372" y="4186"/>
                    </a:moveTo>
                    <a:cubicBezTo>
                      <a:pt x="8372" y="4512"/>
                      <a:pt x="8347" y="4812"/>
                      <a:pt x="8271" y="5113"/>
                    </a:cubicBezTo>
                    <a:lnTo>
                      <a:pt x="7545" y="5314"/>
                    </a:lnTo>
                    <a:cubicBezTo>
                      <a:pt x="7419" y="5639"/>
                      <a:pt x="7269" y="5915"/>
                      <a:pt x="7093" y="6191"/>
                    </a:cubicBezTo>
                    <a:lnTo>
                      <a:pt x="7369" y="6918"/>
                    </a:lnTo>
                    <a:cubicBezTo>
                      <a:pt x="7093" y="7243"/>
                      <a:pt x="6793" y="7519"/>
                      <a:pt x="6442" y="7720"/>
                    </a:cubicBezTo>
                    <a:lnTo>
                      <a:pt x="5765" y="7344"/>
                    </a:lnTo>
                    <a:cubicBezTo>
                      <a:pt x="5464" y="7494"/>
                      <a:pt x="5164" y="7594"/>
                      <a:pt x="4838" y="7644"/>
                    </a:cubicBezTo>
                    <a:lnTo>
                      <a:pt x="4512" y="8371"/>
                    </a:lnTo>
                    <a:cubicBezTo>
                      <a:pt x="4412" y="8371"/>
                      <a:pt x="4312" y="8371"/>
                      <a:pt x="4186" y="8371"/>
                    </a:cubicBezTo>
                    <a:cubicBezTo>
                      <a:pt x="3885" y="8371"/>
                      <a:pt x="3560" y="8346"/>
                      <a:pt x="3284" y="8271"/>
                    </a:cubicBezTo>
                    <a:lnTo>
                      <a:pt x="3058" y="7519"/>
                    </a:lnTo>
                    <a:cubicBezTo>
                      <a:pt x="2758" y="7419"/>
                      <a:pt x="2457" y="7268"/>
                      <a:pt x="2181" y="7093"/>
                    </a:cubicBezTo>
                    <a:lnTo>
                      <a:pt x="1454" y="7369"/>
                    </a:lnTo>
                    <a:cubicBezTo>
                      <a:pt x="1154" y="7093"/>
                      <a:pt x="878" y="6792"/>
                      <a:pt x="652" y="6441"/>
                    </a:cubicBezTo>
                    <a:lnTo>
                      <a:pt x="1028" y="5765"/>
                    </a:lnTo>
                    <a:cubicBezTo>
                      <a:pt x="878" y="5464"/>
                      <a:pt x="778" y="5163"/>
                      <a:pt x="728" y="4812"/>
                    </a:cubicBezTo>
                    <a:lnTo>
                      <a:pt x="26" y="4512"/>
                    </a:lnTo>
                    <a:cubicBezTo>
                      <a:pt x="1" y="4411"/>
                      <a:pt x="1" y="4286"/>
                      <a:pt x="1" y="4186"/>
                    </a:cubicBezTo>
                    <a:cubicBezTo>
                      <a:pt x="1" y="3860"/>
                      <a:pt x="26" y="3559"/>
                      <a:pt x="101" y="3258"/>
                    </a:cubicBezTo>
                    <a:lnTo>
                      <a:pt x="853" y="3058"/>
                    </a:lnTo>
                    <a:cubicBezTo>
                      <a:pt x="953" y="2757"/>
                      <a:pt x="1103" y="2456"/>
                      <a:pt x="1279" y="2181"/>
                    </a:cubicBezTo>
                    <a:lnTo>
                      <a:pt x="1003" y="1454"/>
                    </a:lnTo>
                    <a:cubicBezTo>
                      <a:pt x="1279" y="1153"/>
                      <a:pt x="1605" y="877"/>
                      <a:pt x="1956" y="652"/>
                    </a:cubicBezTo>
                    <a:lnTo>
                      <a:pt x="2632" y="1028"/>
                    </a:lnTo>
                    <a:cubicBezTo>
                      <a:pt x="2908" y="877"/>
                      <a:pt x="3234" y="777"/>
                      <a:pt x="3560" y="727"/>
                    </a:cubicBezTo>
                    <a:lnTo>
                      <a:pt x="3860" y="0"/>
                    </a:lnTo>
                    <a:cubicBezTo>
                      <a:pt x="3986" y="0"/>
                      <a:pt x="4086" y="0"/>
                      <a:pt x="4186" y="0"/>
                    </a:cubicBezTo>
                    <a:cubicBezTo>
                      <a:pt x="4512" y="0"/>
                      <a:pt x="4813" y="25"/>
                      <a:pt x="5114" y="100"/>
                    </a:cubicBezTo>
                    <a:lnTo>
                      <a:pt x="5314" y="852"/>
                    </a:lnTo>
                    <a:cubicBezTo>
                      <a:pt x="5640" y="953"/>
                      <a:pt x="5941" y="1103"/>
                      <a:pt x="6191" y="1278"/>
                    </a:cubicBezTo>
                    <a:lnTo>
                      <a:pt x="6918" y="1003"/>
                    </a:lnTo>
                    <a:cubicBezTo>
                      <a:pt x="7244" y="1278"/>
                      <a:pt x="7520" y="1604"/>
                      <a:pt x="7745" y="1955"/>
                    </a:cubicBezTo>
                    <a:lnTo>
                      <a:pt x="7344" y="2632"/>
                    </a:lnTo>
                    <a:cubicBezTo>
                      <a:pt x="7494" y="2907"/>
                      <a:pt x="7595" y="3233"/>
                      <a:pt x="7670" y="3559"/>
                    </a:cubicBezTo>
                    <a:lnTo>
                      <a:pt x="8372" y="3860"/>
                    </a:lnTo>
                    <a:cubicBezTo>
                      <a:pt x="8372" y="3985"/>
                      <a:pt x="8372" y="4085"/>
                      <a:pt x="8372" y="4186"/>
                    </a:cubicBezTo>
                    <a:close/>
                  </a:path>
                </a:pathLst>
              </a:custGeom>
              <a:noFill/>
              <a:ln w="19050" cap="flat" cmpd="sng">
                <a:solidFill>
                  <a:schemeClr val="accent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9"/>
              <p:cNvSpPr/>
              <p:nvPr/>
            </p:nvSpPr>
            <p:spPr>
              <a:xfrm>
                <a:off x="1431850" y="1262550"/>
                <a:ext cx="120325" cy="120325"/>
              </a:xfrm>
              <a:custGeom>
                <a:avLst/>
                <a:gdLst/>
                <a:ahLst/>
                <a:cxnLst/>
                <a:rect l="l" t="t" r="r" b="b"/>
                <a:pathLst>
                  <a:path w="4813" h="4813" extrusionOk="0">
                    <a:moveTo>
                      <a:pt x="2406" y="1"/>
                    </a:moveTo>
                    <a:cubicBezTo>
                      <a:pt x="1078" y="1"/>
                      <a:pt x="0" y="1078"/>
                      <a:pt x="0" y="2407"/>
                    </a:cubicBezTo>
                    <a:cubicBezTo>
                      <a:pt x="0" y="3735"/>
                      <a:pt x="1078" y="4813"/>
                      <a:pt x="2406" y="4813"/>
                    </a:cubicBezTo>
                    <a:cubicBezTo>
                      <a:pt x="3735" y="4813"/>
                      <a:pt x="4812" y="3735"/>
                      <a:pt x="4812" y="2407"/>
                    </a:cubicBezTo>
                    <a:cubicBezTo>
                      <a:pt x="4812" y="1078"/>
                      <a:pt x="3735" y="1"/>
                      <a:pt x="24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9"/>
              <p:cNvSpPr/>
              <p:nvPr/>
            </p:nvSpPr>
            <p:spPr>
              <a:xfrm>
                <a:off x="1451275" y="1281975"/>
                <a:ext cx="81475" cy="81475"/>
              </a:xfrm>
              <a:custGeom>
                <a:avLst/>
                <a:gdLst/>
                <a:ahLst/>
                <a:cxnLst/>
                <a:rect l="l" t="t" r="r" b="b"/>
                <a:pathLst>
                  <a:path w="3259" h="3259" fill="none" extrusionOk="0">
                    <a:moveTo>
                      <a:pt x="3258" y="1630"/>
                    </a:moveTo>
                    <a:cubicBezTo>
                      <a:pt x="3258" y="2532"/>
                      <a:pt x="2531" y="3259"/>
                      <a:pt x="1629" y="3259"/>
                    </a:cubicBezTo>
                    <a:cubicBezTo>
                      <a:pt x="727" y="3259"/>
                      <a:pt x="0" y="2532"/>
                      <a:pt x="0" y="1630"/>
                    </a:cubicBezTo>
                    <a:cubicBezTo>
                      <a:pt x="0" y="727"/>
                      <a:pt x="727" y="1"/>
                      <a:pt x="1629" y="1"/>
                    </a:cubicBezTo>
                    <a:cubicBezTo>
                      <a:pt x="2531" y="1"/>
                      <a:pt x="3258" y="727"/>
                      <a:pt x="3258" y="1630"/>
                    </a:cubicBezTo>
                    <a:close/>
                  </a:path>
                </a:pathLst>
              </a:custGeom>
              <a:solidFill>
                <a:srgbClr val="0F3570"/>
              </a:solidFill>
              <a:ln w="9525" cap="flat" cmpd="sng">
                <a:solidFill>
                  <a:schemeClr val="dk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08" name="Google Shape;708;p9"/>
          <p:cNvSpPr txBox="1">
            <a:spLocks noGrp="1"/>
          </p:cNvSpPr>
          <p:nvPr>
            <p:ph type="title"/>
          </p:nvPr>
        </p:nvSpPr>
        <p:spPr>
          <a:xfrm>
            <a:off x="2549400" y="2221500"/>
            <a:ext cx="4045200" cy="754800"/>
          </a:xfrm>
          <a:prstGeom prst="rect">
            <a:avLst/>
          </a:prstGeom>
        </p:spPr>
        <p:txBody>
          <a:bodyPr spcFirstLastPara="1" wrap="square" lIns="0" tIns="0" rIns="0" bIns="0" anchor="ctr" anchorCtr="0">
            <a:noAutofit/>
          </a:bodyPr>
          <a:lstStyle>
            <a:lvl1pPr lvl="0" algn="ctr">
              <a:spcBef>
                <a:spcPts val="0"/>
              </a:spcBef>
              <a:spcAft>
                <a:spcPts val="0"/>
              </a:spcAft>
              <a:buSzPts val="4200"/>
              <a:buNone/>
              <a:defRPr sz="47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709" name="Google Shape;709;p9"/>
          <p:cNvSpPr txBox="1">
            <a:spLocks noGrp="1"/>
          </p:cNvSpPr>
          <p:nvPr>
            <p:ph type="subTitle" idx="1"/>
          </p:nvPr>
        </p:nvSpPr>
        <p:spPr>
          <a:xfrm>
            <a:off x="2549400" y="3230175"/>
            <a:ext cx="4045200" cy="700500"/>
          </a:xfrm>
          <a:prstGeom prst="rect">
            <a:avLst/>
          </a:prstGeom>
        </p:spPr>
        <p:txBody>
          <a:bodyPr spcFirstLastPara="1" wrap="square" lIns="0" tIns="0" rIns="0" bIns="0"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710" name="Google Shape;710;p9"/>
          <p:cNvSpPr txBox="1">
            <a:spLocks noGrp="1"/>
          </p:cNvSpPr>
          <p:nvPr>
            <p:ph type="title" idx="2" hasCustomPrompt="1"/>
          </p:nvPr>
        </p:nvSpPr>
        <p:spPr>
          <a:xfrm>
            <a:off x="3647325" y="1212825"/>
            <a:ext cx="1926600" cy="754800"/>
          </a:xfrm>
          <a:prstGeom prst="rect">
            <a:avLst/>
          </a:prstGeom>
        </p:spPr>
        <p:txBody>
          <a:bodyPr spcFirstLastPara="1" wrap="square" lIns="0" tIns="0" rIns="0" bIns="0" anchor="ctr" anchorCtr="0">
            <a:noAutofit/>
          </a:bodyPr>
          <a:lstStyle>
            <a:lvl1pPr lvl="0" algn="ctr" rtl="0">
              <a:spcBef>
                <a:spcPts val="0"/>
              </a:spcBef>
              <a:spcAft>
                <a:spcPts val="0"/>
              </a:spcAft>
              <a:buSzPts val="3000"/>
              <a:buNone/>
              <a:defRPr sz="7200">
                <a:solidFill>
                  <a:schemeClr val="dk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57"/>
        <p:cNvGrpSpPr/>
        <p:nvPr/>
      </p:nvGrpSpPr>
      <p:grpSpPr>
        <a:xfrm>
          <a:off x="0" y="0"/>
          <a:ext cx="0" cy="0"/>
          <a:chOff x="0" y="0"/>
          <a:chExt cx="0" cy="0"/>
        </a:xfrm>
      </p:grpSpPr>
      <p:grpSp>
        <p:nvGrpSpPr>
          <p:cNvPr id="758" name="Google Shape;758;p11"/>
          <p:cNvGrpSpPr/>
          <p:nvPr/>
        </p:nvGrpSpPr>
        <p:grpSpPr>
          <a:xfrm>
            <a:off x="5266248" y="4568869"/>
            <a:ext cx="3157758" cy="296582"/>
            <a:chOff x="5266248" y="4230494"/>
            <a:chExt cx="3157758" cy="296582"/>
          </a:xfrm>
        </p:grpSpPr>
        <p:sp>
          <p:nvSpPr>
            <p:cNvPr id="759" name="Google Shape;759;p11"/>
            <p:cNvSpPr/>
            <p:nvPr/>
          </p:nvSpPr>
          <p:spPr>
            <a:xfrm>
              <a:off x="5266248"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11"/>
            <p:cNvSpPr/>
            <p:nvPr/>
          </p:nvSpPr>
          <p:spPr>
            <a:xfrm>
              <a:off x="5459599" y="4230494"/>
              <a:ext cx="103232" cy="296582"/>
            </a:xfrm>
            <a:custGeom>
              <a:avLst/>
              <a:gdLst/>
              <a:ahLst/>
              <a:cxnLst/>
              <a:rect l="l" t="t" r="r" b="b"/>
              <a:pathLst>
                <a:path w="803" h="2307" extrusionOk="0">
                  <a:moveTo>
                    <a:pt x="0" y="0"/>
                  </a:moveTo>
                  <a:lnTo>
                    <a:pt x="0" y="2306"/>
                  </a:lnTo>
                  <a:lnTo>
                    <a:pt x="802" y="2306"/>
                  </a:lnTo>
                  <a:lnTo>
                    <a:pt x="8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11"/>
            <p:cNvSpPr/>
            <p:nvPr/>
          </p:nvSpPr>
          <p:spPr>
            <a:xfrm>
              <a:off x="5649735" y="4230494"/>
              <a:ext cx="103232" cy="296582"/>
            </a:xfrm>
            <a:custGeom>
              <a:avLst/>
              <a:gdLst/>
              <a:ahLst/>
              <a:cxnLst/>
              <a:rect l="l" t="t" r="r" b="b"/>
              <a:pathLst>
                <a:path w="803" h="2307" extrusionOk="0">
                  <a:moveTo>
                    <a:pt x="0" y="0"/>
                  </a:moveTo>
                  <a:lnTo>
                    <a:pt x="0" y="2306"/>
                  </a:lnTo>
                  <a:lnTo>
                    <a:pt x="802" y="2306"/>
                  </a:lnTo>
                  <a:lnTo>
                    <a:pt x="8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11"/>
            <p:cNvSpPr/>
            <p:nvPr/>
          </p:nvSpPr>
          <p:spPr>
            <a:xfrm>
              <a:off x="5839743"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11"/>
            <p:cNvSpPr/>
            <p:nvPr/>
          </p:nvSpPr>
          <p:spPr>
            <a:xfrm>
              <a:off x="6029880"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11"/>
            <p:cNvSpPr/>
            <p:nvPr/>
          </p:nvSpPr>
          <p:spPr>
            <a:xfrm>
              <a:off x="6220016" y="4230494"/>
              <a:ext cx="106446" cy="296582"/>
            </a:xfrm>
            <a:custGeom>
              <a:avLst/>
              <a:gdLst/>
              <a:ahLst/>
              <a:cxnLst/>
              <a:rect l="l" t="t" r="r" b="b"/>
              <a:pathLst>
                <a:path w="828" h="2307" extrusionOk="0">
                  <a:moveTo>
                    <a:pt x="0" y="0"/>
                  </a:moveTo>
                  <a:lnTo>
                    <a:pt x="0" y="2306"/>
                  </a:lnTo>
                  <a:lnTo>
                    <a:pt x="827" y="2306"/>
                  </a:lnTo>
                  <a:lnTo>
                    <a:pt x="82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1"/>
            <p:cNvSpPr/>
            <p:nvPr/>
          </p:nvSpPr>
          <p:spPr>
            <a:xfrm>
              <a:off x="6413238"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11"/>
            <p:cNvSpPr/>
            <p:nvPr/>
          </p:nvSpPr>
          <p:spPr>
            <a:xfrm>
              <a:off x="6603375"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11"/>
            <p:cNvSpPr/>
            <p:nvPr/>
          </p:nvSpPr>
          <p:spPr>
            <a:xfrm>
              <a:off x="6793511"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11"/>
            <p:cNvSpPr/>
            <p:nvPr/>
          </p:nvSpPr>
          <p:spPr>
            <a:xfrm>
              <a:off x="6983648"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11"/>
            <p:cNvSpPr/>
            <p:nvPr/>
          </p:nvSpPr>
          <p:spPr>
            <a:xfrm>
              <a:off x="7176870"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1"/>
            <p:cNvSpPr/>
            <p:nvPr/>
          </p:nvSpPr>
          <p:spPr>
            <a:xfrm>
              <a:off x="7367006"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11"/>
            <p:cNvSpPr/>
            <p:nvPr/>
          </p:nvSpPr>
          <p:spPr>
            <a:xfrm>
              <a:off x="7557143"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11"/>
            <p:cNvSpPr/>
            <p:nvPr/>
          </p:nvSpPr>
          <p:spPr>
            <a:xfrm>
              <a:off x="7747151"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11"/>
            <p:cNvSpPr/>
            <p:nvPr/>
          </p:nvSpPr>
          <p:spPr>
            <a:xfrm>
              <a:off x="7940501"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11"/>
            <p:cNvSpPr/>
            <p:nvPr/>
          </p:nvSpPr>
          <p:spPr>
            <a:xfrm>
              <a:off x="8130638"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11"/>
            <p:cNvSpPr/>
            <p:nvPr/>
          </p:nvSpPr>
          <p:spPr>
            <a:xfrm>
              <a:off x="8320774"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6" name="Google Shape;776;p11"/>
          <p:cNvGrpSpPr/>
          <p:nvPr/>
        </p:nvGrpSpPr>
        <p:grpSpPr>
          <a:xfrm>
            <a:off x="-364925" y="-1720950"/>
            <a:ext cx="9644000" cy="3383025"/>
            <a:chOff x="-364925" y="-1720950"/>
            <a:chExt cx="9644000" cy="3383025"/>
          </a:xfrm>
        </p:grpSpPr>
        <p:grpSp>
          <p:nvGrpSpPr>
            <p:cNvPr id="777" name="Google Shape;777;p11"/>
            <p:cNvGrpSpPr/>
            <p:nvPr/>
          </p:nvGrpSpPr>
          <p:grpSpPr>
            <a:xfrm flipH="1">
              <a:off x="-364925" y="-1720950"/>
              <a:ext cx="7767703" cy="3383025"/>
              <a:chOff x="24125" y="294775"/>
              <a:chExt cx="7767703" cy="3383025"/>
            </a:xfrm>
          </p:grpSpPr>
          <p:sp>
            <p:nvSpPr>
              <p:cNvPr id="778" name="Google Shape;778;p11"/>
              <p:cNvSpPr/>
              <p:nvPr/>
            </p:nvSpPr>
            <p:spPr>
              <a:xfrm>
                <a:off x="1686375" y="607200"/>
                <a:ext cx="142125" cy="129550"/>
              </a:xfrm>
              <a:custGeom>
                <a:avLst/>
                <a:gdLst/>
                <a:ahLst/>
                <a:cxnLst/>
                <a:rect l="l" t="t" r="r" b="b"/>
                <a:pathLst>
                  <a:path w="5685" h="5182" extrusionOk="0">
                    <a:moveTo>
                      <a:pt x="2834" y="1"/>
                    </a:moveTo>
                    <a:cubicBezTo>
                      <a:pt x="2169" y="1"/>
                      <a:pt x="1507" y="252"/>
                      <a:pt x="1005" y="754"/>
                    </a:cubicBezTo>
                    <a:cubicBezTo>
                      <a:pt x="1" y="1781"/>
                      <a:pt x="1" y="3402"/>
                      <a:pt x="1005" y="4429"/>
                    </a:cubicBezTo>
                    <a:cubicBezTo>
                      <a:pt x="1507" y="4931"/>
                      <a:pt x="2169" y="5182"/>
                      <a:pt x="2834" y="5182"/>
                    </a:cubicBezTo>
                    <a:cubicBezTo>
                      <a:pt x="3499" y="5182"/>
                      <a:pt x="4166" y="4931"/>
                      <a:pt x="4680" y="4429"/>
                    </a:cubicBezTo>
                    <a:cubicBezTo>
                      <a:pt x="5684" y="3402"/>
                      <a:pt x="5684" y="1781"/>
                      <a:pt x="4680" y="754"/>
                    </a:cubicBezTo>
                    <a:cubicBezTo>
                      <a:pt x="4166" y="252"/>
                      <a:pt x="3499" y="1"/>
                      <a:pt x="28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11"/>
              <p:cNvSpPr/>
              <p:nvPr/>
            </p:nvSpPr>
            <p:spPr>
              <a:xfrm>
                <a:off x="66098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11"/>
              <p:cNvSpPr/>
              <p:nvPr/>
            </p:nvSpPr>
            <p:spPr>
              <a:xfrm>
                <a:off x="6721650" y="3191600"/>
                <a:ext cx="149525" cy="93025"/>
              </a:xfrm>
              <a:custGeom>
                <a:avLst/>
                <a:gdLst/>
                <a:ahLst/>
                <a:cxnLst/>
                <a:rect l="l" t="t" r="r" b="b"/>
                <a:pathLst>
                  <a:path w="5981" h="3721" extrusionOk="0">
                    <a:moveTo>
                      <a:pt x="0" y="0"/>
                    </a:moveTo>
                    <a:lnTo>
                      <a:pt x="3584" y="3721"/>
                    </a:lnTo>
                    <a:lnTo>
                      <a:pt x="5980"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1"/>
              <p:cNvSpPr/>
              <p:nvPr/>
            </p:nvSpPr>
            <p:spPr>
              <a:xfrm>
                <a:off x="68340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1"/>
              <p:cNvSpPr/>
              <p:nvPr/>
            </p:nvSpPr>
            <p:spPr>
              <a:xfrm>
                <a:off x="69459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11"/>
              <p:cNvSpPr/>
              <p:nvPr/>
            </p:nvSpPr>
            <p:spPr>
              <a:xfrm>
                <a:off x="7057750" y="3191600"/>
                <a:ext cx="149525" cy="93025"/>
              </a:xfrm>
              <a:custGeom>
                <a:avLst/>
                <a:gdLst/>
                <a:ahLst/>
                <a:cxnLst/>
                <a:rect l="l" t="t" r="r" b="b"/>
                <a:pathLst>
                  <a:path w="5981" h="3721" extrusionOk="0">
                    <a:moveTo>
                      <a:pt x="0" y="0"/>
                    </a:moveTo>
                    <a:lnTo>
                      <a:pt x="3607" y="3721"/>
                    </a:lnTo>
                    <a:lnTo>
                      <a:pt x="5980" y="3721"/>
                    </a:lnTo>
                    <a:lnTo>
                      <a:pt x="239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1"/>
              <p:cNvSpPr/>
              <p:nvPr/>
            </p:nvSpPr>
            <p:spPr>
              <a:xfrm>
                <a:off x="71701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1"/>
              <p:cNvSpPr/>
              <p:nvPr/>
            </p:nvSpPr>
            <p:spPr>
              <a:xfrm>
                <a:off x="7282000" y="3191600"/>
                <a:ext cx="149525" cy="93025"/>
              </a:xfrm>
              <a:custGeom>
                <a:avLst/>
                <a:gdLst/>
                <a:ahLst/>
                <a:cxnLst/>
                <a:rect l="l" t="t" r="r" b="b"/>
                <a:pathLst>
                  <a:path w="5981" h="3721" extrusionOk="0">
                    <a:moveTo>
                      <a:pt x="1" y="0"/>
                    </a:moveTo>
                    <a:lnTo>
                      <a:pt x="3584" y="3721"/>
                    </a:lnTo>
                    <a:lnTo>
                      <a:pt x="5981"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11"/>
              <p:cNvSpPr/>
              <p:nvPr/>
            </p:nvSpPr>
            <p:spPr>
              <a:xfrm>
                <a:off x="2406525" y="1218350"/>
                <a:ext cx="5385303" cy="1110475"/>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1"/>
              <p:cNvSpPr/>
              <p:nvPr/>
            </p:nvSpPr>
            <p:spPr>
              <a:xfrm>
                <a:off x="987925" y="355975"/>
                <a:ext cx="6210225" cy="1468400"/>
              </a:xfrm>
              <a:custGeom>
                <a:avLst/>
                <a:gdLst/>
                <a:ahLst/>
                <a:cxnLst/>
                <a:rect l="l" t="t" r="r" b="b"/>
                <a:pathLst>
                  <a:path w="248409" h="58736" extrusionOk="0">
                    <a:moveTo>
                      <a:pt x="248203" y="1"/>
                    </a:moveTo>
                    <a:cubicBezTo>
                      <a:pt x="248151" y="1"/>
                      <a:pt x="248100" y="18"/>
                      <a:pt x="248066" y="52"/>
                    </a:cubicBezTo>
                    <a:lnTo>
                      <a:pt x="196663" y="51455"/>
                    </a:lnTo>
                    <a:lnTo>
                      <a:pt x="175778" y="51455"/>
                    </a:lnTo>
                    <a:lnTo>
                      <a:pt x="155760" y="31460"/>
                    </a:lnTo>
                    <a:lnTo>
                      <a:pt x="121112" y="31460"/>
                    </a:lnTo>
                    <a:lnTo>
                      <a:pt x="94200" y="58371"/>
                    </a:lnTo>
                    <a:lnTo>
                      <a:pt x="183" y="58371"/>
                    </a:lnTo>
                    <a:cubicBezTo>
                      <a:pt x="92" y="58371"/>
                      <a:pt x="0" y="58439"/>
                      <a:pt x="0" y="58553"/>
                    </a:cubicBezTo>
                    <a:cubicBezTo>
                      <a:pt x="0" y="58645"/>
                      <a:pt x="92" y="58736"/>
                      <a:pt x="183" y="58736"/>
                    </a:cubicBezTo>
                    <a:lnTo>
                      <a:pt x="94360" y="58736"/>
                    </a:lnTo>
                    <a:lnTo>
                      <a:pt x="121248" y="31848"/>
                    </a:lnTo>
                    <a:lnTo>
                      <a:pt x="155623" y="31848"/>
                    </a:lnTo>
                    <a:lnTo>
                      <a:pt x="175618" y="51843"/>
                    </a:lnTo>
                    <a:lnTo>
                      <a:pt x="196823" y="51843"/>
                    </a:lnTo>
                    <a:lnTo>
                      <a:pt x="248340" y="326"/>
                    </a:lnTo>
                    <a:cubicBezTo>
                      <a:pt x="248408" y="235"/>
                      <a:pt x="248408" y="121"/>
                      <a:pt x="248340" y="52"/>
                    </a:cubicBezTo>
                    <a:cubicBezTo>
                      <a:pt x="248306" y="18"/>
                      <a:pt x="248254" y="1"/>
                      <a:pt x="248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1"/>
              <p:cNvSpPr/>
              <p:nvPr/>
            </p:nvSpPr>
            <p:spPr>
              <a:xfrm>
                <a:off x="1265250" y="1389550"/>
                <a:ext cx="6299250" cy="1955000"/>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1"/>
              <p:cNvSpPr/>
              <p:nvPr/>
            </p:nvSpPr>
            <p:spPr>
              <a:xfrm>
                <a:off x="1631600" y="1974425"/>
                <a:ext cx="6160000" cy="1095650"/>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11"/>
              <p:cNvSpPr/>
              <p:nvPr/>
            </p:nvSpPr>
            <p:spPr>
              <a:xfrm>
                <a:off x="1978550" y="331575"/>
                <a:ext cx="4691750" cy="1289675"/>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11"/>
              <p:cNvSpPr/>
              <p:nvPr/>
            </p:nvSpPr>
            <p:spPr>
              <a:xfrm>
                <a:off x="937150" y="2104550"/>
                <a:ext cx="6622775" cy="1510475"/>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1"/>
              <p:cNvSpPr/>
              <p:nvPr/>
            </p:nvSpPr>
            <p:spPr>
              <a:xfrm>
                <a:off x="1664700" y="294775"/>
                <a:ext cx="3135650" cy="7666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1"/>
              <p:cNvSpPr/>
              <p:nvPr/>
            </p:nvSpPr>
            <p:spPr>
              <a:xfrm>
                <a:off x="100600" y="2193550"/>
                <a:ext cx="3410675" cy="530725"/>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1"/>
              <p:cNvSpPr/>
              <p:nvPr/>
            </p:nvSpPr>
            <p:spPr>
              <a:xfrm>
                <a:off x="106300" y="832600"/>
                <a:ext cx="2024625" cy="395475"/>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1"/>
              <p:cNvSpPr/>
              <p:nvPr/>
            </p:nvSpPr>
            <p:spPr>
              <a:xfrm>
                <a:off x="24125" y="1108225"/>
                <a:ext cx="1654850" cy="513025"/>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11"/>
              <p:cNvSpPr/>
              <p:nvPr/>
            </p:nvSpPr>
            <p:spPr>
              <a:xfrm>
                <a:off x="24125" y="1371850"/>
                <a:ext cx="979225" cy="45197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1"/>
              <p:cNvSpPr/>
              <p:nvPr/>
            </p:nvSpPr>
            <p:spPr>
              <a:xfrm>
                <a:off x="5585500" y="1408375"/>
                <a:ext cx="1529900" cy="580350"/>
              </a:xfrm>
              <a:custGeom>
                <a:avLst/>
                <a:gdLst/>
                <a:ahLst/>
                <a:cxnLst/>
                <a:rect l="l" t="t" r="r" b="b"/>
                <a:pathLst>
                  <a:path w="61196" h="23214" extrusionOk="0">
                    <a:moveTo>
                      <a:pt x="49121" y="0"/>
                    </a:moveTo>
                    <a:lnTo>
                      <a:pt x="26661" y="22460"/>
                    </a:lnTo>
                    <a:lnTo>
                      <a:pt x="389" y="22460"/>
                    </a:lnTo>
                    <a:cubicBezTo>
                      <a:pt x="161" y="22460"/>
                      <a:pt x="1" y="22620"/>
                      <a:pt x="1" y="22848"/>
                    </a:cubicBezTo>
                    <a:cubicBezTo>
                      <a:pt x="1" y="23054"/>
                      <a:pt x="161" y="23214"/>
                      <a:pt x="389" y="23214"/>
                    </a:cubicBezTo>
                    <a:lnTo>
                      <a:pt x="26980" y="23214"/>
                    </a:lnTo>
                    <a:lnTo>
                      <a:pt x="49441" y="776"/>
                    </a:lnTo>
                    <a:lnTo>
                      <a:pt x="60808" y="776"/>
                    </a:lnTo>
                    <a:cubicBezTo>
                      <a:pt x="61013" y="776"/>
                      <a:pt x="61196" y="594"/>
                      <a:pt x="61196" y="388"/>
                    </a:cubicBezTo>
                    <a:cubicBezTo>
                      <a:pt x="61196" y="183"/>
                      <a:pt x="61013" y="0"/>
                      <a:pt x="60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1"/>
              <p:cNvSpPr/>
              <p:nvPr/>
            </p:nvSpPr>
            <p:spPr>
              <a:xfrm>
                <a:off x="5953000" y="3543100"/>
                <a:ext cx="134700" cy="134700"/>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11"/>
              <p:cNvSpPr/>
              <p:nvPr/>
            </p:nvSpPr>
            <p:spPr>
              <a:xfrm>
                <a:off x="5976400" y="3566500"/>
                <a:ext cx="87900" cy="8732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11"/>
              <p:cNvSpPr/>
              <p:nvPr/>
            </p:nvSpPr>
            <p:spPr>
              <a:xfrm>
                <a:off x="5421175" y="2256325"/>
                <a:ext cx="134700" cy="134700"/>
              </a:xfrm>
              <a:custGeom>
                <a:avLst/>
                <a:gdLst/>
                <a:ahLst/>
                <a:cxnLst/>
                <a:rect l="l" t="t" r="r" b="b"/>
                <a:pathLst>
                  <a:path w="5388" h="5388" extrusionOk="0">
                    <a:moveTo>
                      <a:pt x="2694" y="389"/>
                    </a:moveTo>
                    <a:cubicBezTo>
                      <a:pt x="3972" y="389"/>
                      <a:pt x="4999" y="1416"/>
                      <a:pt x="4999" y="2694"/>
                    </a:cubicBezTo>
                    <a:cubicBezTo>
                      <a:pt x="4999" y="3972"/>
                      <a:pt x="3972" y="5022"/>
                      <a:pt x="2694" y="5022"/>
                    </a:cubicBezTo>
                    <a:cubicBezTo>
                      <a:pt x="1415" y="5022"/>
                      <a:pt x="365" y="3972"/>
                      <a:pt x="365" y="2694"/>
                    </a:cubicBezTo>
                    <a:cubicBezTo>
                      <a:pt x="365" y="1416"/>
                      <a:pt x="1415" y="389"/>
                      <a:pt x="2694" y="389"/>
                    </a:cubicBezTo>
                    <a:close/>
                    <a:moveTo>
                      <a:pt x="2694" y="1"/>
                    </a:moveTo>
                    <a:cubicBezTo>
                      <a:pt x="1210" y="1"/>
                      <a:pt x="0" y="1210"/>
                      <a:pt x="0" y="2694"/>
                    </a:cubicBezTo>
                    <a:cubicBezTo>
                      <a:pt x="0" y="4178"/>
                      <a:pt x="1210" y="5387"/>
                      <a:pt x="2694" y="5387"/>
                    </a:cubicBezTo>
                    <a:cubicBezTo>
                      <a:pt x="4177" y="5387"/>
                      <a:pt x="5387" y="4178"/>
                      <a:pt x="5387" y="2694"/>
                    </a:cubicBezTo>
                    <a:cubicBezTo>
                      <a:pt x="5387" y="1210"/>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1"/>
              <p:cNvSpPr/>
              <p:nvPr/>
            </p:nvSpPr>
            <p:spPr>
              <a:xfrm>
                <a:off x="5444575" y="2279725"/>
                <a:ext cx="87900" cy="87900"/>
              </a:xfrm>
              <a:custGeom>
                <a:avLst/>
                <a:gdLst/>
                <a:ahLst/>
                <a:cxnLst/>
                <a:rect l="l" t="t" r="r" b="b"/>
                <a:pathLst>
                  <a:path w="3516" h="3516" extrusionOk="0">
                    <a:moveTo>
                      <a:pt x="1758" y="0"/>
                    </a:moveTo>
                    <a:cubicBezTo>
                      <a:pt x="776" y="0"/>
                      <a:pt x="0" y="799"/>
                      <a:pt x="0" y="1758"/>
                    </a:cubicBezTo>
                    <a:cubicBezTo>
                      <a:pt x="0" y="2739"/>
                      <a:pt x="776" y="3516"/>
                      <a:pt x="1758" y="3516"/>
                    </a:cubicBezTo>
                    <a:cubicBezTo>
                      <a:pt x="2716" y="3516"/>
                      <a:pt x="3515" y="2739"/>
                      <a:pt x="3515" y="1758"/>
                    </a:cubicBezTo>
                    <a:cubicBezTo>
                      <a:pt x="3515" y="799"/>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11"/>
              <p:cNvSpPr/>
              <p:nvPr/>
            </p:nvSpPr>
            <p:spPr>
              <a:xfrm>
                <a:off x="5459400" y="1912225"/>
                <a:ext cx="134700" cy="134700"/>
              </a:xfrm>
              <a:custGeom>
                <a:avLst/>
                <a:gdLst/>
                <a:ahLst/>
                <a:cxnLst/>
                <a:rect l="l" t="t" r="r" b="b"/>
                <a:pathLst>
                  <a:path w="5388" h="5388" extrusionOk="0">
                    <a:moveTo>
                      <a:pt x="2694" y="366"/>
                    </a:moveTo>
                    <a:cubicBezTo>
                      <a:pt x="3972" y="366"/>
                      <a:pt x="4999" y="1416"/>
                      <a:pt x="4999" y="2694"/>
                    </a:cubicBezTo>
                    <a:cubicBezTo>
                      <a:pt x="4999" y="3973"/>
                      <a:pt x="3972" y="5000"/>
                      <a:pt x="2694" y="5000"/>
                    </a:cubicBezTo>
                    <a:cubicBezTo>
                      <a:pt x="1416" y="5000"/>
                      <a:pt x="389" y="3973"/>
                      <a:pt x="389" y="2694"/>
                    </a:cubicBezTo>
                    <a:cubicBezTo>
                      <a:pt x="389" y="1416"/>
                      <a:pt x="1416" y="366"/>
                      <a:pt x="2694" y="366"/>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11"/>
              <p:cNvSpPr/>
              <p:nvPr/>
            </p:nvSpPr>
            <p:spPr>
              <a:xfrm>
                <a:off x="5482800" y="1935625"/>
                <a:ext cx="87900" cy="87900"/>
              </a:xfrm>
              <a:custGeom>
                <a:avLst/>
                <a:gdLst/>
                <a:ahLst/>
                <a:cxnLst/>
                <a:rect l="l" t="t" r="r" b="b"/>
                <a:pathLst>
                  <a:path w="3516" h="3516" extrusionOk="0">
                    <a:moveTo>
                      <a:pt x="1758" y="1"/>
                    </a:moveTo>
                    <a:cubicBezTo>
                      <a:pt x="799" y="1"/>
                      <a:pt x="0" y="777"/>
                      <a:pt x="0" y="1758"/>
                    </a:cubicBezTo>
                    <a:cubicBezTo>
                      <a:pt x="0" y="2717"/>
                      <a:pt x="799" y="3516"/>
                      <a:pt x="1758" y="3516"/>
                    </a:cubicBezTo>
                    <a:cubicBezTo>
                      <a:pt x="2739" y="3516"/>
                      <a:pt x="3515" y="2717"/>
                      <a:pt x="3515" y="1758"/>
                    </a:cubicBezTo>
                    <a:cubicBezTo>
                      <a:pt x="3515" y="777"/>
                      <a:pt x="2739"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1"/>
              <p:cNvSpPr/>
              <p:nvPr/>
            </p:nvSpPr>
            <p:spPr>
              <a:xfrm>
                <a:off x="4736975" y="1935625"/>
                <a:ext cx="87900" cy="87900"/>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11"/>
              <p:cNvSpPr/>
              <p:nvPr/>
            </p:nvSpPr>
            <p:spPr>
              <a:xfrm>
                <a:off x="7044625" y="2632950"/>
                <a:ext cx="87900" cy="8732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11"/>
              <p:cNvSpPr/>
              <p:nvPr/>
            </p:nvSpPr>
            <p:spPr>
              <a:xfrm>
                <a:off x="4222850" y="1085400"/>
                <a:ext cx="134675" cy="134675"/>
              </a:xfrm>
              <a:custGeom>
                <a:avLst/>
                <a:gdLst/>
                <a:ahLst/>
                <a:cxnLst/>
                <a:rect l="l" t="t" r="r" b="b"/>
                <a:pathLst>
                  <a:path w="5387" h="5387" extrusionOk="0">
                    <a:moveTo>
                      <a:pt x="2694" y="388"/>
                    </a:moveTo>
                    <a:cubicBezTo>
                      <a:pt x="3972" y="388"/>
                      <a:pt x="5022" y="1415"/>
                      <a:pt x="5022" y="2694"/>
                    </a:cubicBezTo>
                    <a:cubicBezTo>
                      <a:pt x="5022" y="3972"/>
                      <a:pt x="3972" y="4999"/>
                      <a:pt x="2694" y="4999"/>
                    </a:cubicBezTo>
                    <a:cubicBezTo>
                      <a:pt x="1415" y="4999"/>
                      <a:pt x="388" y="3972"/>
                      <a:pt x="388" y="2694"/>
                    </a:cubicBezTo>
                    <a:cubicBezTo>
                      <a:pt x="388" y="1415"/>
                      <a:pt x="1415" y="388"/>
                      <a:pt x="2694" y="388"/>
                    </a:cubicBezTo>
                    <a:close/>
                    <a:moveTo>
                      <a:pt x="2694" y="0"/>
                    </a:moveTo>
                    <a:cubicBezTo>
                      <a:pt x="1210" y="0"/>
                      <a:pt x="0" y="1210"/>
                      <a:pt x="0" y="2694"/>
                    </a:cubicBezTo>
                    <a:cubicBezTo>
                      <a:pt x="0" y="4177"/>
                      <a:pt x="1210" y="5387"/>
                      <a:pt x="2694" y="5387"/>
                    </a:cubicBezTo>
                    <a:cubicBezTo>
                      <a:pt x="4177" y="5387"/>
                      <a:pt x="5387" y="4177"/>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11"/>
              <p:cNvSpPr/>
              <p:nvPr/>
            </p:nvSpPr>
            <p:spPr>
              <a:xfrm>
                <a:off x="4246800" y="1108775"/>
                <a:ext cx="87350" cy="87925"/>
              </a:xfrm>
              <a:custGeom>
                <a:avLst/>
                <a:gdLst/>
                <a:ahLst/>
                <a:cxnLst/>
                <a:rect l="l" t="t" r="r" b="b"/>
                <a:pathLst>
                  <a:path w="3494" h="3517" extrusionOk="0">
                    <a:moveTo>
                      <a:pt x="1736" y="1"/>
                    </a:moveTo>
                    <a:cubicBezTo>
                      <a:pt x="777" y="1"/>
                      <a:pt x="1" y="800"/>
                      <a:pt x="1" y="1759"/>
                    </a:cubicBezTo>
                    <a:cubicBezTo>
                      <a:pt x="1" y="2717"/>
                      <a:pt x="777" y="3516"/>
                      <a:pt x="1736" y="3516"/>
                    </a:cubicBezTo>
                    <a:cubicBezTo>
                      <a:pt x="2717" y="3516"/>
                      <a:pt x="3493" y="2717"/>
                      <a:pt x="3493" y="1759"/>
                    </a:cubicBezTo>
                    <a:cubicBezTo>
                      <a:pt x="3493" y="800"/>
                      <a:pt x="2717" y="1"/>
                      <a:pt x="17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11"/>
              <p:cNvSpPr/>
              <p:nvPr/>
            </p:nvSpPr>
            <p:spPr>
              <a:xfrm>
                <a:off x="3502700" y="2585000"/>
                <a:ext cx="134700" cy="134700"/>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11"/>
              <p:cNvSpPr/>
              <p:nvPr/>
            </p:nvSpPr>
            <p:spPr>
              <a:xfrm>
                <a:off x="3526100" y="2608400"/>
                <a:ext cx="87900" cy="87900"/>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11"/>
              <p:cNvSpPr/>
              <p:nvPr/>
            </p:nvSpPr>
            <p:spPr>
              <a:xfrm>
                <a:off x="2281550" y="1156150"/>
                <a:ext cx="134700" cy="134700"/>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11"/>
              <p:cNvSpPr/>
              <p:nvPr/>
            </p:nvSpPr>
            <p:spPr>
              <a:xfrm>
                <a:off x="2304950" y="1179550"/>
                <a:ext cx="87325" cy="87900"/>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11"/>
              <p:cNvSpPr/>
              <p:nvPr/>
            </p:nvSpPr>
            <p:spPr>
              <a:xfrm>
                <a:off x="1577950" y="1004925"/>
                <a:ext cx="94750" cy="94750"/>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11"/>
              <p:cNvSpPr/>
              <p:nvPr/>
            </p:nvSpPr>
            <p:spPr>
              <a:xfrm>
                <a:off x="1595075" y="1022050"/>
                <a:ext cx="59950" cy="59950"/>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11"/>
              <p:cNvSpPr/>
              <p:nvPr/>
            </p:nvSpPr>
            <p:spPr>
              <a:xfrm>
                <a:off x="2892125" y="11704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11"/>
              <p:cNvSpPr/>
              <p:nvPr/>
            </p:nvSpPr>
            <p:spPr>
              <a:xfrm>
                <a:off x="7004675" y="1366150"/>
                <a:ext cx="106150" cy="106150"/>
              </a:xfrm>
              <a:custGeom>
                <a:avLst/>
                <a:gdLst/>
                <a:ahLst/>
                <a:cxnLst/>
                <a:rect l="l" t="t" r="r" b="b"/>
                <a:pathLst>
                  <a:path w="4246" h="4246" extrusionOk="0">
                    <a:moveTo>
                      <a:pt x="2123" y="0"/>
                    </a:moveTo>
                    <a:cubicBezTo>
                      <a:pt x="936" y="0"/>
                      <a:pt x="0" y="959"/>
                      <a:pt x="0" y="2123"/>
                    </a:cubicBezTo>
                    <a:cubicBezTo>
                      <a:pt x="0" y="3310"/>
                      <a:pt x="936" y="4246"/>
                      <a:pt x="2123" y="4246"/>
                    </a:cubicBezTo>
                    <a:cubicBezTo>
                      <a:pt x="3287" y="4246"/>
                      <a:pt x="4246" y="3310"/>
                      <a:pt x="4246" y="2123"/>
                    </a:cubicBezTo>
                    <a:cubicBezTo>
                      <a:pt x="4246" y="959"/>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11"/>
              <p:cNvSpPr/>
              <p:nvPr/>
            </p:nvSpPr>
            <p:spPr>
              <a:xfrm>
                <a:off x="6446600" y="2270600"/>
                <a:ext cx="106150" cy="106150"/>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11"/>
              <p:cNvSpPr/>
              <p:nvPr/>
            </p:nvSpPr>
            <p:spPr>
              <a:xfrm>
                <a:off x="6258275" y="3300575"/>
                <a:ext cx="69650" cy="69650"/>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11"/>
              <p:cNvSpPr/>
              <p:nvPr/>
            </p:nvSpPr>
            <p:spPr>
              <a:xfrm>
                <a:off x="4746100" y="3030675"/>
                <a:ext cx="69650" cy="69075"/>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11"/>
              <p:cNvSpPr/>
              <p:nvPr/>
            </p:nvSpPr>
            <p:spPr>
              <a:xfrm>
                <a:off x="5111875" y="1378700"/>
                <a:ext cx="106175" cy="106150"/>
              </a:xfrm>
              <a:custGeom>
                <a:avLst/>
                <a:gdLst/>
                <a:ahLst/>
                <a:cxnLst/>
                <a:rect l="l" t="t" r="r" b="b"/>
                <a:pathLst>
                  <a:path w="4247" h="4246" extrusionOk="0">
                    <a:moveTo>
                      <a:pt x="2124" y="0"/>
                    </a:moveTo>
                    <a:cubicBezTo>
                      <a:pt x="960" y="0"/>
                      <a:pt x="1" y="959"/>
                      <a:pt x="1" y="2123"/>
                    </a:cubicBezTo>
                    <a:cubicBezTo>
                      <a:pt x="1" y="3310"/>
                      <a:pt x="960" y="4246"/>
                      <a:pt x="2124" y="4246"/>
                    </a:cubicBezTo>
                    <a:cubicBezTo>
                      <a:pt x="3288" y="4246"/>
                      <a:pt x="4246" y="3310"/>
                      <a:pt x="4246" y="2123"/>
                    </a:cubicBezTo>
                    <a:cubicBezTo>
                      <a:pt x="4246" y="959"/>
                      <a:pt x="3288" y="0"/>
                      <a:pt x="21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11"/>
              <p:cNvSpPr/>
              <p:nvPr/>
            </p:nvSpPr>
            <p:spPr>
              <a:xfrm>
                <a:off x="5692225" y="1404950"/>
                <a:ext cx="75350" cy="74775"/>
              </a:xfrm>
              <a:custGeom>
                <a:avLst/>
                <a:gdLst/>
                <a:ahLst/>
                <a:cxnLst/>
                <a:rect l="l" t="t" r="r" b="b"/>
                <a:pathLst>
                  <a:path w="3014" h="2991" extrusionOk="0">
                    <a:moveTo>
                      <a:pt x="1507" y="0"/>
                    </a:moveTo>
                    <a:cubicBezTo>
                      <a:pt x="685" y="0"/>
                      <a:pt x="0" y="662"/>
                      <a:pt x="0" y="1507"/>
                    </a:cubicBezTo>
                    <a:cubicBezTo>
                      <a:pt x="0" y="2328"/>
                      <a:pt x="685" y="2990"/>
                      <a:pt x="1507" y="2990"/>
                    </a:cubicBezTo>
                    <a:cubicBezTo>
                      <a:pt x="2328" y="2990"/>
                      <a:pt x="3013" y="2328"/>
                      <a:pt x="3013" y="1507"/>
                    </a:cubicBezTo>
                    <a:cubicBezTo>
                      <a:pt x="3013" y="662"/>
                      <a:pt x="2328"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11"/>
              <p:cNvSpPr/>
              <p:nvPr/>
            </p:nvSpPr>
            <p:spPr>
              <a:xfrm>
                <a:off x="5821750" y="1469425"/>
                <a:ext cx="79350" cy="79350"/>
              </a:xfrm>
              <a:custGeom>
                <a:avLst/>
                <a:gdLst/>
                <a:ahLst/>
                <a:cxnLst/>
                <a:rect l="l" t="t" r="r" b="b"/>
                <a:pathLst>
                  <a:path w="3174" h="3174" extrusionOk="0">
                    <a:moveTo>
                      <a:pt x="1598" y="1"/>
                    </a:moveTo>
                    <a:cubicBezTo>
                      <a:pt x="708" y="1"/>
                      <a:pt x="1" y="708"/>
                      <a:pt x="1" y="1575"/>
                    </a:cubicBezTo>
                    <a:cubicBezTo>
                      <a:pt x="1" y="2466"/>
                      <a:pt x="708" y="3173"/>
                      <a:pt x="1598" y="3173"/>
                    </a:cubicBezTo>
                    <a:cubicBezTo>
                      <a:pt x="2466" y="3173"/>
                      <a:pt x="3173" y="2466"/>
                      <a:pt x="3173" y="1575"/>
                    </a:cubicBezTo>
                    <a:cubicBezTo>
                      <a:pt x="3173" y="708"/>
                      <a:pt x="2466"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11"/>
              <p:cNvSpPr/>
              <p:nvPr/>
            </p:nvSpPr>
            <p:spPr>
              <a:xfrm>
                <a:off x="3572900" y="2384150"/>
                <a:ext cx="139825" cy="139250"/>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11"/>
              <p:cNvSpPr/>
              <p:nvPr/>
            </p:nvSpPr>
            <p:spPr>
              <a:xfrm>
                <a:off x="5419450" y="2995300"/>
                <a:ext cx="139825" cy="139825"/>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11"/>
              <p:cNvSpPr/>
              <p:nvPr/>
            </p:nvSpPr>
            <p:spPr>
              <a:xfrm>
                <a:off x="3311550" y="1787275"/>
                <a:ext cx="65075" cy="65075"/>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11"/>
              <p:cNvSpPr/>
              <p:nvPr/>
            </p:nvSpPr>
            <p:spPr>
              <a:xfrm>
                <a:off x="3501550" y="1519075"/>
                <a:ext cx="143825" cy="144400"/>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11"/>
              <p:cNvSpPr/>
              <p:nvPr/>
            </p:nvSpPr>
            <p:spPr>
              <a:xfrm>
                <a:off x="3526675" y="1544750"/>
                <a:ext cx="93600" cy="93050"/>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11"/>
              <p:cNvSpPr/>
              <p:nvPr/>
            </p:nvSpPr>
            <p:spPr>
              <a:xfrm>
                <a:off x="1930050" y="1563575"/>
                <a:ext cx="106150" cy="106175"/>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11"/>
              <p:cNvSpPr/>
              <p:nvPr/>
            </p:nvSpPr>
            <p:spPr>
              <a:xfrm>
                <a:off x="1621325" y="1563575"/>
                <a:ext cx="106175" cy="106175"/>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11"/>
              <p:cNvSpPr/>
              <p:nvPr/>
            </p:nvSpPr>
            <p:spPr>
              <a:xfrm>
                <a:off x="944550" y="1765575"/>
                <a:ext cx="106175" cy="106175"/>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11"/>
              <p:cNvSpPr/>
              <p:nvPr/>
            </p:nvSpPr>
            <p:spPr>
              <a:xfrm>
                <a:off x="496050" y="13239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11"/>
              <p:cNvSpPr/>
              <p:nvPr/>
            </p:nvSpPr>
            <p:spPr>
              <a:xfrm>
                <a:off x="3168300" y="1186975"/>
                <a:ext cx="72500" cy="73050"/>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11"/>
              <p:cNvSpPr/>
              <p:nvPr/>
            </p:nvSpPr>
            <p:spPr>
              <a:xfrm>
                <a:off x="1238425" y="1362725"/>
                <a:ext cx="73075" cy="73050"/>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11"/>
              <p:cNvSpPr/>
              <p:nvPr/>
            </p:nvSpPr>
            <p:spPr>
              <a:xfrm>
                <a:off x="2281550" y="832600"/>
                <a:ext cx="2995850" cy="9725"/>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11"/>
              <p:cNvSpPr/>
              <p:nvPr/>
            </p:nvSpPr>
            <p:spPr>
              <a:xfrm>
                <a:off x="2222775" y="800650"/>
                <a:ext cx="73075" cy="73050"/>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11"/>
              <p:cNvSpPr/>
              <p:nvPr/>
            </p:nvSpPr>
            <p:spPr>
              <a:xfrm>
                <a:off x="5235725" y="800650"/>
                <a:ext cx="73050" cy="73050"/>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11"/>
              <p:cNvSpPr/>
              <p:nvPr/>
            </p:nvSpPr>
            <p:spPr>
              <a:xfrm>
                <a:off x="5732175" y="319450"/>
                <a:ext cx="1118450" cy="1117475"/>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11"/>
              <p:cNvSpPr/>
              <p:nvPr/>
            </p:nvSpPr>
            <p:spPr>
              <a:xfrm>
                <a:off x="5870250" y="381100"/>
                <a:ext cx="1118475" cy="1117450"/>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11"/>
              <p:cNvSpPr/>
              <p:nvPr/>
            </p:nvSpPr>
            <p:spPr>
              <a:xfrm>
                <a:off x="4775775" y="1974875"/>
                <a:ext cx="2300825" cy="706600"/>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11"/>
              <p:cNvSpPr/>
              <p:nvPr/>
            </p:nvSpPr>
            <p:spPr>
              <a:xfrm>
                <a:off x="3518100" y="2023500"/>
                <a:ext cx="149550" cy="93050"/>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11"/>
              <p:cNvSpPr/>
              <p:nvPr/>
            </p:nvSpPr>
            <p:spPr>
              <a:xfrm>
                <a:off x="3630525" y="2023500"/>
                <a:ext cx="148950" cy="93050"/>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11"/>
              <p:cNvSpPr/>
              <p:nvPr/>
            </p:nvSpPr>
            <p:spPr>
              <a:xfrm>
                <a:off x="3742375" y="2023500"/>
                <a:ext cx="149525" cy="93050"/>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11"/>
              <p:cNvSpPr/>
              <p:nvPr/>
            </p:nvSpPr>
            <p:spPr>
              <a:xfrm>
                <a:off x="38547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11"/>
              <p:cNvSpPr/>
              <p:nvPr/>
            </p:nvSpPr>
            <p:spPr>
              <a:xfrm>
                <a:off x="3966625" y="2023500"/>
                <a:ext cx="148950" cy="93050"/>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11"/>
              <p:cNvSpPr/>
              <p:nvPr/>
            </p:nvSpPr>
            <p:spPr>
              <a:xfrm>
                <a:off x="4078475" y="2023500"/>
                <a:ext cx="149525" cy="93050"/>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11"/>
              <p:cNvSpPr/>
              <p:nvPr/>
            </p:nvSpPr>
            <p:spPr>
              <a:xfrm>
                <a:off x="41908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11"/>
              <p:cNvSpPr/>
              <p:nvPr/>
            </p:nvSpPr>
            <p:spPr>
              <a:xfrm>
                <a:off x="4302725" y="2023500"/>
                <a:ext cx="149525" cy="93050"/>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11"/>
              <p:cNvSpPr/>
              <p:nvPr/>
            </p:nvSpPr>
            <p:spPr>
              <a:xfrm>
                <a:off x="2718075" y="2800150"/>
                <a:ext cx="276800" cy="172925"/>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11"/>
              <p:cNvSpPr/>
              <p:nvPr/>
            </p:nvSpPr>
            <p:spPr>
              <a:xfrm>
                <a:off x="2925800" y="2800150"/>
                <a:ext cx="276775" cy="172925"/>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11"/>
              <p:cNvSpPr/>
              <p:nvPr/>
            </p:nvSpPr>
            <p:spPr>
              <a:xfrm>
                <a:off x="3133500" y="2800150"/>
                <a:ext cx="276775" cy="172925"/>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11"/>
              <p:cNvSpPr/>
              <p:nvPr/>
            </p:nvSpPr>
            <p:spPr>
              <a:xfrm>
                <a:off x="3341775" y="2800150"/>
                <a:ext cx="276800" cy="172925"/>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11"/>
              <p:cNvSpPr/>
              <p:nvPr/>
            </p:nvSpPr>
            <p:spPr>
              <a:xfrm>
                <a:off x="3549500" y="2800150"/>
                <a:ext cx="276775" cy="172925"/>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11"/>
              <p:cNvSpPr/>
              <p:nvPr/>
            </p:nvSpPr>
            <p:spPr>
              <a:xfrm>
                <a:off x="3757200" y="2800150"/>
                <a:ext cx="276775" cy="172925"/>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11"/>
              <p:cNvSpPr/>
              <p:nvPr/>
            </p:nvSpPr>
            <p:spPr>
              <a:xfrm>
                <a:off x="61139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11"/>
              <p:cNvSpPr/>
              <p:nvPr/>
            </p:nvSpPr>
            <p:spPr>
              <a:xfrm>
                <a:off x="5906200" y="435450"/>
                <a:ext cx="276800" cy="172925"/>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11"/>
              <p:cNvSpPr/>
              <p:nvPr/>
            </p:nvSpPr>
            <p:spPr>
              <a:xfrm>
                <a:off x="5698500" y="435450"/>
                <a:ext cx="276775" cy="172925"/>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11"/>
              <p:cNvSpPr/>
              <p:nvPr/>
            </p:nvSpPr>
            <p:spPr>
              <a:xfrm>
                <a:off x="54902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11"/>
              <p:cNvSpPr/>
              <p:nvPr/>
            </p:nvSpPr>
            <p:spPr>
              <a:xfrm>
                <a:off x="5282500" y="435450"/>
                <a:ext cx="276775" cy="172925"/>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11"/>
              <p:cNvSpPr/>
              <p:nvPr/>
            </p:nvSpPr>
            <p:spPr>
              <a:xfrm>
                <a:off x="5074800" y="435450"/>
                <a:ext cx="276775" cy="172925"/>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11"/>
              <p:cNvSpPr/>
              <p:nvPr/>
            </p:nvSpPr>
            <p:spPr>
              <a:xfrm>
                <a:off x="4867075" y="435450"/>
                <a:ext cx="276800" cy="172925"/>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11"/>
              <p:cNvSpPr/>
              <p:nvPr/>
            </p:nvSpPr>
            <p:spPr>
              <a:xfrm>
                <a:off x="4658800" y="435450"/>
                <a:ext cx="276775" cy="172925"/>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11"/>
              <p:cNvSpPr/>
              <p:nvPr/>
            </p:nvSpPr>
            <p:spPr>
              <a:xfrm>
                <a:off x="4853400"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11"/>
              <p:cNvSpPr/>
              <p:nvPr/>
            </p:nvSpPr>
            <p:spPr>
              <a:xfrm>
                <a:off x="4940700"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11"/>
              <p:cNvSpPr/>
              <p:nvPr/>
            </p:nvSpPr>
            <p:spPr>
              <a:xfrm>
                <a:off x="5028000"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11"/>
              <p:cNvSpPr/>
              <p:nvPr/>
            </p:nvSpPr>
            <p:spPr>
              <a:xfrm>
                <a:off x="5115300" y="927325"/>
                <a:ext cx="143825" cy="155250"/>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11"/>
              <p:cNvSpPr/>
              <p:nvPr/>
            </p:nvSpPr>
            <p:spPr>
              <a:xfrm>
                <a:off x="5202625" y="927325"/>
                <a:ext cx="143825" cy="155250"/>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11"/>
              <p:cNvSpPr/>
              <p:nvPr/>
            </p:nvSpPr>
            <p:spPr>
              <a:xfrm>
                <a:off x="5289925" y="927325"/>
                <a:ext cx="143825" cy="155250"/>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11"/>
              <p:cNvSpPr/>
              <p:nvPr/>
            </p:nvSpPr>
            <p:spPr>
              <a:xfrm>
                <a:off x="5377225" y="927325"/>
                <a:ext cx="143825" cy="155250"/>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11"/>
              <p:cNvSpPr/>
              <p:nvPr/>
            </p:nvSpPr>
            <p:spPr>
              <a:xfrm>
                <a:off x="5465100" y="927325"/>
                <a:ext cx="143250" cy="155250"/>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11"/>
              <p:cNvSpPr/>
              <p:nvPr/>
            </p:nvSpPr>
            <p:spPr>
              <a:xfrm>
                <a:off x="5552425"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11"/>
              <p:cNvSpPr/>
              <p:nvPr/>
            </p:nvSpPr>
            <p:spPr>
              <a:xfrm>
                <a:off x="5639725"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11"/>
              <p:cNvSpPr/>
              <p:nvPr/>
            </p:nvSpPr>
            <p:spPr>
              <a:xfrm>
                <a:off x="5727025"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72" name="Google Shape;872;p11"/>
            <p:cNvCxnSpPr/>
            <p:nvPr/>
          </p:nvCxnSpPr>
          <p:spPr>
            <a:xfrm>
              <a:off x="7315575" y="705500"/>
              <a:ext cx="1963500" cy="0"/>
            </a:xfrm>
            <a:prstGeom prst="straightConnector1">
              <a:avLst/>
            </a:prstGeom>
            <a:noFill/>
            <a:ln w="19050" cap="flat" cmpd="sng">
              <a:solidFill>
                <a:schemeClr val="accent1"/>
              </a:solidFill>
              <a:prstDash val="solid"/>
              <a:round/>
              <a:headEnd type="none" w="med" len="med"/>
              <a:tailEnd type="none" w="med" len="med"/>
            </a:ln>
          </p:spPr>
        </p:cxnSp>
      </p:grpSp>
      <p:sp>
        <p:nvSpPr>
          <p:cNvPr id="873" name="Google Shape;873;p11"/>
          <p:cNvSpPr txBox="1">
            <a:spLocks noGrp="1"/>
          </p:cNvSpPr>
          <p:nvPr>
            <p:ph type="title" hasCustomPrompt="1"/>
          </p:nvPr>
        </p:nvSpPr>
        <p:spPr>
          <a:xfrm>
            <a:off x="311700" y="1106125"/>
            <a:ext cx="8520600" cy="1963500"/>
          </a:xfrm>
          <a:prstGeom prst="rect">
            <a:avLst/>
          </a:prstGeom>
        </p:spPr>
        <p:txBody>
          <a:bodyPr spcFirstLastPara="1" wrap="square" lIns="0" tIns="0" rIns="0" bIns="0"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874" name="Google Shape;874;p11"/>
          <p:cNvSpPr txBox="1">
            <a:spLocks noGrp="1"/>
          </p:cNvSpPr>
          <p:nvPr>
            <p:ph type="subTitle" idx="1"/>
          </p:nvPr>
        </p:nvSpPr>
        <p:spPr>
          <a:xfrm>
            <a:off x="2549400" y="2893950"/>
            <a:ext cx="4045200" cy="1235100"/>
          </a:xfrm>
          <a:prstGeom prst="rect">
            <a:avLst/>
          </a:prstGeom>
        </p:spPr>
        <p:txBody>
          <a:bodyPr spcFirstLastPara="1" wrap="square" lIns="0" tIns="0" rIns="0" bIns="0"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5"/>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p:cSld name="CUSTOM">
    <p:spTree>
      <p:nvGrpSpPr>
        <p:cNvPr id="1" name="Shape 876"/>
        <p:cNvGrpSpPr/>
        <p:nvPr/>
      </p:nvGrpSpPr>
      <p:grpSpPr>
        <a:xfrm>
          <a:off x="0" y="0"/>
          <a:ext cx="0" cy="0"/>
          <a:chOff x="0" y="0"/>
          <a:chExt cx="0" cy="0"/>
        </a:xfrm>
      </p:grpSpPr>
      <p:grpSp>
        <p:nvGrpSpPr>
          <p:cNvPr id="877" name="Google Shape;877;p13"/>
          <p:cNvGrpSpPr/>
          <p:nvPr/>
        </p:nvGrpSpPr>
        <p:grpSpPr>
          <a:xfrm>
            <a:off x="392675" y="1621008"/>
            <a:ext cx="3009700" cy="1564192"/>
            <a:chOff x="392675" y="1513033"/>
            <a:chExt cx="3009700" cy="1564192"/>
          </a:xfrm>
        </p:grpSpPr>
        <p:sp>
          <p:nvSpPr>
            <p:cNvPr id="878" name="Google Shape;878;p13"/>
            <p:cNvSpPr/>
            <p:nvPr/>
          </p:nvSpPr>
          <p:spPr>
            <a:xfrm>
              <a:off x="878255" y="1659206"/>
              <a:ext cx="584816" cy="584816"/>
            </a:xfrm>
            <a:custGeom>
              <a:avLst/>
              <a:gdLst/>
              <a:ahLst/>
              <a:cxnLst/>
              <a:rect l="l" t="t" r="r" b="b"/>
              <a:pathLst>
                <a:path w="4813" h="4813" fill="none" extrusionOk="0">
                  <a:moveTo>
                    <a:pt x="0" y="0"/>
                  </a:moveTo>
                  <a:lnTo>
                    <a:pt x="4812" y="0"/>
                  </a:lnTo>
                  <a:lnTo>
                    <a:pt x="4812" y="4812"/>
                  </a:lnTo>
                  <a:lnTo>
                    <a:pt x="0" y="4812"/>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13"/>
            <p:cNvSpPr/>
            <p:nvPr/>
          </p:nvSpPr>
          <p:spPr>
            <a:xfrm>
              <a:off x="820418" y="2301733"/>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13"/>
            <p:cNvSpPr/>
            <p:nvPr/>
          </p:nvSpPr>
          <p:spPr>
            <a:xfrm>
              <a:off x="820418" y="1622632"/>
              <a:ext cx="122" cy="633540"/>
            </a:xfrm>
            <a:custGeom>
              <a:avLst/>
              <a:gdLst/>
              <a:ahLst/>
              <a:cxnLst/>
              <a:rect l="l" t="t" r="r" b="b"/>
              <a:pathLst>
                <a:path w="1" h="5214" fill="none" extrusionOk="0">
                  <a:moveTo>
                    <a:pt x="0" y="5213"/>
                  </a:moveTo>
                  <a:lnTo>
                    <a:pt x="0"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13"/>
            <p:cNvSpPr/>
            <p:nvPr/>
          </p:nvSpPr>
          <p:spPr>
            <a:xfrm>
              <a:off x="820418" y="1601247"/>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13"/>
            <p:cNvSpPr/>
            <p:nvPr/>
          </p:nvSpPr>
          <p:spPr>
            <a:xfrm>
              <a:off x="865983" y="1601247"/>
              <a:ext cx="633662" cy="122"/>
            </a:xfrm>
            <a:custGeom>
              <a:avLst/>
              <a:gdLst/>
              <a:ahLst/>
              <a:cxnLst/>
              <a:rect l="l" t="t" r="r" b="b"/>
              <a:pathLst>
                <a:path w="5215" h="1" fill="none" extrusionOk="0">
                  <a:moveTo>
                    <a:pt x="1" y="1"/>
                  </a:moveTo>
                  <a:lnTo>
                    <a:pt x="5214"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13"/>
            <p:cNvSpPr/>
            <p:nvPr/>
          </p:nvSpPr>
          <p:spPr>
            <a:xfrm>
              <a:off x="1520782" y="1601247"/>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13"/>
            <p:cNvSpPr/>
            <p:nvPr/>
          </p:nvSpPr>
          <p:spPr>
            <a:xfrm>
              <a:off x="1520782" y="1643896"/>
              <a:ext cx="122" cy="633540"/>
            </a:xfrm>
            <a:custGeom>
              <a:avLst/>
              <a:gdLst/>
              <a:ahLst/>
              <a:cxnLst/>
              <a:rect l="l" t="t" r="r" b="b"/>
              <a:pathLst>
                <a:path w="1" h="5214" fill="none" extrusionOk="0">
                  <a:moveTo>
                    <a:pt x="0" y="1"/>
                  </a:moveTo>
                  <a:lnTo>
                    <a:pt x="0" y="5214"/>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13"/>
            <p:cNvSpPr/>
            <p:nvPr/>
          </p:nvSpPr>
          <p:spPr>
            <a:xfrm>
              <a:off x="1520782" y="2301733"/>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13"/>
            <p:cNvSpPr/>
            <p:nvPr/>
          </p:nvSpPr>
          <p:spPr>
            <a:xfrm>
              <a:off x="844719" y="2301733"/>
              <a:ext cx="633540" cy="122"/>
            </a:xfrm>
            <a:custGeom>
              <a:avLst/>
              <a:gdLst/>
              <a:ahLst/>
              <a:cxnLst/>
              <a:rect l="l" t="t" r="r" b="b"/>
              <a:pathLst>
                <a:path w="5214" h="1" fill="none" extrusionOk="0">
                  <a:moveTo>
                    <a:pt x="5214"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13"/>
            <p:cNvSpPr/>
            <p:nvPr/>
          </p:nvSpPr>
          <p:spPr>
            <a:xfrm>
              <a:off x="732082" y="1513033"/>
              <a:ext cx="880200" cy="877163"/>
            </a:xfrm>
            <a:custGeom>
              <a:avLst/>
              <a:gdLst/>
              <a:ahLst/>
              <a:cxnLst/>
              <a:rect l="l" t="t" r="r" b="b"/>
              <a:pathLst>
                <a:path w="7244" h="7219" fill="none" extrusionOk="0">
                  <a:moveTo>
                    <a:pt x="0" y="0"/>
                  </a:moveTo>
                  <a:lnTo>
                    <a:pt x="7243" y="0"/>
                  </a:lnTo>
                  <a:lnTo>
                    <a:pt x="7243" y="7218"/>
                  </a:lnTo>
                  <a:lnTo>
                    <a:pt x="0" y="7218"/>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88" name="Google Shape;888;p13"/>
            <p:cNvCxnSpPr/>
            <p:nvPr/>
          </p:nvCxnSpPr>
          <p:spPr>
            <a:xfrm>
              <a:off x="1612275" y="1922650"/>
              <a:ext cx="1790100" cy="0"/>
            </a:xfrm>
            <a:prstGeom prst="straightConnector1">
              <a:avLst/>
            </a:prstGeom>
            <a:noFill/>
            <a:ln w="9525" cap="flat" cmpd="sng">
              <a:solidFill>
                <a:schemeClr val="dk2"/>
              </a:solidFill>
              <a:prstDash val="solid"/>
              <a:round/>
              <a:headEnd type="none" w="med" len="med"/>
              <a:tailEnd type="oval" w="med" len="med"/>
            </a:ln>
          </p:spPr>
        </p:cxnSp>
        <p:sp>
          <p:nvSpPr>
            <p:cNvPr id="889" name="Google Shape;889;p13"/>
            <p:cNvSpPr/>
            <p:nvPr/>
          </p:nvSpPr>
          <p:spPr>
            <a:xfrm>
              <a:off x="636097" y="2039765"/>
              <a:ext cx="94533" cy="122"/>
            </a:xfrm>
            <a:custGeom>
              <a:avLst/>
              <a:gdLst/>
              <a:ahLst/>
              <a:cxnLst/>
              <a:rect l="l" t="t" r="r" b="b"/>
              <a:pathLst>
                <a:path w="778" h="1" fill="none" extrusionOk="0">
                  <a:moveTo>
                    <a:pt x="778"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13"/>
            <p:cNvSpPr/>
            <p:nvPr/>
          </p:nvSpPr>
          <p:spPr>
            <a:xfrm>
              <a:off x="642173" y="1802341"/>
              <a:ext cx="82382" cy="122"/>
            </a:xfrm>
            <a:custGeom>
              <a:avLst/>
              <a:gdLst/>
              <a:ahLst/>
              <a:cxnLst/>
              <a:rect l="l" t="t" r="r" b="b"/>
              <a:pathLst>
                <a:path w="678" h="1" fill="none" extrusionOk="0">
                  <a:moveTo>
                    <a:pt x="678"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13"/>
            <p:cNvSpPr/>
            <p:nvPr/>
          </p:nvSpPr>
          <p:spPr>
            <a:xfrm>
              <a:off x="596487" y="1689583"/>
              <a:ext cx="128069" cy="122"/>
            </a:xfrm>
            <a:custGeom>
              <a:avLst/>
              <a:gdLst/>
              <a:ahLst/>
              <a:cxnLst/>
              <a:rect l="l" t="t" r="r" b="b"/>
              <a:pathLst>
                <a:path w="1054" h="1" fill="none" extrusionOk="0">
                  <a:moveTo>
                    <a:pt x="1054"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2" name="Google Shape;892;p13"/>
            <p:cNvGrpSpPr/>
            <p:nvPr/>
          </p:nvGrpSpPr>
          <p:grpSpPr>
            <a:xfrm>
              <a:off x="392675" y="1922525"/>
              <a:ext cx="336300" cy="1154701"/>
              <a:chOff x="392675" y="1955343"/>
              <a:chExt cx="336300" cy="1116300"/>
            </a:xfrm>
          </p:grpSpPr>
          <p:cxnSp>
            <p:nvCxnSpPr>
              <p:cNvPr id="893" name="Google Shape;893;p13"/>
              <p:cNvCxnSpPr/>
              <p:nvPr/>
            </p:nvCxnSpPr>
            <p:spPr>
              <a:xfrm>
                <a:off x="420900" y="1955343"/>
                <a:ext cx="0" cy="1116300"/>
              </a:xfrm>
              <a:prstGeom prst="straightConnector1">
                <a:avLst/>
              </a:prstGeom>
              <a:noFill/>
              <a:ln w="9525" cap="flat" cmpd="sng">
                <a:solidFill>
                  <a:schemeClr val="dk2"/>
                </a:solidFill>
                <a:prstDash val="solid"/>
                <a:round/>
                <a:headEnd type="none" w="med" len="med"/>
                <a:tailEnd type="none" w="med" len="med"/>
              </a:ln>
            </p:spPr>
          </p:cxnSp>
          <p:cxnSp>
            <p:nvCxnSpPr>
              <p:cNvPr id="894" name="Google Shape;894;p13"/>
              <p:cNvCxnSpPr/>
              <p:nvPr/>
            </p:nvCxnSpPr>
            <p:spPr>
              <a:xfrm>
                <a:off x="418775" y="3067534"/>
                <a:ext cx="227100" cy="0"/>
              </a:xfrm>
              <a:prstGeom prst="straightConnector1">
                <a:avLst/>
              </a:prstGeom>
              <a:noFill/>
              <a:ln w="9525" cap="flat" cmpd="sng">
                <a:solidFill>
                  <a:schemeClr val="dk2"/>
                </a:solidFill>
                <a:prstDash val="solid"/>
                <a:round/>
                <a:headEnd type="none" w="med" len="med"/>
                <a:tailEnd type="oval" w="med" len="med"/>
              </a:ln>
            </p:spPr>
          </p:cxnSp>
          <p:cxnSp>
            <p:nvCxnSpPr>
              <p:cNvPr id="895" name="Google Shape;895;p13"/>
              <p:cNvCxnSpPr/>
              <p:nvPr/>
            </p:nvCxnSpPr>
            <p:spPr>
              <a:xfrm>
                <a:off x="392675" y="1955464"/>
                <a:ext cx="336300" cy="0"/>
              </a:xfrm>
              <a:prstGeom prst="straightConnector1">
                <a:avLst/>
              </a:prstGeom>
              <a:noFill/>
              <a:ln w="9525" cap="flat" cmpd="sng">
                <a:solidFill>
                  <a:schemeClr val="dk2"/>
                </a:solidFill>
                <a:prstDash val="solid"/>
                <a:round/>
                <a:headEnd type="oval" w="med" len="med"/>
                <a:tailEnd type="none" w="med" len="med"/>
              </a:ln>
            </p:spPr>
          </p:cxnSp>
        </p:grpSp>
        <p:sp>
          <p:nvSpPr>
            <p:cNvPr id="896" name="Google Shape;896;p13"/>
            <p:cNvSpPr/>
            <p:nvPr/>
          </p:nvSpPr>
          <p:spPr>
            <a:xfrm>
              <a:off x="1615281" y="2064188"/>
              <a:ext cx="64156" cy="122"/>
            </a:xfrm>
            <a:custGeom>
              <a:avLst/>
              <a:gdLst/>
              <a:ahLst/>
              <a:cxnLst/>
              <a:rect l="l" t="t" r="r" b="b"/>
              <a:pathLst>
                <a:path w="528" h="1" fill="none" extrusionOk="0">
                  <a:moveTo>
                    <a:pt x="1" y="0"/>
                  </a:moveTo>
                  <a:lnTo>
                    <a:pt x="527"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13"/>
            <p:cNvSpPr/>
            <p:nvPr/>
          </p:nvSpPr>
          <p:spPr>
            <a:xfrm>
              <a:off x="1612256" y="2173787"/>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13"/>
            <p:cNvSpPr/>
            <p:nvPr/>
          </p:nvSpPr>
          <p:spPr>
            <a:xfrm>
              <a:off x="1612144" y="1732231"/>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13"/>
            <p:cNvSpPr/>
            <p:nvPr/>
          </p:nvSpPr>
          <p:spPr>
            <a:xfrm>
              <a:off x="1612156" y="1823604"/>
              <a:ext cx="76307" cy="122"/>
            </a:xfrm>
            <a:custGeom>
              <a:avLst/>
              <a:gdLst/>
              <a:ahLst/>
              <a:cxnLst/>
              <a:rect l="l" t="t" r="r" b="b"/>
              <a:pathLst>
                <a:path w="628" h="1" fill="none" extrusionOk="0">
                  <a:moveTo>
                    <a:pt x="1" y="1"/>
                  </a:moveTo>
                  <a:lnTo>
                    <a:pt x="627"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0" name="Google Shape;900;p13"/>
          <p:cNvGrpSpPr/>
          <p:nvPr/>
        </p:nvGrpSpPr>
        <p:grpSpPr>
          <a:xfrm>
            <a:off x="3363525" y="1622521"/>
            <a:ext cx="3042600" cy="1562680"/>
            <a:chOff x="3363525" y="1622521"/>
            <a:chExt cx="3042600" cy="1562680"/>
          </a:xfrm>
        </p:grpSpPr>
        <p:grpSp>
          <p:nvGrpSpPr>
            <p:cNvPr id="901" name="Google Shape;901;p13"/>
            <p:cNvGrpSpPr/>
            <p:nvPr/>
          </p:nvGrpSpPr>
          <p:grpSpPr>
            <a:xfrm>
              <a:off x="3363525" y="1622521"/>
              <a:ext cx="3042600" cy="877163"/>
              <a:chOff x="3363525" y="1503696"/>
              <a:chExt cx="3042600" cy="877163"/>
            </a:xfrm>
          </p:grpSpPr>
          <p:sp>
            <p:nvSpPr>
              <p:cNvPr id="902" name="Google Shape;902;p13"/>
              <p:cNvSpPr/>
              <p:nvPr/>
            </p:nvSpPr>
            <p:spPr>
              <a:xfrm>
                <a:off x="3828305" y="1649868"/>
                <a:ext cx="584816" cy="584816"/>
              </a:xfrm>
              <a:custGeom>
                <a:avLst/>
                <a:gdLst/>
                <a:ahLst/>
                <a:cxnLst/>
                <a:rect l="l" t="t" r="r" b="b"/>
                <a:pathLst>
                  <a:path w="4813" h="4813" fill="none" extrusionOk="0">
                    <a:moveTo>
                      <a:pt x="0" y="0"/>
                    </a:moveTo>
                    <a:lnTo>
                      <a:pt x="4812" y="0"/>
                    </a:lnTo>
                    <a:lnTo>
                      <a:pt x="4812" y="4812"/>
                    </a:lnTo>
                    <a:lnTo>
                      <a:pt x="0" y="4812"/>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13"/>
              <p:cNvSpPr/>
              <p:nvPr/>
            </p:nvSpPr>
            <p:spPr>
              <a:xfrm>
                <a:off x="3770468" y="2292396"/>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13"/>
              <p:cNvSpPr/>
              <p:nvPr/>
            </p:nvSpPr>
            <p:spPr>
              <a:xfrm>
                <a:off x="3770468" y="1613295"/>
                <a:ext cx="122" cy="633540"/>
              </a:xfrm>
              <a:custGeom>
                <a:avLst/>
                <a:gdLst/>
                <a:ahLst/>
                <a:cxnLst/>
                <a:rect l="l" t="t" r="r" b="b"/>
                <a:pathLst>
                  <a:path w="1" h="5214" fill="none" extrusionOk="0">
                    <a:moveTo>
                      <a:pt x="0" y="5213"/>
                    </a:moveTo>
                    <a:lnTo>
                      <a:pt x="0"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13"/>
              <p:cNvSpPr/>
              <p:nvPr/>
            </p:nvSpPr>
            <p:spPr>
              <a:xfrm>
                <a:off x="3770468" y="1591910"/>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13"/>
              <p:cNvSpPr/>
              <p:nvPr/>
            </p:nvSpPr>
            <p:spPr>
              <a:xfrm>
                <a:off x="3816033" y="1591910"/>
                <a:ext cx="633662" cy="122"/>
              </a:xfrm>
              <a:custGeom>
                <a:avLst/>
                <a:gdLst/>
                <a:ahLst/>
                <a:cxnLst/>
                <a:rect l="l" t="t" r="r" b="b"/>
                <a:pathLst>
                  <a:path w="5215" h="1" fill="none" extrusionOk="0">
                    <a:moveTo>
                      <a:pt x="1" y="1"/>
                    </a:moveTo>
                    <a:lnTo>
                      <a:pt x="5214"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13"/>
              <p:cNvSpPr/>
              <p:nvPr/>
            </p:nvSpPr>
            <p:spPr>
              <a:xfrm>
                <a:off x="4470832" y="1591910"/>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13"/>
              <p:cNvSpPr/>
              <p:nvPr/>
            </p:nvSpPr>
            <p:spPr>
              <a:xfrm>
                <a:off x="4470832" y="1634559"/>
                <a:ext cx="122" cy="633540"/>
              </a:xfrm>
              <a:custGeom>
                <a:avLst/>
                <a:gdLst/>
                <a:ahLst/>
                <a:cxnLst/>
                <a:rect l="l" t="t" r="r" b="b"/>
                <a:pathLst>
                  <a:path w="1" h="5214" fill="none" extrusionOk="0">
                    <a:moveTo>
                      <a:pt x="0" y="1"/>
                    </a:moveTo>
                    <a:lnTo>
                      <a:pt x="0" y="5214"/>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13"/>
              <p:cNvSpPr/>
              <p:nvPr/>
            </p:nvSpPr>
            <p:spPr>
              <a:xfrm>
                <a:off x="4470832" y="2292396"/>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13"/>
              <p:cNvSpPr/>
              <p:nvPr/>
            </p:nvSpPr>
            <p:spPr>
              <a:xfrm>
                <a:off x="3794769" y="2292396"/>
                <a:ext cx="633540" cy="122"/>
              </a:xfrm>
              <a:custGeom>
                <a:avLst/>
                <a:gdLst/>
                <a:ahLst/>
                <a:cxnLst/>
                <a:rect l="l" t="t" r="r" b="b"/>
                <a:pathLst>
                  <a:path w="5214" h="1" fill="none" extrusionOk="0">
                    <a:moveTo>
                      <a:pt x="5214"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13"/>
              <p:cNvSpPr/>
              <p:nvPr/>
            </p:nvSpPr>
            <p:spPr>
              <a:xfrm>
                <a:off x="3682132" y="1503696"/>
                <a:ext cx="880200" cy="877163"/>
              </a:xfrm>
              <a:custGeom>
                <a:avLst/>
                <a:gdLst/>
                <a:ahLst/>
                <a:cxnLst/>
                <a:rect l="l" t="t" r="r" b="b"/>
                <a:pathLst>
                  <a:path w="7244" h="7219" fill="none" extrusionOk="0">
                    <a:moveTo>
                      <a:pt x="0" y="0"/>
                    </a:moveTo>
                    <a:lnTo>
                      <a:pt x="7243" y="0"/>
                    </a:lnTo>
                    <a:lnTo>
                      <a:pt x="7243" y="7218"/>
                    </a:lnTo>
                    <a:lnTo>
                      <a:pt x="0" y="7218"/>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13"/>
              <p:cNvSpPr/>
              <p:nvPr/>
            </p:nvSpPr>
            <p:spPr>
              <a:xfrm>
                <a:off x="3586147" y="2030427"/>
                <a:ext cx="94533" cy="122"/>
              </a:xfrm>
              <a:custGeom>
                <a:avLst/>
                <a:gdLst/>
                <a:ahLst/>
                <a:cxnLst/>
                <a:rect l="l" t="t" r="r" b="b"/>
                <a:pathLst>
                  <a:path w="778" h="1" fill="none" extrusionOk="0">
                    <a:moveTo>
                      <a:pt x="778"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13"/>
              <p:cNvSpPr/>
              <p:nvPr/>
            </p:nvSpPr>
            <p:spPr>
              <a:xfrm>
                <a:off x="3592223" y="1793003"/>
                <a:ext cx="82382" cy="122"/>
              </a:xfrm>
              <a:custGeom>
                <a:avLst/>
                <a:gdLst/>
                <a:ahLst/>
                <a:cxnLst/>
                <a:rect l="l" t="t" r="r" b="b"/>
                <a:pathLst>
                  <a:path w="678" h="1" fill="none" extrusionOk="0">
                    <a:moveTo>
                      <a:pt x="678"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13"/>
              <p:cNvSpPr/>
              <p:nvPr/>
            </p:nvSpPr>
            <p:spPr>
              <a:xfrm>
                <a:off x="3546537" y="1680245"/>
                <a:ext cx="128069" cy="122"/>
              </a:xfrm>
              <a:custGeom>
                <a:avLst/>
                <a:gdLst/>
                <a:ahLst/>
                <a:cxnLst/>
                <a:rect l="l" t="t" r="r" b="b"/>
                <a:pathLst>
                  <a:path w="1054" h="1" fill="none" extrusionOk="0">
                    <a:moveTo>
                      <a:pt x="1054"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15" name="Google Shape;915;p13"/>
              <p:cNvCxnSpPr/>
              <p:nvPr/>
            </p:nvCxnSpPr>
            <p:spPr>
              <a:xfrm>
                <a:off x="3363525" y="1913003"/>
                <a:ext cx="315600" cy="0"/>
              </a:xfrm>
              <a:prstGeom prst="straightConnector1">
                <a:avLst/>
              </a:prstGeom>
              <a:noFill/>
              <a:ln w="9525" cap="flat" cmpd="sng">
                <a:solidFill>
                  <a:schemeClr val="dk2"/>
                </a:solidFill>
                <a:prstDash val="solid"/>
                <a:round/>
                <a:headEnd type="none" w="med" len="med"/>
                <a:tailEnd type="none" w="med" len="med"/>
              </a:ln>
            </p:spPr>
          </p:cxnSp>
          <p:sp>
            <p:nvSpPr>
              <p:cNvPr id="916" name="Google Shape;916;p13"/>
              <p:cNvSpPr/>
              <p:nvPr/>
            </p:nvSpPr>
            <p:spPr>
              <a:xfrm>
                <a:off x="4565331" y="2054850"/>
                <a:ext cx="64156" cy="122"/>
              </a:xfrm>
              <a:custGeom>
                <a:avLst/>
                <a:gdLst/>
                <a:ahLst/>
                <a:cxnLst/>
                <a:rect l="l" t="t" r="r" b="b"/>
                <a:pathLst>
                  <a:path w="528" h="1" fill="none" extrusionOk="0">
                    <a:moveTo>
                      <a:pt x="1" y="0"/>
                    </a:moveTo>
                    <a:lnTo>
                      <a:pt x="527"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13"/>
              <p:cNvSpPr/>
              <p:nvPr/>
            </p:nvSpPr>
            <p:spPr>
              <a:xfrm>
                <a:off x="4562306" y="2164449"/>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13"/>
              <p:cNvSpPr/>
              <p:nvPr/>
            </p:nvSpPr>
            <p:spPr>
              <a:xfrm>
                <a:off x="4562194" y="1722894"/>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13"/>
              <p:cNvSpPr/>
              <p:nvPr/>
            </p:nvSpPr>
            <p:spPr>
              <a:xfrm>
                <a:off x="4562206" y="1814267"/>
                <a:ext cx="76307" cy="122"/>
              </a:xfrm>
              <a:custGeom>
                <a:avLst/>
                <a:gdLst/>
                <a:ahLst/>
                <a:cxnLst/>
                <a:rect l="l" t="t" r="r" b="b"/>
                <a:pathLst>
                  <a:path w="628" h="1" fill="none" extrusionOk="0">
                    <a:moveTo>
                      <a:pt x="1" y="1"/>
                    </a:moveTo>
                    <a:lnTo>
                      <a:pt x="627"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20" name="Google Shape;920;p13"/>
              <p:cNvCxnSpPr/>
              <p:nvPr/>
            </p:nvCxnSpPr>
            <p:spPr>
              <a:xfrm>
                <a:off x="4565325" y="1922925"/>
                <a:ext cx="1840800" cy="0"/>
              </a:xfrm>
              <a:prstGeom prst="straightConnector1">
                <a:avLst/>
              </a:prstGeom>
              <a:noFill/>
              <a:ln w="9525" cap="flat" cmpd="sng">
                <a:solidFill>
                  <a:schemeClr val="dk2"/>
                </a:solidFill>
                <a:prstDash val="solid"/>
                <a:round/>
                <a:headEnd type="none" w="med" len="med"/>
                <a:tailEnd type="oval" w="med" len="med"/>
              </a:ln>
            </p:spPr>
          </p:cxnSp>
        </p:grpSp>
        <p:grpSp>
          <p:nvGrpSpPr>
            <p:cNvPr id="921" name="Google Shape;921;p13"/>
            <p:cNvGrpSpPr/>
            <p:nvPr/>
          </p:nvGrpSpPr>
          <p:grpSpPr>
            <a:xfrm>
              <a:off x="3369450" y="2030500"/>
              <a:ext cx="227100" cy="1154701"/>
              <a:chOff x="418775" y="1955343"/>
              <a:chExt cx="227100" cy="1116300"/>
            </a:xfrm>
          </p:grpSpPr>
          <p:cxnSp>
            <p:nvCxnSpPr>
              <p:cNvPr id="922" name="Google Shape;922;p13"/>
              <p:cNvCxnSpPr/>
              <p:nvPr/>
            </p:nvCxnSpPr>
            <p:spPr>
              <a:xfrm>
                <a:off x="420900" y="1955343"/>
                <a:ext cx="0" cy="1116300"/>
              </a:xfrm>
              <a:prstGeom prst="straightConnector1">
                <a:avLst/>
              </a:prstGeom>
              <a:noFill/>
              <a:ln w="9525" cap="flat" cmpd="sng">
                <a:solidFill>
                  <a:schemeClr val="dk2"/>
                </a:solidFill>
                <a:prstDash val="solid"/>
                <a:round/>
                <a:headEnd type="none" w="med" len="med"/>
                <a:tailEnd type="none" w="med" len="med"/>
              </a:ln>
            </p:spPr>
          </p:cxnSp>
          <p:cxnSp>
            <p:nvCxnSpPr>
              <p:cNvPr id="923" name="Google Shape;923;p13"/>
              <p:cNvCxnSpPr/>
              <p:nvPr/>
            </p:nvCxnSpPr>
            <p:spPr>
              <a:xfrm>
                <a:off x="418775" y="3067534"/>
                <a:ext cx="227100" cy="0"/>
              </a:xfrm>
              <a:prstGeom prst="straightConnector1">
                <a:avLst/>
              </a:prstGeom>
              <a:noFill/>
              <a:ln w="9525" cap="flat" cmpd="sng">
                <a:solidFill>
                  <a:schemeClr val="dk2"/>
                </a:solidFill>
                <a:prstDash val="solid"/>
                <a:round/>
                <a:headEnd type="none" w="med" len="med"/>
                <a:tailEnd type="oval" w="med" len="med"/>
              </a:ln>
            </p:spPr>
          </p:cxnSp>
        </p:grpSp>
      </p:grpSp>
      <p:grpSp>
        <p:nvGrpSpPr>
          <p:cNvPr id="924" name="Google Shape;924;p13"/>
          <p:cNvGrpSpPr/>
          <p:nvPr/>
        </p:nvGrpSpPr>
        <p:grpSpPr>
          <a:xfrm>
            <a:off x="6368275" y="1619796"/>
            <a:ext cx="3003300" cy="1565405"/>
            <a:chOff x="6368275" y="1619796"/>
            <a:chExt cx="3003300" cy="1565405"/>
          </a:xfrm>
        </p:grpSpPr>
        <p:grpSp>
          <p:nvGrpSpPr>
            <p:cNvPr id="925" name="Google Shape;925;p13"/>
            <p:cNvGrpSpPr/>
            <p:nvPr/>
          </p:nvGrpSpPr>
          <p:grpSpPr>
            <a:xfrm>
              <a:off x="6368275" y="1619796"/>
              <a:ext cx="3003300" cy="877163"/>
              <a:chOff x="3363525" y="1503696"/>
              <a:chExt cx="3003300" cy="877163"/>
            </a:xfrm>
          </p:grpSpPr>
          <p:cxnSp>
            <p:nvCxnSpPr>
              <p:cNvPr id="926" name="Google Shape;926;p13"/>
              <p:cNvCxnSpPr/>
              <p:nvPr/>
            </p:nvCxnSpPr>
            <p:spPr>
              <a:xfrm>
                <a:off x="4565325" y="1925200"/>
                <a:ext cx="1801500" cy="0"/>
              </a:xfrm>
              <a:prstGeom prst="straightConnector1">
                <a:avLst/>
              </a:prstGeom>
              <a:noFill/>
              <a:ln w="9525" cap="flat" cmpd="sng">
                <a:solidFill>
                  <a:schemeClr val="dk2"/>
                </a:solidFill>
                <a:prstDash val="solid"/>
                <a:round/>
                <a:headEnd type="none" w="med" len="med"/>
                <a:tailEnd type="oval" w="med" len="med"/>
              </a:ln>
            </p:spPr>
          </p:cxnSp>
          <p:sp>
            <p:nvSpPr>
              <p:cNvPr id="927" name="Google Shape;927;p13"/>
              <p:cNvSpPr/>
              <p:nvPr/>
            </p:nvSpPr>
            <p:spPr>
              <a:xfrm>
                <a:off x="3828305" y="1649868"/>
                <a:ext cx="584816" cy="584816"/>
              </a:xfrm>
              <a:custGeom>
                <a:avLst/>
                <a:gdLst/>
                <a:ahLst/>
                <a:cxnLst/>
                <a:rect l="l" t="t" r="r" b="b"/>
                <a:pathLst>
                  <a:path w="4813" h="4813" fill="none" extrusionOk="0">
                    <a:moveTo>
                      <a:pt x="0" y="0"/>
                    </a:moveTo>
                    <a:lnTo>
                      <a:pt x="4812" y="0"/>
                    </a:lnTo>
                    <a:lnTo>
                      <a:pt x="4812" y="4812"/>
                    </a:lnTo>
                    <a:lnTo>
                      <a:pt x="0" y="4812"/>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13"/>
              <p:cNvSpPr/>
              <p:nvPr/>
            </p:nvSpPr>
            <p:spPr>
              <a:xfrm>
                <a:off x="3770468" y="2292396"/>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13"/>
              <p:cNvSpPr/>
              <p:nvPr/>
            </p:nvSpPr>
            <p:spPr>
              <a:xfrm>
                <a:off x="3770468" y="1613295"/>
                <a:ext cx="122" cy="633540"/>
              </a:xfrm>
              <a:custGeom>
                <a:avLst/>
                <a:gdLst/>
                <a:ahLst/>
                <a:cxnLst/>
                <a:rect l="l" t="t" r="r" b="b"/>
                <a:pathLst>
                  <a:path w="1" h="5214" fill="none" extrusionOk="0">
                    <a:moveTo>
                      <a:pt x="0" y="5213"/>
                    </a:moveTo>
                    <a:lnTo>
                      <a:pt x="0"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13"/>
              <p:cNvSpPr/>
              <p:nvPr/>
            </p:nvSpPr>
            <p:spPr>
              <a:xfrm>
                <a:off x="3770468" y="1591910"/>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13"/>
              <p:cNvSpPr/>
              <p:nvPr/>
            </p:nvSpPr>
            <p:spPr>
              <a:xfrm>
                <a:off x="3816033" y="1591910"/>
                <a:ext cx="633662" cy="122"/>
              </a:xfrm>
              <a:custGeom>
                <a:avLst/>
                <a:gdLst/>
                <a:ahLst/>
                <a:cxnLst/>
                <a:rect l="l" t="t" r="r" b="b"/>
                <a:pathLst>
                  <a:path w="5215" h="1" fill="none" extrusionOk="0">
                    <a:moveTo>
                      <a:pt x="1" y="1"/>
                    </a:moveTo>
                    <a:lnTo>
                      <a:pt x="5214"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13"/>
              <p:cNvSpPr/>
              <p:nvPr/>
            </p:nvSpPr>
            <p:spPr>
              <a:xfrm>
                <a:off x="4470832" y="1591910"/>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13"/>
              <p:cNvSpPr/>
              <p:nvPr/>
            </p:nvSpPr>
            <p:spPr>
              <a:xfrm>
                <a:off x="4470832" y="1634559"/>
                <a:ext cx="122" cy="633540"/>
              </a:xfrm>
              <a:custGeom>
                <a:avLst/>
                <a:gdLst/>
                <a:ahLst/>
                <a:cxnLst/>
                <a:rect l="l" t="t" r="r" b="b"/>
                <a:pathLst>
                  <a:path w="1" h="5214" fill="none" extrusionOk="0">
                    <a:moveTo>
                      <a:pt x="0" y="1"/>
                    </a:moveTo>
                    <a:lnTo>
                      <a:pt x="0" y="5214"/>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13"/>
              <p:cNvSpPr/>
              <p:nvPr/>
            </p:nvSpPr>
            <p:spPr>
              <a:xfrm>
                <a:off x="4470832" y="2292396"/>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13"/>
              <p:cNvSpPr/>
              <p:nvPr/>
            </p:nvSpPr>
            <p:spPr>
              <a:xfrm>
                <a:off x="3794769" y="2292396"/>
                <a:ext cx="633540" cy="122"/>
              </a:xfrm>
              <a:custGeom>
                <a:avLst/>
                <a:gdLst/>
                <a:ahLst/>
                <a:cxnLst/>
                <a:rect l="l" t="t" r="r" b="b"/>
                <a:pathLst>
                  <a:path w="5214" h="1" fill="none" extrusionOk="0">
                    <a:moveTo>
                      <a:pt x="5214"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13"/>
              <p:cNvSpPr/>
              <p:nvPr/>
            </p:nvSpPr>
            <p:spPr>
              <a:xfrm>
                <a:off x="3682132" y="1503696"/>
                <a:ext cx="880200" cy="877163"/>
              </a:xfrm>
              <a:custGeom>
                <a:avLst/>
                <a:gdLst/>
                <a:ahLst/>
                <a:cxnLst/>
                <a:rect l="l" t="t" r="r" b="b"/>
                <a:pathLst>
                  <a:path w="7244" h="7219" fill="none" extrusionOk="0">
                    <a:moveTo>
                      <a:pt x="0" y="0"/>
                    </a:moveTo>
                    <a:lnTo>
                      <a:pt x="7243" y="0"/>
                    </a:lnTo>
                    <a:lnTo>
                      <a:pt x="7243" y="7218"/>
                    </a:lnTo>
                    <a:lnTo>
                      <a:pt x="0" y="7218"/>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13"/>
              <p:cNvSpPr/>
              <p:nvPr/>
            </p:nvSpPr>
            <p:spPr>
              <a:xfrm>
                <a:off x="3586147" y="2030427"/>
                <a:ext cx="94533" cy="122"/>
              </a:xfrm>
              <a:custGeom>
                <a:avLst/>
                <a:gdLst/>
                <a:ahLst/>
                <a:cxnLst/>
                <a:rect l="l" t="t" r="r" b="b"/>
                <a:pathLst>
                  <a:path w="778" h="1" fill="none" extrusionOk="0">
                    <a:moveTo>
                      <a:pt x="778"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13"/>
              <p:cNvSpPr/>
              <p:nvPr/>
            </p:nvSpPr>
            <p:spPr>
              <a:xfrm>
                <a:off x="3592223" y="1793003"/>
                <a:ext cx="82382" cy="122"/>
              </a:xfrm>
              <a:custGeom>
                <a:avLst/>
                <a:gdLst/>
                <a:ahLst/>
                <a:cxnLst/>
                <a:rect l="l" t="t" r="r" b="b"/>
                <a:pathLst>
                  <a:path w="678" h="1" fill="none" extrusionOk="0">
                    <a:moveTo>
                      <a:pt x="678"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13"/>
              <p:cNvSpPr/>
              <p:nvPr/>
            </p:nvSpPr>
            <p:spPr>
              <a:xfrm>
                <a:off x="3546537" y="1680245"/>
                <a:ext cx="128069" cy="122"/>
              </a:xfrm>
              <a:custGeom>
                <a:avLst/>
                <a:gdLst/>
                <a:ahLst/>
                <a:cxnLst/>
                <a:rect l="l" t="t" r="r" b="b"/>
                <a:pathLst>
                  <a:path w="1054" h="1" fill="none" extrusionOk="0">
                    <a:moveTo>
                      <a:pt x="1054"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40" name="Google Shape;940;p13"/>
              <p:cNvCxnSpPr/>
              <p:nvPr/>
            </p:nvCxnSpPr>
            <p:spPr>
              <a:xfrm>
                <a:off x="3363525" y="1925203"/>
                <a:ext cx="315600" cy="0"/>
              </a:xfrm>
              <a:prstGeom prst="straightConnector1">
                <a:avLst/>
              </a:prstGeom>
              <a:noFill/>
              <a:ln w="9525" cap="flat" cmpd="sng">
                <a:solidFill>
                  <a:schemeClr val="dk2"/>
                </a:solidFill>
                <a:prstDash val="solid"/>
                <a:round/>
                <a:headEnd type="none" w="med" len="med"/>
                <a:tailEnd type="none" w="med" len="med"/>
              </a:ln>
            </p:spPr>
          </p:cxnSp>
          <p:sp>
            <p:nvSpPr>
              <p:cNvPr id="941" name="Google Shape;941;p13"/>
              <p:cNvSpPr/>
              <p:nvPr/>
            </p:nvSpPr>
            <p:spPr>
              <a:xfrm>
                <a:off x="4565331" y="2054850"/>
                <a:ext cx="64156" cy="122"/>
              </a:xfrm>
              <a:custGeom>
                <a:avLst/>
                <a:gdLst/>
                <a:ahLst/>
                <a:cxnLst/>
                <a:rect l="l" t="t" r="r" b="b"/>
                <a:pathLst>
                  <a:path w="528" h="1" fill="none" extrusionOk="0">
                    <a:moveTo>
                      <a:pt x="1" y="0"/>
                    </a:moveTo>
                    <a:lnTo>
                      <a:pt x="527"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13"/>
              <p:cNvSpPr/>
              <p:nvPr/>
            </p:nvSpPr>
            <p:spPr>
              <a:xfrm>
                <a:off x="4562306" y="2164449"/>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13"/>
              <p:cNvSpPr/>
              <p:nvPr/>
            </p:nvSpPr>
            <p:spPr>
              <a:xfrm>
                <a:off x="4562194" y="1722894"/>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13"/>
              <p:cNvSpPr/>
              <p:nvPr/>
            </p:nvSpPr>
            <p:spPr>
              <a:xfrm>
                <a:off x="4562206" y="1814267"/>
                <a:ext cx="76307" cy="122"/>
              </a:xfrm>
              <a:custGeom>
                <a:avLst/>
                <a:gdLst/>
                <a:ahLst/>
                <a:cxnLst/>
                <a:rect l="l" t="t" r="r" b="b"/>
                <a:pathLst>
                  <a:path w="628" h="1" fill="none" extrusionOk="0">
                    <a:moveTo>
                      <a:pt x="1" y="1"/>
                    </a:moveTo>
                    <a:lnTo>
                      <a:pt x="627"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5" name="Google Shape;945;p13"/>
            <p:cNvGrpSpPr/>
            <p:nvPr/>
          </p:nvGrpSpPr>
          <p:grpSpPr>
            <a:xfrm>
              <a:off x="6374325" y="2030500"/>
              <a:ext cx="227100" cy="1154701"/>
              <a:chOff x="418775" y="1955343"/>
              <a:chExt cx="227100" cy="1116300"/>
            </a:xfrm>
          </p:grpSpPr>
          <p:cxnSp>
            <p:nvCxnSpPr>
              <p:cNvPr id="946" name="Google Shape;946;p13"/>
              <p:cNvCxnSpPr/>
              <p:nvPr/>
            </p:nvCxnSpPr>
            <p:spPr>
              <a:xfrm>
                <a:off x="420900" y="1955343"/>
                <a:ext cx="0" cy="1116300"/>
              </a:xfrm>
              <a:prstGeom prst="straightConnector1">
                <a:avLst/>
              </a:prstGeom>
              <a:noFill/>
              <a:ln w="9525" cap="flat" cmpd="sng">
                <a:solidFill>
                  <a:schemeClr val="dk2"/>
                </a:solidFill>
                <a:prstDash val="solid"/>
                <a:round/>
                <a:headEnd type="none" w="med" len="med"/>
                <a:tailEnd type="none" w="med" len="med"/>
              </a:ln>
            </p:spPr>
          </p:cxnSp>
          <p:cxnSp>
            <p:nvCxnSpPr>
              <p:cNvPr id="947" name="Google Shape;947;p13"/>
              <p:cNvCxnSpPr/>
              <p:nvPr/>
            </p:nvCxnSpPr>
            <p:spPr>
              <a:xfrm>
                <a:off x="418775" y="3067534"/>
                <a:ext cx="227100" cy="0"/>
              </a:xfrm>
              <a:prstGeom prst="straightConnector1">
                <a:avLst/>
              </a:prstGeom>
              <a:noFill/>
              <a:ln w="9525" cap="flat" cmpd="sng">
                <a:solidFill>
                  <a:schemeClr val="dk2"/>
                </a:solidFill>
                <a:prstDash val="solid"/>
                <a:round/>
                <a:headEnd type="none" w="med" len="med"/>
                <a:tailEnd type="oval" w="med" len="med"/>
              </a:ln>
            </p:spPr>
          </p:cxnSp>
        </p:grpSp>
      </p:grpSp>
      <p:grpSp>
        <p:nvGrpSpPr>
          <p:cNvPr id="948" name="Google Shape;948;p13"/>
          <p:cNvGrpSpPr/>
          <p:nvPr/>
        </p:nvGrpSpPr>
        <p:grpSpPr>
          <a:xfrm>
            <a:off x="1463060" y="-2483486"/>
            <a:ext cx="7884219" cy="3433770"/>
            <a:chOff x="24125" y="294775"/>
            <a:chExt cx="7767703" cy="3383025"/>
          </a:xfrm>
        </p:grpSpPr>
        <p:sp>
          <p:nvSpPr>
            <p:cNvPr id="949" name="Google Shape;949;p13"/>
            <p:cNvSpPr/>
            <p:nvPr/>
          </p:nvSpPr>
          <p:spPr>
            <a:xfrm>
              <a:off x="1686375" y="607200"/>
              <a:ext cx="142125" cy="129550"/>
            </a:xfrm>
            <a:custGeom>
              <a:avLst/>
              <a:gdLst/>
              <a:ahLst/>
              <a:cxnLst/>
              <a:rect l="l" t="t" r="r" b="b"/>
              <a:pathLst>
                <a:path w="5685" h="5182" extrusionOk="0">
                  <a:moveTo>
                    <a:pt x="2834" y="1"/>
                  </a:moveTo>
                  <a:cubicBezTo>
                    <a:pt x="2169" y="1"/>
                    <a:pt x="1507" y="252"/>
                    <a:pt x="1005" y="754"/>
                  </a:cubicBezTo>
                  <a:cubicBezTo>
                    <a:pt x="1" y="1781"/>
                    <a:pt x="1" y="3402"/>
                    <a:pt x="1005" y="4429"/>
                  </a:cubicBezTo>
                  <a:cubicBezTo>
                    <a:pt x="1507" y="4931"/>
                    <a:pt x="2169" y="5182"/>
                    <a:pt x="2834" y="5182"/>
                  </a:cubicBezTo>
                  <a:cubicBezTo>
                    <a:pt x="3499" y="5182"/>
                    <a:pt x="4166" y="4931"/>
                    <a:pt x="4680" y="4429"/>
                  </a:cubicBezTo>
                  <a:cubicBezTo>
                    <a:pt x="5684" y="3402"/>
                    <a:pt x="5684" y="1781"/>
                    <a:pt x="4680" y="754"/>
                  </a:cubicBezTo>
                  <a:cubicBezTo>
                    <a:pt x="4166" y="252"/>
                    <a:pt x="3499" y="1"/>
                    <a:pt x="28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13"/>
            <p:cNvSpPr/>
            <p:nvPr/>
          </p:nvSpPr>
          <p:spPr>
            <a:xfrm>
              <a:off x="66098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13"/>
            <p:cNvSpPr/>
            <p:nvPr/>
          </p:nvSpPr>
          <p:spPr>
            <a:xfrm>
              <a:off x="6721650" y="3191600"/>
              <a:ext cx="149525" cy="93025"/>
            </a:xfrm>
            <a:custGeom>
              <a:avLst/>
              <a:gdLst/>
              <a:ahLst/>
              <a:cxnLst/>
              <a:rect l="l" t="t" r="r" b="b"/>
              <a:pathLst>
                <a:path w="5981" h="3721" extrusionOk="0">
                  <a:moveTo>
                    <a:pt x="0" y="0"/>
                  </a:moveTo>
                  <a:lnTo>
                    <a:pt x="3584" y="3721"/>
                  </a:lnTo>
                  <a:lnTo>
                    <a:pt x="5980"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13"/>
            <p:cNvSpPr/>
            <p:nvPr/>
          </p:nvSpPr>
          <p:spPr>
            <a:xfrm>
              <a:off x="68340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13"/>
            <p:cNvSpPr/>
            <p:nvPr/>
          </p:nvSpPr>
          <p:spPr>
            <a:xfrm>
              <a:off x="69459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13"/>
            <p:cNvSpPr/>
            <p:nvPr/>
          </p:nvSpPr>
          <p:spPr>
            <a:xfrm>
              <a:off x="7057750" y="3191600"/>
              <a:ext cx="149525" cy="93025"/>
            </a:xfrm>
            <a:custGeom>
              <a:avLst/>
              <a:gdLst/>
              <a:ahLst/>
              <a:cxnLst/>
              <a:rect l="l" t="t" r="r" b="b"/>
              <a:pathLst>
                <a:path w="5981" h="3721" extrusionOk="0">
                  <a:moveTo>
                    <a:pt x="0" y="0"/>
                  </a:moveTo>
                  <a:lnTo>
                    <a:pt x="3607" y="3721"/>
                  </a:lnTo>
                  <a:lnTo>
                    <a:pt x="5980" y="3721"/>
                  </a:lnTo>
                  <a:lnTo>
                    <a:pt x="23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13"/>
            <p:cNvSpPr/>
            <p:nvPr/>
          </p:nvSpPr>
          <p:spPr>
            <a:xfrm>
              <a:off x="71701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13"/>
            <p:cNvSpPr/>
            <p:nvPr/>
          </p:nvSpPr>
          <p:spPr>
            <a:xfrm>
              <a:off x="7282000" y="3191600"/>
              <a:ext cx="149525" cy="93025"/>
            </a:xfrm>
            <a:custGeom>
              <a:avLst/>
              <a:gdLst/>
              <a:ahLst/>
              <a:cxnLst/>
              <a:rect l="l" t="t" r="r" b="b"/>
              <a:pathLst>
                <a:path w="5981" h="3721" extrusionOk="0">
                  <a:moveTo>
                    <a:pt x="1" y="0"/>
                  </a:moveTo>
                  <a:lnTo>
                    <a:pt x="3584" y="3721"/>
                  </a:lnTo>
                  <a:lnTo>
                    <a:pt x="5981"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13"/>
            <p:cNvSpPr/>
            <p:nvPr/>
          </p:nvSpPr>
          <p:spPr>
            <a:xfrm>
              <a:off x="2406525" y="1218350"/>
              <a:ext cx="5385303" cy="1110475"/>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13"/>
            <p:cNvSpPr/>
            <p:nvPr/>
          </p:nvSpPr>
          <p:spPr>
            <a:xfrm>
              <a:off x="987925" y="355975"/>
              <a:ext cx="6210225" cy="1468400"/>
            </a:xfrm>
            <a:custGeom>
              <a:avLst/>
              <a:gdLst/>
              <a:ahLst/>
              <a:cxnLst/>
              <a:rect l="l" t="t" r="r" b="b"/>
              <a:pathLst>
                <a:path w="248409" h="58736" extrusionOk="0">
                  <a:moveTo>
                    <a:pt x="248203" y="1"/>
                  </a:moveTo>
                  <a:cubicBezTo>
                    <a:pt x="248151" y="1"/>
                    <a:pt x="248100" y="18"/>
                    <a:pt x="248066" y="52"/>
                  </a:cubicBezTo>
                  <a:lnTo>
                    <a:pt x="196663" y="51455"/>
                  </a:lnTo>
                  <a:lnTo>
                    <a:pt x="175778" y="51455"/>
                  </a:lnTo>
                  <a:lnTo>
                    <a:pt x="155760" y="31460"/>
                  </a:lnTo>
                  <a:lnTo>
                    <a:pt x="121112" y="31460"/>
                  </a:lnTo>
                  <a:lnTo>
                    <a:pt x="94200" y="58371"/>
                  </a:lnTo>
                  <a:lnTo>
                    <a:pt x="183" y="58371"/>
                  </a:lnTo>
                  <a:cubicBezTo>
                    <a:pt x="92" y="58371"/>
                    <a:pt x="0" y="58439"/>
                    <a:pt x="0" y="58553"/>
                  </a:cubicBezTo>
                  <a:cubicBezTo>
                    <a:pt x="0" y="58645"/>
                    <a:pt x="92" y="58736"/>
                    <a:pt x="183" y="58736"/>
                  </a:cubicBezTo>
                  <a:lnTo>
                    <a:pt x="94360" y="58736"/>
                  </a:lnTo>
                  <a:lnTo>
                    <a:pt x="121248" y="31848"/>
                  </a:lnTo>
                  <a:lnTo>
                    <a:pt x="155623" y="31848"/>
                  </a:lnTo>
                  <a:lnTo>
                    <a:pt x="175618" y="51843"/>
                  </a:lnTo>
                  <a:lnTo>
                    <a:pt x="196823" y="51843"/>
                  </a:lnTo>
                  <a:lnTo>
                    <a:pt x="248340" y="326"/>
                  </a:lnTo>
                  <a:cubicBezTo>
                    <a:pt x="248408" y="235"/>
                    <a:pt x="248408" y="121"/>
                    <a:pt x="248340" y="52"/>
                  </a:cubicBezTo>
                  <a:cubicBezTo>
                    <a:pt x="248306" y="18"/>
                    <a:pt x="248254" y="1"/>
                    <a:pt x="248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13"/>
            <p:cNvSpPr/>
            <p:nvPr/>
          </p:nvSpPr>
          <p:spPr>
            <a:xfrm>
              <a:off x="1265250" y="1389550"/>
              <a:ext cx="6299250" cy="1955000"/>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13"/>
            <p:cNvSpPr/>
            <p:nvPr/>
          </p:nvSpPr>
          <p:spPr>
            <a:xfrm>
              <a:off x="1631600" y="1974425"/>
              <a:ext cx="6160000" cy="1095650"/>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13"/>
            <p:cNvSpPr/>
            <p:nvPr/>
          </p:nvSpPr>
          <p:spPr>
            <a:xfrm>
              <a:off x="1978550" y="331575"/>
              <a:ext cx="4691750" cy="1289675"/>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13"/>
            <p:cNvSpPr/>
            <p:nvPr/>
          </p:nvSpPr>
          <p:spPr>
            <a:xfrm>
              <a:off x="937150" y="2104550"/>
              <a:ext cx="6622775" cy="1510475"/>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13"/>
            <p:cNvSpPr/>
            <p:nvPr/>
          </p:nvSpPr>
          <p:spPr>
            <a:xfrm>
              <a:off x="1664700" y="294775"/>
              <a:ext cx="3135650" cy="7666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13"/>
            <p:cNvSpPr/>
            <p:nvPr/>
          </p:nvSpPr>
          <p:spPr>
            <a:xfrm>
              <a:off x="100600" y="2193550"/>
              <a:ext cx="3410675" cy="530725"/>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13"/>
            <p:cNvSpPr/>
            <p:nvPr/>
          </p:nvSpPr>
          <p:spPr>
            <a:xfrm>
              <a:off x="106300" y="832600"/>
              <a:ext cx="2024625" cy="395475"/>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13"/>
            <p:cNvSpPr/>
            <p:nvPr/>
          </p:nvSpPr>
          <p:spPr>
            <a:xfrm>
              <a:off x="24125" y="1108225"/>
              <a:ext cx="1654850" cy="513025"/>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13"/>
            <p:cNvSpPr/>
            <p:nvPr/>
          </p:nvSpPr>
          <p:spPr>
            <a:xfrm>
              <a:off x="24125" y="1371850"/>
              <a:ext cx="979225" cy="45197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13"/>
            <p:cNvSpPr/>
            <p:nvPr/>
          </p:nvSpPr>
          <p:spPr>
            <a:xfrm>
              <a:off x="5585500" y="1408375"/>
              <a:ext cx="1529900" cy="580350"/>
            </a:xfrm>
            <a:custGeom>
              <a:avLst/>
              <a:gdLst/>
              <a:ahLst/>
              <a:cxnLst/>
              <a:rect l="l" t="t" r="r" b="b"/>
              <a:pathLst>
                <a:path w="61196" h="23214" extrusionOk="0">
                  <a:moveTo>
                    <a:pt x="49121" y="0"/>
                  </a:moveTo>
                  <a:lnTo>
                    <a:pt x="26661" y="22460"/>
                  </a:lnTo>
                  <a:lnTo>
                    <a:pt x="389" y="22460"/>
                  </a:lnTo>
                  <a:cubicBezTo>
                    <a:pt x="161" y="22460"/>
                    <a:pt x="1" y="22620"/>
                    <a:pt x="1" y="22848"/>
                  </a:cubicBezTo>
                  <a:cubicBezTo>
                    <a:pt x="1" y="23054"/>
                    <a:pt x="161" y="23214"/>
                    <a:pt x="389" y="23214"/>
                  </a:cubicBezTo>
                  <a:lnTo>
                    <a:pt x="26980" y="23214"/>
                  </a:lnTo>
                  <a:lnTo>
                    <a:pt x="49441" y="776"/>
                  </a:lnTo>
                  <a:lnTo>
                    <a:pt x="60808" y="776"/>
                  </a:lnTo>
                  <a:cubicBezTo>
                    <a:pt x="61013" y="776"/>
                    <a:pt x="61196" y="594"/>
                    <a:pt x="61196" y="388"/>
                  </a:cubicBezTo>
                  <a:cubicBezTo>
                    <a:pt x="61196" y="183"/>
                    <a:pt x="61013" y="0"/>
                    <a:pt x="60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13"/>
            <p:cNvSpPr/>
            <p:nvPr/>
          </p:nvSpPr>
          <p:spPr>
            <a:xfrm>
              <a:off x="5953000" y="3543100"/>
              <a:ext cx="134700" cy="134700"/>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13"/>
            <p:cNvSpPr/>
            <p:nvPr/>
          </p:nvSpPr>
          <p:spPr>
            <a:xfrm>
              <a:off x="5976400" y="3566500"/>
              <a:ext cx="87900" cy="8732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13"/>
            <p:cNvSpPr/>
            <p:nvPr/>
          </p:nvSpPr>
          <p:spPr>
            <a:xfrm>
              <a:off x="5421175" y="2256325"/>
              <a:ext cx="134700" cy="134700"/>
            </a:xfrm>
            <a:custGeom>
              <a:avLst/>
              <a:gdLst/>
              <a:ahLst/>
              <a:cxnLst/>
              <a:rect l="l" t="t" r="r" b="b"/>
              <a:pathLst>
                <a:path w="5388" h="5388" extrusionOk="0">
                  <a:moveTo>
                    <a:pt x="2694" y="389"/>
                  </a:moveTo>
                  <a:cubicBezTo>
                    <a:pt x="3972" y="389"/>
                    <a:pt x="4999" y="1416"/>
                    <a:pt x="4999" y="2694"/>
                  </a:cubicBezTo>
                  <a:cubicBezTo>
                    <a:pt x="4999" y="3972"/>
                    <a:pt x="3972" y="5022"/>
                    <a:pt x="2694" y="5022"/>
                  </a:cubicBezTo>
                  <a:cubicBezTo>
                    <a:pt x="1415" y="5022"/>
                    <a:pt x="365" y="3972"/>
                    <a:pt x="365" y="2694"/>
                  </a:cubicBezTo>
                  <a:cubicBezTo>
                    <a:pt x="365" y="1416"/>
                    <a:pt x="1415" y="389"/>
                    <a:pt x="2694" y="389"/>
                  </a:cubicBezTo>
                  <a:close/>
                  <a:moveTo>
                    <a:pt x="2694" y="1"/>
                  </a:moveTo>
                  <a:cubicBezTo>
                    <a:pt x="1210" y="1"/>
                    <a:pt x="0" y="1210"/>
                    <a:pt x="0" y="2694"/>
                  </a:cubicBezTo>
                  <a:cubicBezTo>
                    <a:pt x="0" y="4178"/>
                    <a:pt x="1210" y="5387"/>
                    <a:pt x="2694" y="5387"/>
                  </a:cubicBezTo>
                  <a:cubicBezTo>
                    <a:pt x="4177" y="5387"/>
                    <a:pt x="5387" y="4178"/>
                    <a:pt x="5387" y="2694"/>
                  </a:cubicBezTo>
                  <a:cubicBezTo>
                    <a:pt x="5387" y="1210"/>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13"/>
            <p:cNvSpPr/>
            <p:nvPr/>
          </p:nvSpPr>
          <p:spPr>
            <a:xfrm>
              <a:off x="5444575" y="2279725"/>
              <a:ext cx="87900" cy="87900"/>
            </a:xfrm>
            <a:custGeom>
              <a:avLst/>
              <a:gdLst/>
              <a:ahLst/>
              <a:cxnLst/>
              <a:rect l="l" t="t" r="r" b="b"/>
              <a:pathLst>
                <a:path w="3516" h="3516" extrusionOk="0">
                  <a:moveTo>
                    <a:pt x="1758" y="0"/>
                  </a:moveTo>
                  <a:cubicBezTo>
                    <a:pt x="776" y="0"/>
                    <a:pt x="0" y="799"/>
                    <a:pt x="0" y="1758"/>
                  </a:cubicBezTo>
                  <a:cubicBezTo>
                    <a:pt x="0" y="2739"/>
                    <a:pt x="776" y="3516"/>
                    <a:pt x="1758" y="3516"/>
                  </a:cubicBezTo>
                  <a:cubicBezTo>
                    <a:pt x="2716" y="3516"/>
                    <a:pt x="3515" y="2739"/>
                    <a:pt x="3515" y="1758"/>
                  </a:cubicBezTo>
                  <a:cubicBezTo>
                    <a:pt x="3515" y="799"/>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13"/>
            <p:cNvSpPr/>
            <p:nvPr/>
          </p:nvSpPr>
          <p:spPr>
            <a:xfrm>
              <a:off x="5459400" y="1912225"/>
              <a:ext cx="134700" cy="134700"/>
            </a:xfrm>
            <a:custGeom>
              <a:avLst/>
              <a:gdLst/>
              <a:ahLst/>
              <a:cxnLst/>
              <a:rect l="l" t="t" r="r" b="b"/>
              <a:pathLst>
                <a:path w="5388" h="5388" extrusionOk="0">
                  <a:moveTo>
                    <a:pt x="2694" y="366"/>
                  </a:moveTo>
                  <a:cubicBezTo>
                    <a:pt x="3972" y="366"/>
                    <a:pt x="4999" y="1416"/>
                    <a:pt x="4999" y="2694"/>
                  </a:cubicBezTo>
                  <a:cubicBezTo>
                    <a:pt x="4999" y="3973"/>
                    <a:pt x="3972" y="5000"/>
                    <a:pt x="2694" y="5000"/>
                  </a:cubicBezTo>
                  <a:cubicBezTo>
                    <a:pt x="1416" y="5000"/>
                    <a:pt x="389" y="3973"/>
                    <a:pt x="389" y="2694"/>
                  </a:cubicBezTo>
                  <a:cubicBezTo>
                    <a:pt x="389" y="1416"/>
                    <a:pt x="1416" y="366"/>
                    <a:pt x="2694" y="366"/>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13"/>
            <p:cNvSpPr/>
            <p:nvPr/>
          </p:nvSpPr>
          <p:spPr>
            <a:xfrm>
              <a:off x="5482800" y="1935625"/>
              <a:ext cx="87900" cy="87900"/>
            </a:xfrm>
            <a:custGeom>
              <a:avLst/>
              <a:gdLst/>
              <a:ahLst/>
              <a:cxnLst/>
              <a:rect l="l" t="t" r="r" b="b"/>
              <a:pathLst>
                <a:path w="3516" h="3516" extrusionOk="0">
                  <a:moveTo>
                    <a:pt x="1758" y="1"/>
                  </a:moveTo>
                  <a:cubicBezTo>
                    <a:pt x="799" y="1"/>
                    <a:pt x="0" y="777"/>
                    <a:pt x="0" y="1758"/>
                  </a:cubicBezTo>
                  <a:cubicBezTo>
                    <a:pt x="0" y="2717"/>
                    <a:pt x="799" y="3516"/>
                    <a:pt x="1758" y="3516"/>
                  </a:cubicBezTo>
                  <a:cubicBezTo>
                    <a:pt x="2739" y="3516"/>
                    <a:pt x="3515" y="2717"/>
                    <a:pt x="3515" y="1758"/>
                  </a:cubicBezTo>
                  <a:cubicBezTo>
                    <a:pt x="3515" y="777"/>
                    <a:pt x="2739"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13"/>
            <p:cNvSpPr/>
            <p:nvPr/>
          </p:nvSpPr>
          <p:spPr>
            <a:xfrm>
              <a:off x="4736975" y="1935625"/>
              <a:ext cx="87900" cy="87900"/>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13"/>
            <p:cNvSpPr/>
            <p:nvPr/>
          </p:nvSpPr>
          <p:spPr>
            <a:xfrm>
              <a:off x="7044625" y="2632950"/>
              <a:ext cx="87900" cy="8732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13"/>
            <p:cNvSpPr/>
            <p:nvPr/>
          </p:nvSpPr>
          <p:spPr>
            <a:xfrm>
              <a:off x="4222850" y="1085400"/>
              <a:ext cx="134675" cy="134675"/>
            </a:xfrm>
            <a:custGeom>
              <a:avLst/>
              <a:gdLst/>
              <a:ahLst/>
              <a:cxnLst/>
              <a:rect l="l" t="t" r="r" b="b"/>
              <a:pathLst>
                <a:path w="5387" h="5387" extrusionOk="0">
                  <a:moveTo>
                    <a:pt x="2694" y="388"/>
                  </a:moveTo>
                  <a:cubicBezTo>
                    <a:pt x="3972" y="388"/>
                    <a:pt x="5022" y="1415"/>
                    <a:pt x="5022" y="2694"/>
                  </a:cubicBezTo>
                  <a:cubicBezTo>
                    <a:pt x="5022" y="3972"/>
                    <a:pt x="3972" y="4999"/>
                    <a:pt x="2694" y="4999"/>
                  </a:cubicBezTo>
                  <a:cubicBezTo>
                    <a:pt x="1415" y="4999"/>
                    <a:pt x="388" y="3972"/>
                    <a:pt x="388" y="2694"/>
                  </a:cubicBezTo>
                  <a:cubicBezTo>
                    <a:pt x="388" y="1415"/>
                    <a:pt x="1415" y="388"/>
                    <a:pt x="2694" y="388"/>
                  </a:cubicBezTo>
                  <a:close/>
                  <a:moveTo>
                    <a:pt x="2694" y="0"/>
                  </a:moveTo>
                  <a:cubicBezTo>
                    <a:pt x="1210" y="0"/>
                    <a:pt x="0" y="1210"/>
                    <a:pt x="0" y="2694"/>
                  </a:cubicBezTo>
                  <a:cubicBezTo>
                    <a:pt x="0" y="4177"/>
                    <a:pt x="1210" y="5387"/>
                    <a:pt x="2694" y="5387"/>
                  </a:cubicBezTo>
                  <a:cubicBezTo>
                    <a:pt x="4177" y="5387"/>
                    <a:pt x="5387" y="4177"/>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13"/>
            <p:cNvSpPr/>
            <p:nvPr/>
          </p:nvSpPr>
          <p:spPr>
            <a:xfrm>
              <a:off x="4246800" y="1108775"/>
              <a:ext cx="87350" cy="87925"/>
            </a:xfrm>
            <a:custGeom>
              <a:avLst/>
              <a:gdLst/>
              <a:ahLst/>
              <a:cxnLst/>
              <a:rect l="l" t="t" r="r" b="b"/>
              <a:pathLst>
                <a:path w="3494" h="3517" extrusionOk="0">
                  <a:moveTo>
                    <a:pt x="1736" y="1"/>
                  </a:moveTo>
                  <a:cubicBezTo>
                    <a:pt x="777" y="1"/>
                    <a:pt x="1" y="800"/>
                    <a:pt x="1" y="1759"/>
                  </a:cubicBezTo>
                  <a:cubicBezTo>
                    <a:pt x="1" y="2717"/>
                    <a:pt x="777" y="3516"/>
                    <a:pt x="1736" y="3516"/>
                  </a:cubicBezTo>
                  <a:cubicBezTo>
                    <a:pt x="2717" y="3516"/>
                    <a:pt x="3493" y="2717"/>
                    <a:pt x="3493" y="1759"/>
                  </a:cubicBezTo>
                  <a:cubicBezTo>
                    <a:pt x="3493" y="800"/>
                    <a:pt x="2717" y="1"/>
                    <a:pt x="17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13"/>
            <p:cNvSpPr/>
            <p:nvPr/>
          </p:nvSpPr>
          <p:spPr>
            <a:xfrm>
              <a:off x="3502700" y="2585000"/>
              <a:ext cx="134700" cy="134700"/>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13"/>
            <p:cNvSpPr/>
            <p:nvPr/>
          </p:nvSpPr>
          <p:spPr>
            <a:xfrm>
              <a:off x="3526100" y="2608400"/>
              <a:ext cx="87900" cy="87900"/>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13"/>
            <p:cNvSpPr/>
            <p:nvPr/>
          </p:nvSpPr>
          <p:spPr>
            <a:xfrm>
              <a:off x="2281550" y="1156150"/>
              <a:ext cx="134700" cy="134700"/>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13"/>
            <p:cNvSpPr/>
            <p:nvPr/>
          </p:nvSpPr>
          <p:spPr>
            <a:xfrm>
              <a:off x="2304950" y="1179550"/>
              <a:ext cx="87325" cy="87900"/>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13"/>
            <p:cNvSpPr/>
            <p:nvPr/>
          </p:nvSpPr>
          <p:spPr>
            <a:xfrm>
              <a:off x="1577950" y="1004925"/>
              <a:ext cx="94750" cy="94750"/>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13"/>
            <p:cNvSpPr/>
            <p:nvPr/>
          </p:nvSpPr>
          <p:spPr>
            <a:xfrm>
              <a:off x="1595075" y="1022050"/>
              <a:ext cx="59950" cy="59950"/>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13"/>
            <p:cNvSpPr/>
            <p:nvPr/>
          </p:nvSpPr>
          <p:spPr>
            <a:xfrm>
              <a:off x="2892125" y="11704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13"/>
            <p:cNvSpPr/>
            <p:nvPr/>
          </p:nvSpPr>
          <p:spPr>
            <a:xfrm>
              <a:off x="7004675" y="1366150"/>
              <a:ext cx="106150" cy="106150"/>
            </a:xfrm>
            <a:custGeom>
              <a:avLst/>
              <a:gdLst/>
              <a:ahLst/>
              <a:cxnLst/>
              <a:rect l="l" t="t" r="r" b="b"/>
              <a:pathLst>
                <a:path w="4246" h="4246" extrusionOk="0">
                  <a:moveTo>
                    <a:pt x="2123" y="0"/>
                  </a:moveTo>
                  <a:cubicBezTo>
                    <a:pt x="936" y="0"/>
                    <a:pt x="0" y="959"/>
                    <a:pt x="0" y="2123"/>
                  </a:cubicBezTo>
                  <a:cubicBezTo>
                    <a:pt x="0" y="3310"/>
                    <a:pt x="936" y="4246"/>
                    <a:pt x="2123" y="4246"/>
                  </a:cubicBezTo>
                  <a:cubicBezTo>
                    <a:pt x="3287" y="4246"/>
                    <a:pt x="4246" y="3310"/>
                    <a:pt x="4246" y="2123"/>
                  </a:cubicBezTo>
                  <a:cubicBezTo>
                    <a:pt x="4246" y="959"/>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13"/>
            <p:cNvSpPr/>
            <p:nvPr/>
          </p:nvSpPr>
          <p:spPr>
            <a:xfrm>
              <a:off x="6446600" y="2270600"/>
              <a:ext cx="106150" cy="106150"/>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13"/>
            <p:cNvSpPr/>
            <p:nvPr/>
          </p:nvSpPr>
          <p:spPr>
            <a:xfrm>
              <a:off x="6258275" y="3300575"/>
              <a:ext cx="69650" cy="69650"/>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13"/>
            <p:cNvSpPr/>
            <p:nvPr/>
          </p:nvSpPr>
          <p:spPr>
            <a:xfrm>
              <a:off x="4746100" y="3030675"/>
              <a:ext cx="69650" cy="69075"/>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13"/>
            <p:cNvSpPr/>
            <p:nvPr/>
          </p:nvSpPr>
          <p:spPr>
            <a:xfrm>
              <a:off x="5111875" y="1378700"/>
              <a:ext cx="106175" cy="106150"/>
            </a:xfrm>
            <a:custGeom>
              <a:avLst/>
              <a:gdLst/>
              <a:ahLst/>
              <a:cxnLst/>
              <a:rect l="l" t="t" r="r" b="b"/>
              <a:pathLst>
                <a:path w="4247" h="4246" extrusionOk="0">
                  <a:moveTo>
                    <a:pt x="2124" y="0"/>
                  </a:moveTo>
                  <a:cubicBezTo>
                    <a:pt x="960" y="0"/>
                    <a:pt x="1" y="959"/>
                    <a:pt x="1" y="2123"/>
                  </a:cubicBezTo>
                  <a:cubicBezTo>
                    <a:pt x="1" y="3310"/>
                    <a:pt x="960" y="4246"/>
                    <a:pt x="2124" y="4246"/>
                  </a:cubicBezTo>
                  <a:cubicBezTo>
                    <a:pt x="3288" y="4246"/>
                    <a:pt x="4246" y="3310"/>
                    <a:pt x="4246" y="2123"/>
                  </a:cubicBezTo>
                  <a:cubicBezTo>
                    <a:pt x="4246" y="959"/>
                    <a:pt x="3288" y="0"/>
                    <a:pt x="21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13"/>
            <p:cNvSpPr/>
            <p:nvPr/>
          </p:nvSpPr>
          <p:spPr>
            <a:xfrm>
              <a:off x="5692225" y="1404950"/>
              <a:ext cx="75350" cy="74775"/>
            </a:xfrm>
            <a:custGeom>
              <a:avLst/>
              <a:gdLst/>
              <a:ahLst/>
              <a:cxnLst/>
              <a:rect l="l" t="t" r="r" b="b"/>
              <a:pathLst>
                <a:path w="3014" h="2991" extrusionOk="0">
                  <a:moveTo>
                    <a:pt x="1507" y="0"/>
                  </a:moveTo>
                  <a:cubicBezTo>
                    <a:pt x="685" y="0"/>
                    <a:pt x="0" y="662"/>
                    <a:pt x="0" y="1507"/>
                  </a:cubicBezTo>
                  <a:cubicBezTo>
                    <a:pt x="0" y="2328"/>
                    <a:pt x="685" y="2990"/>
                    <a:pt x="1507" y="2990"/>
                  </a:cubicBezTo>
                  <a:cubicBezTo>
                    <a:pt x="2328" y="2990"/>
                    <a:pt x="3013" y="2328"/>
                    <a:pt x="3013" y="1507"/>
                  </a:cubicBezTo>
                  <a:cubicBezTo>
                    <a:pt x="3013" y="662"/>
                    <a:pt x="2328"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13"/>
            <p:cNvSpPr/>
            <p:nvPr/>
          </p:nvSpPr>
          <p:spPr>
            <a:xfrm>
              <a:off x="5821750" y="1469425"/>
              <a:ext cx="79350" cy="79350"/>
            </a:xfrm>
            <a:custGeom>
              <a:avLst/>
              <a:gdLst/>
              <a:ahLst/>
              <a:cxnLst/>
              <a:rect l="l" t="t" r="r" b="b"/>
              <a:pathLst>
                <a:path w="3174" h="3174" extrusionOk="0">
                  <a:moveTo>
                    <a:pt x="1598" y="1"/>
                  </a:moveTo>
                  <a:cubicBezTo>
                    <a:pt x="708" y="1"/>
                    <a:pt x="1" y="708"/>
                    <a:pt x="1" y="1575"/>
                  </a:cubicBezTo>
                  <a:cubicBezTo>
                    <a:pt x="1" y="2466"/>
                    <a:pt x="708" y="3173"/>
                    <a:pt x="1598" y="3173"/>
                  </a:cubicBezTo>
                  <a:cubicBezTo>
                    <a:pt x="2466" y="3173"/>
                    <a:pt x="3173" y="2466"/>
                    <a:pt x="3173" y="1575"/>
                  </a:cubicBezTo>
                  <a:cubicBezTo>
                    <a:pt x="3173" y="708"/>
                    <a:pt x="2466"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13"/>
            <p:cNvSpPr/>
            <p:nvPr/>
          </p:nvSpPr>
          <p:spPr>
            <a:xfrm>
              <a:off x="3572900" y="2384150"/>
              <a:ext cx="139825" cy="139250"/>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13"/>
            <p:cNvSpPr/>
            <p:nvPr/>
          </p:nvSpPr>
          <p:spPr>
            <a:xfrm>
              <a:off x="5419450" y="2995300"/>
              <a:ext cx="139825" cy="139825"/>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13"/>
            <p:cNvSpPr/>
            <p:nvPr/>
          </p:nvSpPr>
          <p:spPr>
            <a:xfrm>
              <a:off x="3311550" y="1787275"/>
              <a:ext cx="65075" cy="65075"/>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13"/>
            <p:cNvSpPr/>
            <p:nvPr/>
          </p:nvSpPr>
          <p:spPr>
            <a:xfrm>
              <a:off x="3501550" y="1519075"/>
              <a:ext cx="143825" cy="144400"/>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13"/>
            <p:cNvSpPr/>
            <p:nvPr/>
          </p:nvSpPr>
          <p:spPr>
            <a:xfrm>
              <a:off x="3526675" y="1544750"/>
              <a:ext cx="93600" cy="93050"/>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13"/>
            <p:cNvSpPr/>
            <p:nvPr/>
          </p:nvSpPr>
          <p:spPr>
            <a:xfrm>
              <a:off x="1930050" y="1563575"/>
              <a:ext cx="106150" cy="106175"/>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13"/>
            <p:cNvSpPr/>
            <p:nvPr/>
          </p:nvSpPr>
          <p:spPr>
            <a:xfrm>
              <a:off x="1621325" y="1563575"/>
              <a:ext cx="106175" cy="106175"/>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13"/>
            <p:cNvSpPr/>
            <p:nvPr/>
          </p:nvSpPr>
          <p:spPr>
            <a:xfrm>
              <a:off x="944550" y="1765575"/>
              <a:ext cx="106175" cy="106175"/>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13"/>
            <p:cNvSpPr/>
            <p:nvPr/>
          </p:nvSpPr>
          <p:spPr>
            <a:xfrm>
              <a:off x="496050" y="13239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13"/>
            <p:cNvSpPr/>
            <p:nvPr/>
          </p:nvSpPr>
          <p:spPr>
            <a:xfrm>
              <a:off x="3168300" y="1186975"/>
              <a:ext cx="72500" cy="73050"/>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13"/>
            <p:cNvSpPr/>
            <p:nvPr/>
          </p:nvSpPr>
          <p:spPr>
            <a:xfrm>
              <a:off x="1238425" y="1362725"/>
              <a:ext cx="73075" cy="73050"/>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13"/>
            <p:cNvSpPr/>
            <p:nvPr/>
          </p:nvSpPr>
          <p:spPr>
            <a:xfrm>
              <a:off x="2281550" y="832600"/>
              <a:ext cx="2995850" cy="9725"/>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13"/>
            <p:cNvSpPr/>
            <p:nvPr/>
          </p:nvSpPr>
          <p:spPr>
            <a:xfrm>
              <a:off x="2222775" y="800650"/>
              <a:ext cx="73075" cy="73050"/>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13"/>
            <p:cNvSpPr/>
            <p:nvPr/>
          </p:nvSpPr>
          <p:spPr>
            <a:xfrm>
              <a:off x="5235725" y="800650"/>
              <a:ext cx="73050" cy="73050"/>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13"/>
            <p:cNvSpPr/>
            <p:nvPr/>
          </p:nvSpPr>
          <p:spPr>
            <a:xfrm>
              <a:off x="5732175" y="319450"/>
              <a:ext cx="1118450" cy="1117475"/>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13"/>
            <p:cNvSpPr/>
            <p:nvPr/>
          </p:nvSpPr>
          <p:spPr>
            <a:xfrm>
              <a:off x="5870250" y="381100"/>
              <a:ext cx="1118475" cy="1117450"/>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13"/>
            <p:cNvSpPr/>
            <p:nvPr/>
          </p:nvSpPr>
          <p:spPr>
            <a:xfrm>
              <a:off x="4775775" y="1974875"/>
              <a:ext cx="2300825" cy="706600"/>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13"/>
            <p:cNvSpPr/>
            <p:nvPr/>
          </p:nvSpPr>
          <p:spPr>
            <a:xfrm>
              <a:off x="3518100" y="2023500"/>
              <a:ext cx="149550" cy="93050"/>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13"/>
            <p:cNvSpPr/>
            <p:nvPr/>
          </p:nvSpPr>
          <p:spPr>
            <a:xfrm>
              <a:off x="3630525" y="2023500"/>
              <a:ext cx="148950" cy="93050"/>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13"/>
            <p:cNvSpPr/>
            <p:nvPr/>
          </p:nvSpPr>
          <p:spPr>
            <a:xfrm>
              <a:off x="3742375" y="2023500"/>
              <a:ext cx="149525" cy="93050"/>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13"/>
            <p:cNvSpPr/>
            <p:nvPr/>
          </p:nvSpPr>
          <p:spPr>
            <a:xfrm>
              <a:off x="38547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13"/>
            <p:cNvSpPr/>
            <p:nvPr/>
          </p:nvSpPr>
          <p:spPr>
            <a:xfrm>
              <a:off x="3966625" y="2023500"/>
              <a:ext cx="148950" cy="93050"/>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13"/>
            <p:cNvSpPr/>
            <p:nvPr/>
          </p:nvSpPr>
          <p:spPr>
            <a:xfrm>
              <a:off x="4078475" y="2023500"/>
              <a:ext cx="149525" cy="93050"/>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13"/>
            <p:cNvSpPr/>
            <p:nvPr/>
          </p:nvSpPr>
          <p:spPr>
            <a:xfrm>
              <a:off x="41908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13"/>
            <p:cNvSpPr/>
            <p:nvPr/>
          </p:nvSpPr>
          <p:spPr>
            <a:xfrm>
              <a:off x="4302725" y="2023500"/>
              <a:ext cx="149525" cy="93050"/>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13"/>
            <p:cNvSpPr/>
            <p:nvPr/>
          </p:nvSpPr>
          <p:spPr>
            <a:xfrm>
              <a:off x="2718075" y="2800150"/>
              <a:ext cx="276800" cy="172925"/>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13"/>
            <p:cNvSpPr/>
            <p:nvPr/>
          </p:nvSpPr>
          <p:spPr>
            <a:xfrm>
              <a:off x="2925800" y="2800150"/>
              <a:ext cx="276775" cy="172925"/>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13"/>
            <p:cNvSpPr/>
            <p:nvPr/>
          </p:nvSpPr>
          <p:spPr>
            <a:xfrm>
              <a:off x="3133500" y="2800150"/>
              <a:ext cx="276775" cy="172925"/>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13"/>
            <p:cNvSpPr/>
            <p:nvPr/>
          </p:nvSpPr>
          <p:spPr>
            <a:xfrm>
              <a:off x="3341775" y="2800150"/>
              <a:ext cx="276800" cy="172925"/>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13"/>
            <p:cNvSpPr/>
            <p:nvPr/>
          </p:nvSpPr>
          <p:spPr>
            <a:xfrm>
              <a:off x="3549500" y="2800150"/>
              <a:ext cx="276775" cy="172925"/>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13"/>
            <p:cNvSpPr/>
            <p:nvPr/>
          </p:nvSpPr>
          <p:spPr>
            <a:xfrm>
              <a:off x="3757200" y="2800150"/>
              <a:ext cx="276775" cy="172925"/>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13"/>
            <p:cNvSpPr/>
            <p:nvPr/>
          </p:nvSpPr>
          <p:spPr>
            <a:xfrm>
              <a:off x="61139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13"/>
            <p:cNvSpPr/>
            <p:nvPr/>
          </p:nvSpPr>
          <p:spPr>
            <a:xfrm>
              <a:off x="5906200" y="435450"/>
              <a:ext cx="276800" cy="172925"/>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13"/>
            <p:cNvSpPr/>
            <p:nvPr/>
          </p:nvSpPr>
          <p:spPr>
            <a:xfrm>
              <a:off x="5698500" y="435450"/>
              <a:ext cx="276775" cy="172925"/>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13"/>
            <p:cNvSpPr/>
            <p:nvPr/>
          </p:nvSpPr>
          <p:spPr>
            <a:xfrm>
              <a:off x="54902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13"/>
            <p:cNvSpPr/>
            <p:nvPr/>
          </p:nvSpPr>
          <p:spPr>
            <a:xfrm>
              <a:off x="5282500" y="435450"/>
              <a:ext cx="276775" cy="172925"/>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13"/>
            <p:cNvSpPr/>
            <p:nvPr/>
          </p:nvSpPr>
          <p:spPr>
            <a:xfrm>
              <a:off x="5074800" y="435450"/>
              <a:ext cx="276775" cy="172925"/>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13"/>
            <p:cNvSpPr/>
            <p:nvPr/>
          </p:nvSpPr>
          <p:spPr>
            <a:xfrm>
              <a:off x="4867075" y="435450"/>
              <a:ext cx="276800" cy="172925"/>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13"/>
            <p:cNvSpPr/>
            <p:nvPr/>
          </p:nvSpPr>
          <p:spPr>
            <a:xfrm>
              <a:off x="4658800" y="435450"/>
              <a:ext cx="276775" cy="172925"/>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13"/>
            <p:cNvSpPr/>
            <p:nvPr/>
          </p:nvSpPr>
          <p:spPr>
            <a:xfrm>
              <a:off x="4853400"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13"/>
            <p:cNvSpPr/>
            <p:nvPr/>
          </p:nvSpPr>
          <p:spPr>
            <a:xfrm>
              <a:off x="4940700"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13"/>
            <p:cNvSpPr/>
            <p:nvPr/>
          </p:nvSpPr>
          <p:spPr>
            <a:xfrm>
              <a:off x="5028000"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13"/>
            <p:cNvSpPr/>
            <p:nvPr/>
          </p:nvSpPr>
          <p:spPr>
            <a:xfrm>
              <a:off x="5115300" y="927325"/>
              <a:ext cx="143825" cy="155250"/>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13"/>
            <p:cNvSpPr/>
            <p:nvPr/>
          </p:nvSpPr>
          <p:spPr>
            <a:xfrm>
              <a:off x="5202625" y="927325"/>
              <a:ext cx="143825" cy="155250"/>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13"/>
            <p:cNvSpPr/>
            <p:nvPr/>
          </p:nvSpPr>
          <p:spPr>
            <a:xfrm>
              <a:off x="5289925" y="927325"/>
              <a:ext cx="143825" cy="155250"/>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13"/>
            <p:cNvSpPr/>
            <p:nvPr/>
          </p:nvSpPr>
          <p:spPr>
            <a:xfrm>
              <a:off x="5377225" y="927325"/>
              <a:ext cx="143825" cy="155250"/>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13"/>
            <p:cNvSpPr/>
            <p:nvPr/>
          </p:nvSpPr>
          <p:spPr>
            <a:xfrm>
              <a:off x="5465100" y="927325"/>
              <a:ext cx="143250" cy="155250"/>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13"/>
            <p:cNvSpPr/>
            <p:nvPr/>
          </p:nvSpPr>
          <p:spPr>
            <a:xfrm>
              <a:off x="5552425"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13"/>
            <p:cNvSpPr/>
            <p:nvPr/>
          </p:nvSpPr>
          <p:spPr>
            <a:xfrm>
              <a:off x="5639725"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13"/>
            <p:cNvSpPr/>
            <p:nvPr/>
          </p:nvSpPr>
          <p:spPr>
            <a:xfrm>
              <a:off x="5727025"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3" name="Google Shape;1043;p13"/>
          <p:cNvGrpSpPr/>
          <p:nvPr/>
        </p:nvGrpSpPr>
        <p:grpSpPr>
          <a:xfrm>
            <a:off x="8757750" y="2728975"/>
            <a:ext cx="1552150" cy="3475150"/>
            <a:chOff x="327125" y="2375600"/>
            <a:chExt cx="1552150" cy="3475150"/>
          </a:xfrm>
        </p:grpSpPr>
        <p:sp>
          <p:nvSpPr>
            <p:cNvPr id="1044" name="Google Shape;1044;p13"/>
            <p:cNvSpPr/>
            <p:nvPr/>
          </p:nvSpPr>
          <p:spPr>
            <a:xfrm>
              <a:off x="531425" y="2394425"/>
              <a:ext cx="115850" cy="3456325"/>
            </a:xfrm>
            <a:custGeom>
              <a:avLst/>
              <a:gdLst/>
              <a:ahLst/>
              <a:cxnLst/>
              <a:rect l="l" t="t" r="r" b="b"/>
              <a:pathLst>
                <a:path w="4634" h="138253" fill="none" extrusionOk="0">
                  <a:moveTo>
                    <a:pt x="3150" y="138253"/>
                  </a:moveTo>
                  <a:lnTo>
                    <a:pt x="3150" y="54872"/>
                  </a:lnTo>
                  <a:lnTo>
                    <a:pt x="0" y="51722"/>
                  </a:lnTo>
                  <a:lnTo>
                    <a:pt x="0" y="28714"/>
                  </a:lnTo>
                  <a:lnTo>
                    <a:pt x="4634" y="24058"/>
                  </a:lnTo>
                  <a:lnTo>
                    <a:pt x="463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13"/>
            <p:cNvSpPr/>
            <p:nvPr/>
          </p:nvSpPr>
          <p:spPr>
            <a:xfrm>
              <a:off x="627275" y="2375600"/>
              <a:ext cx="39975" cy="39950"/>
            </a:xfrm>
            <a:custGeom>
              <a:avLst/>
              <a:gdLst/>
              <a:ahLst/>
              <a:cxnLst/>
              <a:rect l="l" t="t" r="r" b="b"/>
              <a:pathLst>
                <a:path w="1599" h="1598" extrusionOk="0">
                  <a:moveTo>
                    <a:pt x="800" y="0"/>
                  </a:moveTo>
                  <a:cubicBezTo>
                    <a:pt x="366" y="0"/>
                    <a:pt x="1" y="365"/>
                    <a:pt x="1" y="799"/>
                  </a:cubicBezTo>
                  <a:cubicBezTo>
                    <a:pt x="1" y="1233"/>
                    <a:pt x="366" y="1598"/>
                    <a:pt x="800" y="1598"/>
                  </a:cubicBezTo>
                  <a:cubicBezTo>
                    <a:pt x="1256" y="1598"/>
                    <a:pt x="1599" y="1233"/>
                    <a:pt x="1599" y="799"/>
                  </a:cubicBezTo>
                  <a:cubicBezTo>
                    <a:pt x="1599" y="365"/>
                    <a:pt x="1256"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13"/>
            <p:cNvSpPr/>
            <p:nvPr/>
          </p:nvSpPr>
          <p:spPr>
            <a:xfrm>
              <a:off x="347100" y="2923975"/>
              <a:ext cx="112450" cy="2344175"/>
            </a:xfrm>
            <a:custGeom>
              <a:avLst/>
              <a:gdLst/>
              <a:ahLst/>
              <a:cxnLst/>
              <a:rect l="l" t="t" r="r" b="b"/>
              <a:pathLst>
                <a:path w="4498" h="93767" fill="none" extrusionOk="0">
                  <a:moveTo>
                    <a:pt x="4497" y="93766"/>
                  </a:moveTo>
                  <a:lnTo>
                    <a:pt x="4497" y="50855"/>
                  </a:lnTo>
                  <a:lnTo>
                    <a:pt x="1" y="46358"/>
                  </a:ln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13"/>
            <p:cNvSpPr/>
            <p:nvPr/>
          </p:nvSpPr>
          <p:spPr>
            <a:xfrm>
              <a:off x="327125" y="2904575"/>
              <a:ext cx="39975" cy="39950"/>
            </a:xfrm>
            <a:custGeom>
              <a:avLst/>
              <a:gdLst/>
              <a:ahLst/>
              <a:cxnLst/>
              <a:rect l="l" t="t" r="r" b="b"/>
              <a:pathLst>
                <a:path w="1599" h="1598" extrusionOk="0">
                  <a:moveTo>
                    <a:pt x="800" y="0"/>
                  </a:moveTo>
                  <a:cubicBezTo>
                    <a:pt x="366" y="0"/>
                    <a:pt x="1" y="365"/>
                    <a:pt x="1" y="799"/>
                  </a:cubicBezTo>
                  <a:cubicBezTo>
                    <a:pt x="1" y="1255"/>
                    <a:pt x="366" y="1598"/>
                    <a:pt x="800" y="1598"/>
                  </a:cubicBezTo>
                  <a:cubicBezTo>
                    <a:pt x="1233" y="1598"/>
                    <a:pt x="1599" y="1255"/>
                    <a:pt x="1599" y="799"/>
                  </a:cubicBezTo>
                  <a:cubicBezTo>
                    <a:pt x="1599" y="365"/>
                    <a:pt x="1233"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13"/>
            <p:cNvSpPr/>
            <p:nvPr/>
          </p:nvSpPr>
          <p:spPr>
            <a:xfrm>
              <a:off x="347100" y="2676875"/>
              <a:ext cx="192900" cy="374375"/>
            </a:xfrm>
            <a:custGeom>
              <a:avLst/>
              <a:gdLst/>
              <a:ahLst/>
              <a:cxnLst/>
              <a:rect l="l" t="t" r="r" b="b"/>
              <a:pathLst>
                <a:path w="7716" h="14975" fill="none" extrusionOk="0">
                  <a:moveTo>
                    <a:pt x="1" y="14974"/>
                  </a:moveTo>
                  <a:lnTo>
                    <a:pt x="7716" y="7259"/>
                  </a:lnTo>
                  <a:lnTo>
                    <a:pt x="7716"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13"/>
            <p:cNvSpPr/>
            <p:nvPr/>
          </p:nvSpPr>
          <p:spPr>
            <a:xfrm>
              <a:off x="520000" y="2658050"/>
              <a:ext cx="39975" cy="3997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13"/>
            <p:cNvSpPr/>
            <p:nvPr/>
          </p:nvSpPr>
          <p:spPr>
            <a:xfrm>
              <a:off x="347100" y="4357400"/>
              <a:ext cx="25" cy="971225"/>
            </a:xfrm>
            <a:custGeom>
              <a:avLst/>
              <a:gdLst/>
              <a:ahLst/>
              <a:cxnLst/>
              <a:rect l="l" t="t" r="r" b="b"/>
              <a:pathLst>
                <a:path w="1" h="38849" fill="none" extrusionOk="0">
                  <a:moveTo>
                    <a:pt x="1" y="38849"/>
                  </a:move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13"/>
            <p:cNvSpPr/>
            <p:nvPr/>
          </p:nvSpPr>
          <p:spPr>
            <a:xfrm>
              <a:off x="327125" y="433855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33" y="1599"/>
                    <a:pt x="1599" y="1234"/>
                    <a:pt x="1599" y="800"/>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13"/>
            <p:cNvSpPr/>
            <p:nvPr/>
          </p:nvSpPr>
          <p:spPr>
            <a:xfrm>
              <a:off x="690625" y="3227550"/>
              <a:ext cx="172925" cy="2083400"/>
            </a:xfrm>
            <a:custGeom>
              <a:avLst/>
              <a:gdLst/>
              <a:ahLst/>
              <a:cxnLst/>
              <a:rect l="l" t="t" r="r" b="b"/>
              <a:pathLst>
                <a:path w="6917" h="83336" fill="none" extrusionOk="0">
                  <a:moveTo>
                    <a:pt x="6917" y="83335"/>
                  </a:moveTo>
                  <a:lnTo>
                    <a:pt x="0" y="76396"/>
                  </a:lnTo>
                  <a:lnTo>
                    <a:pt x="0" y="15841"/>
                  </a:lnTo>
                  <a:lnTo>
                    <a:pt x="4954" y="10865"/>
                  </a:lnTo>
                  <a:lnTo>
                    <a:pt x="495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13"/>
            <p:cNvSpPr/>
            <p:nvPr/>
          </p:nvSpPr>
          <p:spPr>
            <a:xfrm>
              <a:off x="794475" y="320870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56" y="1599"/>
                    <a:pt x="1598" y="1234"/>
                    <a:pt x="1598" y="800"/>
                  </a:cubicBezTo>
                  <a:cubicBezTo>
                    <a:pt x="1598" y="343"/>
                    <a:pt x="1256"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13"/>
            <p:cNvSpPr/>
            <p:nvPr/>
          </p:nvSpPr>
          <p:spPr>
            <a:xfrm>
              <a:off x="776800" y="3899750"/>
              <a:ext cx="25" cy="1084800"/>
            </a:xfrm>
            <a:custGeom>
              <a:avLst/>
              <a:gdLst/>
              <a:ahLst/>
              <a:cxnLst/>
              <a:rect l="l" t="t" r="r" b="b"/>
              <a:pathLst>
                <a:path w="1" h="43392" fill="none" extrusionOk="0">
                  <a:moveTo>
                    <a:pt x="0" y="43391"/>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13"/>
            <p:cNvSpPr/>
            <p:nvPr/>
          </p:nvSpPr>
          <p:spPr>
            <a:xfrm>
              <a:off x="756825" y="4963400"/>
              <a:ext cx="40525" cy="39975"/>
            </a:xfrm>
            <a:custGeom>
              <a:avLst/>
              <a:gdLst/>
              <a:ahLst/>
              <a:cxnLst/>
              <a:rect l="l" t="t" r="r" b="b"/>
              <a:pathLst>
                <a:path w="1621" h="1599" extrusionOk="0">
                  <a:moveTo>
                    <a:pt x="799" y="1"/>
                  </a:moveTo>
                  <a:cubicBezTo>
                    <a:pt x="365" y="1"/>
                    <a:pt x="0" y="366"/>
                    <a:pt x="0" y="800"/>
                  </a:cubicBezTo>
                  <a:cubicBezTo>
                    <a:pt x="0" y="1233"/>
                    <a:pt x="365" y="1598"/>
                    <a:pt x="799" y="1598"/>
                  </a:cubicBezTo>
                  <a:cubicBezTo>
                    <a:pt x="1256" y="1598"/>
                    <a:pt x="1621" y="1233"/>
                    <a:pt x="1621" y="800"/>
                  </a:cubicBezTo>
                  <a:cubicBezTo>
                    <a:pt x="1621" y="366"/>
                    <a:pt x="1256"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13"/>
            <p:cNvSpPr/>
            <p:nvPr/>
          </p:nvSpPr>
          <p:spPr>
            <a:xfrm>
              <a:off x="756825" y="3880925"/>
              <a:ext cx="40525" cy="39950"/>
            </a:xfrm>
            <a:custGeom>
              <a:avLst/>
              <a:gdLst/>
              <a:ahLst/>
              <a:cxnLst/>
              <a:rect l="l" t="t" r="r" b="b"/>
              <a:pathLst>
                <a:path w="1621" h="1598" extrusionOk="0">
                  <a:moveTo>
                    <a:pt x="799" y="0"/>
                  </a:moveTo>
                  <a:cubicBezTo>
                    <a:pt x="365" y="0"/>
                    <a:pt x="0" y="342"/>
                    <a:pt x="0" y="799"/>
                  </a:cubicBezTo>
                  <a:cubicBezTo>
                    <a:pt x="0" y="1233"/>
                    <a:pt x="365" y="1598"/>
                    <a:pt x="799" y="1598"/>
                  </a:cubicBezTo>
                  <a:cubicBezTo>
                    <a:pt x="1256" y="1598"/>
                    <a:pt x="1621" y="1233"/>
                    <a:pt x="1621" y="799"/>
                  </a:cubicBezTo>
                  <a:cubicBezTo>
                    <a:pt x="1621" y="342"/>
                    <a:pt x="1256"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13"/>
            <p:cNvSpPr/>
            <p:nvPr/>
          </p:nvSpPr>
          <p:spPr>
            <a:xfrm>
              <a:off x="861250" y="3692600"/>
              <a:ext cx="445675" cy="1618350"/>
            </a:xfrm>
            <a:custGeom>
              <a:avLst/>
              <a:gdLst/>
              <a:ahLst/>
              <a:cxnLst/>
              <a:rect l="l" t="t" r="r" b="b"/>
              <a:pathLst>
                <a:path w="17827" h="64734" fill="none" extrusionOk="0">
                  <a:moveTo>
                    <a:pt x="17827" y="64733"/>
                  </a:moveTo>
                  <a:lnTo>
                    <a:pt x="4314" y="51221"/>
                  </a:lnTo>
                  <a:lnTo>
                    <a:pt x="4314" y="28258"/>
                  </a:lnTo>
                  <a:lnTo>
                    <a:pt x="0" y="23944"/>
                  </a:lnTo>
                  <a:lnTo>
                    <a:pt x="0"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13"/>
            <p:cNvSpPr/>
            <p:nvPr/>
          </p:nvSpPr>
          <p:spPr>
            <a:xfrm>
              <a:off x="841275" y="3673200"/>
              <a:ext cx="39975" cy="40550"/>
            </a:xfrm>
            <a:custGeom>
              <a:avLst/>
              <a:gdLst/>
              <a:ahLst/>
              <a:cxnLst/>
              <a:rect l="l" t="t" r="r" b="b"/>
              <a:pathLst>
                <a:path w="1599" h="1622" extrusionOk="0">
                  <a:moveTo>
                    <a:pt x="799" y="1"/>
                  </a:moveTo>
                  <a:cubicBezTo>
                    <a:pt x="343" y="1"/>
                    <a:pt x="0" y="366"/>
                    <a:pt x="0" y="800"/>
                  </a:cubicBezTo>
                  <a:cubicBezTo>
                    <a:pt x="0" y="1256"/>
                    <a:pt x="343" y="1621"/>
                    <a:pt x="799" y="1621"/>
                  </a:cubicBezTo>
                  <a:cubicBezTo>
                    <a:pt x="1233" y="1621"/>
                    <a:pt x="1598" y="1256"/>
                    <a:pt x="1598" y="800"/>
                  </a:cubicBezTo>
                  <a:cubicBezTo>
                    <a:pt x="1598" y="366"/>
                    <a:pt x="1233"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13"/>
            <p:cNvSpPr/>
            <p:nvPr/>
          </p:nvSpPr>
          <p:spPr>
            <a:xfrm>
              <a:off x="969100" y="4182200"/>
              <a:ext cx="174625" cy="556975"/>
            </a:xfrm>
            <a:custGeom>
              <a:avLst/>
              <a:gdLst/>
              <a:ahLst/>
              <a:cxnLst/>
              <a:rect l="l" t="t" r="r" b="b"/>
              <a:pathLst>
                <a:path w="6985" h="22279" fill="none" extrusionOk="0">
                  <a:moveTo>
                    <a:pt x="0" y="22278"/>
                  </a:moveTo>
                  <a:lnTo>
                    <a:pt x="6985" y="15294"/>
                  </a:lnTo>
                  <a:lnTo>
                    <a:pt x="6985"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13"/>
            <p:cNvSpPr/>
            <p:nvPr/>
          </p:nvSpPr>
          <p:spPr>
            <a:xfrm>
              <a:off x="1123725" y="4163375"/>
              <a:ext cx="39975" cy="39975"/>
            </a:xfrm>
            <a:custGeom>
              <a:avLst/>
              <a:gdLst/>
              <a:ahLst/>
              <a:cxnLst/>
              <a:rect l="l" t="t" r="r" b="b"/>
              <a:pathLst>
                <a:path w="1599" h="1599" extrusionOk="0">
                  <a:moveTo>
                    <a:pt x="800" y="1"/>
                  </a:moveTo>
                  <a:cubicBezTo>
                    <a:pt x="343" y="1"/>
                    <a:pt x="1" y="343"/>
                    <a:pt x="1" y="799"/>
                  </a:cubicBezTo>
                  <a:cubicBezTo>
                    <a:pt x="1" y="1233"/>
                    <a:pt x="343" y="1598"/>
                    <a:pt x="800" y="1598"/>
                  </a:cubicBezTo>
                  <a:cubicBezTo>
                    <a:pt x="1233" y="1598"/>
                    <a:pt x="1599" y="1233"/>
                    <a:pt x="1599" y="799"/>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13"/>
            <p:cNvSpPr/>
            <p:nvPr/>
          </p:nvSpPr>
          <p:spPr>
            <a:xfrm>
              <a:off x="1393075" y="4882950"/>
              <a:ext cx="25" cy="428000"/>
            </a:xfrm>
            <a:custGeom>
              <a:avLst/>
              <a:gdLst/>
              <a:ahLst/>
              <a:cxnLst/>
              <a:rect l="l" t="t" r="r" b="b"/>
              <a:pathLst>
                <a:path w="1" h="17120" fill="none" extrusionOk="0">
                  <a:moveTo>
                    <a:pt x="0" y="17119"/>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13"/>
            <p:cNvSpPr/>
            <p:nvPr/>
          </p:nvSpPr>
          <p:spPr>
            <a:xfrm>
              <a:off x="1373100" y="4864125"/>
              <a:ext cx="39975" cy="39950"/>
            </a:xfrm>
            <a:custGeom>
              <a:avLst/>
              <a:gdLst/>
              <a:ahLst/>
              <a:cxnLst/>
              <a:rect l="l" t="t" r="r" b="b"/>
              <a:pathLst>
                <a:path w="1599" h="1598" extrusionOk="0">
                  <a:moveTo>
                    <a:pt x="799" y="0"/>
                  </a:moveTo>
                  <a:cubicBezTo>
                    <a:pt x="343" y="0"/>
                    <a:pt x="1" y="365"/>
                    <a:pt x="1" y="799"/>
                  </a:cubicBezTo>
                  <a:cubicBezTo>
                    <a:pt x="1" y="1233"/>
                    <a:pt x="343" y="1598"/>
                    <a:pt x="799" y="1598"/>
                  </a:cubicBezTo>
                  <a:cubicBezTo>
                    <a:pt x="1233" y="1598"/>
                    <a:pt x="1598" y="1233"/>
                    <a:pt x="1598" y="799"/>
                  </a:cubicBezTo>
                  <a:cubicBezTo>
                    <a:pt x="1598" y="365"/>
                    <a:pt x="1233"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13"/>
            <p:cNvSpPr/>
            <p:nvPr/>
          </p:nvSpPr>
          <p:spPr>
            <a:xfrm>
              <a:off x="1714900" y="4922900"/>
              <a:ext cx="164375" cy="388050"/>
            </a:xfrm>
            <a:custGeom>
              <a:avLst/>
              <a:gdLst/>
              <a:ahLst/>
              <a:cxnLst/>
              <a:rect l="l" t="t" r="r" b="b"/>
              <a:pathLst>
                <a:path w="6575" h="15522" fill="none" extrusionOk="0">
                  <a:moveTo>
                    <a:pt x="6575" y="15521"/>
                  </a:moveTo>
                  <a:lnTo>
                    <a:pt x="6575" y="6574"/>
                  </a:ln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13"/>
            <p:cNvSpPr/>
            <p:nvPr/>
          </p:nvSpPr>
          <p:spPr>
            <a:xfrm>
              <a:off x="1693800" y="4903475"/>
              <a:ext cx="43950" cy="40275"/>
            </a:xfrm>
            <a:custGeom>
              <a:avLst/>
              <a:gdLst/>
              <a:ahLst/>
              <a:cxnLst/>
              <a:rect l="l" t="t" r="r" b="b"/>
              <a:pathLst>
                <a:path w="1758" h="1611" extrusionOk="0">
                  <a:moveTo>
                    <a:pt x="868" y="1"/>
                  </a:moveTo>
                  <a:cubicBezTo>
                    <a:pt x="662" y="1"/>
                    <a:pt x="457" y="92"/>
                    <a:pt x="297" y="252"/>
                  </a:cubicBezTo>
                  <a:cubicBezTo>
                    <a:pt x="0" y="549"/>
                    <a:pt x="0" y="1074"/>
                    <a:pt x="297" y="1370"/>
                  </a:cubicBezTo>
                  <a:cubicBezTo>
                    <a:pt x="457" y="1530"/>
                    <a:pt x="662" y="1610"/>
                    <a:pt x="868" y="1610"/>
                  </a:cubicBezTo>
                  <a:cubicBezTo>
                    <a:pt x="1073" y="1610"/>
                    <a:pt x="1279" y="1530"/>
                    <a:pt x="1438" y="1370"/>
                  </a:cubicBezTo>
                  <a:cubicBezTo>
                    <a:pt x="1758" y="1074"/>
                    <a:pt x="1758" y="549"/>
                    <a:pt x="1438" y="252"/>
                  </a:cubicBezTo>
                  <a:cubicBezTo>
                    <a:pt x="1279" y="92"/>
                    <a:pt x="1073" y="1"/>
                    <a:pt x="86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5" name="Google Shape;1065;p13"/>
          <p:cNvSpPr txBox="1">
            <a:spLocks noGrp="1"/>
          </p:cNvSpPr>
          <p:nvPr>
            <p:ph type="title"/>
          </p:nvPr>
        </p:nvSpPr>
        <p:spPr>
          <a:xfrm>
            <a:off x="720000" y="461875"/>
            <a:ext cx="7704000" cy="488400"/>
          </a:xfrm>
          <a:prstGeom prst="rect">
            <a:avLst/>
          </a:prstGeom>
        </p:spPr>
        <p:txBody>
          <a:bodyPr spcFirstLastPara="1" wrap="square" lIns="0" tIns="0" rIns="0" bIns="0" anchor="t" anchorCtr="0">
            <a:noAutofit/>
          </a:bodyPr>
          <a:lstStyle>
            <a:lvl1pPr lvl="0" rtl="0">
              <a:spcBef>
                <a:spcPts val="0"/>
              </a:spcBef>
              <a:spcAft>
                <a:spcPts val="0"/>
              </a:spcAft>
              <a:buSzPts val="3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66" name="Google Shape;1066;p13"/>
          <p:cNvSpPr txBox="1">
            <a:spLocks noGrp="1"/>
          </p:cNvSpPr>
          <p:nvPr>
            <p:ph type="subTitle" idx="1"/>
          </p:nvPr>
        </p:nvSpPr>
        <p:spPr>
          <a:xfrm>
            <a:off x="719988" y="3728592"/>
            <a:ext cx="1751700" cy="645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067" name="Google Shape;1067;p13"/>
          <p:cNvSpPr txBox="1">
            <a:spLocks noGrp="1"/>
          </p:cNvSpPr>
          <p:nvPr>
            <p:ph type="title" idx="2"/>
          </p:nvPr>
        </p:nvSpPr>
        <p:spPr>
          <a:xfrm>
            <a:off x="720000" y="2868050"/>
            <a:ext cx="1466700" cy="645300"/>
          </a:xfrm>
          <a:prstGeom prst="rect">
            <a:avLst/>
          </a:prstGeom>
        </p:spPr>
        <p:txBody>
          <a:bodyPr spcFirstLastPara="1" wrap="square" lIns="0" tIns="0" rIns="0" bIns="0" anchor="ctr" anchorCtr="0">
            <a:noAutofit/>
          </a:bodyPr>
          <a:lstStyle>
            <a:lvl1pPr lvl="0" algn="l"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68" name="Google Shape;1068;p13"/>
          <p:cNvSpPr txBox="1">
            <a:spLocks noGrp="1"/>
          </p:cNvSpPr>
          <p:nvPr>
            <p:ph type="title" idx="3" hasCustomPrompt="1"/>
          </p:nvPr>
        </p:nvSpPr>
        <p:spPr>
          <a:xfrm>
            <a:off x="878350" y="1766925"/>
            <a:ext cx="584700" cy="585300"/>
          </a:xfrm>
          <a:prstGeom prst="rect">
            <a:avLst/>
          </a:prstGeom>
        </p:spPr>
        <p:txBody>
          <a:bodyPr spcFirstLastPara="1" wrap="square" lIns="0" tIns="0" rIns="0" bIns="0" anchor="ctr" anchorCtr="0">
            <a:noAutofit/>
          </a:bodyPr>
          <a:lstStyle>
            <a:lvl1pPr lvl="0" algn="ctr" rtl="0">
              <a:spcBef>
                <a:spcPts val="0"/>
              </a:spcBef>
              <a:spcAft>
                <a:spcPts val="0"/>
              </a:spcAft>
              <a:buSzPts val="3000"/>
              <a:buNone/>
              <a:defRPr>
                <a:solidFill>
                  <a:schemeClr val="dk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069" name="Google Shape;1069;p13"/>
          <p:cNvSpPr txBox="1">
            <a:spLocks noGrp="1"/>
          </p:cNvSpPr>
          <p:nvPr>
            <p:ph type="subTitle" idx="4"/>
          </p:nvPr>
        </p:nvSpPr>
        <p:spPr>
          <a:xfrm>
            <a:off x="3666713" y="3728575"/>
            <a:ext cx="1751700" cy="645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070" name="Google Shape;1070;p13"/>
          <p:cNvSpPr txBox="1">
            <a:spLocks noGrp="1"/>
          </p:cNvSpPr>
          <p:nvPr>
            <p:ph type="title" idx="5"/>
          </p:nvPr>
        </p:nvSpPr>
        <p:spPr>
          <a:xfrm>
            <a:off x="3666725" y="2868050"/>
            <a:ext cx="1422000" cy="645300"/>
          </a:xfrm>
          <a:prstGeom prst="rect">
            <a:avLst/>
          </a:prstGeom>
        </p:spPr>
        <p:txBody>
          <a:bodyPr spcFirstLastPara="1" wrap="square" lIns="0" tIns="0" rIns="0" bIns="0" anchor="ctr" anchorCtr="0">
            <a:noAutofit/>
          </a:bodyPr>
          <a:lstStyle>
            <a:lvl1pPr lvl="0" algn="l"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71" name="Google Shape;1071;p13"/>
          <p:cNvSpPr txBox="1">
            <a:spLocks noGrp="1"/>
          </p:cNvSpPr>
          <p:nvPr>
            <p:ph type="title" idx="6" hasCustomPrompt="1"/>
          </p:nvPr>
        </p:nvSpPr>
        <p:spPr>
          <a:xfrm>
            <a:off x="3828350" y="1766950"/>
            <a:ext cx="584700" cy="585300"/>
          </a:xfrm>
          <a:prstGeom prst="rect">
            <a:avLst/>
          </a:prstGeom>
        </p:spPr>
        <p:txBody>
          <a:bodyPr spcFirstLastPara="1" wrap="square" lIns="0" tIns="0" rIns="0" bIns="0" anchor="ctr" anchorCtr="0">
            <a:noAutofit/>
          </a:bodyPr>
          <a:lstStyle>
            <a:lvl1pPr lvl="0" algn="ctr" rtl="0">
              <a:spcBef>
                <a:spcPts val="0"/>
              </a:spcBef>
              <a:spcAft>
                <a:spcPts val="0"/>
              </a:spcAft>
              <a:buSzPts val="3000"/>
              <a:buNone/>
              <a:defRPr>
                <a:solidFill>
                  <a:schemeClr val="dk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072" name="Google Shape;1072;p13"/>
          <p:cNvSpPr txBox="1">
            <a:spLocks noGrp="1"/>
          </p:cNvSpPr>
          <p:nvPr>
            <p:ph type="subTitle" idx="7"/>
          </p:nvPr>
        </p:nvSpPr>
        <p:spPr>
          <a:xfrm>
            <a:off x="6672288" y="3728575"/>
            <a:ext cx="1751700" cy="645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073" name="Google Shape;1073;p13"/>
          <p:cNvSpPr txBox="1">
            <a:spLocks noGrp="1"/>
          </p:cNvSpPr>
          <p:nvPr>
            <p:ph type="title" idx="8"/>
          </p:nvPr>
        </p:nvSpPr>
        <p:spPr>
          <a:xfrm>
            <a:off x="6672300" y="2868050"/>
            <a:ext cx="1368300" cy="645300"/>
          </a:xfrm>
          <a:prstGeom prst="rect">
            <a:avLst/>
          </a:prstGeom>
        </p:spPr>
        <p:txBody>
          <a:bodyPr spcFirstLastPara="1" wrap="square" lIns="0" tIns="0" rIns="0" bIns="0" anchor="ctr" anchorCtr="0">
            <a:noAutofit/>
          </a:bodyPr>
          <a:lstStyle>
            <a:lvl1pPr lvl="0" algn="l"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74" name="Google Shape;1074;p13"/>
          <p:cNvSpPr txBox="1">
            <a:spLocks noGrp="1"/>
          </p:cNvSpPr>
          <p:nvPr>
            <p:ph type="title" idx="9" hasCustomPrompt="1"/>
          </p:nvPr>
        </p:nvSpPr>
        <p:spPr>
          <a:xfrm>
            <a:off x="6832500" y="1766950"/>
            <a:ext cx="584700" cy="585300"/>
          </a:xfrm>
          <a:prstGeom prst="rect">
            <a:avLst/>
          </a:prstGeom>
        </p:spPr>
        <p:txBody>
          <a:bodyPr spcFirstLastPara="1" wrap="square" lIns="0" tIns="0" rIns="0" bIns="0" anchor="ctr" anchorCtr="0">
            <a:noAutofit/>
          </a:bodyPr>
          <a:lstStyle>
            <a:lvl1pPr lvl="0" algn="ctr" rtl="0">
              <a:spcBef>
                <a:spcPts val="0"/>
              </a:spcBef>
              <a:spcAft>
                <a:spcPts val="0"/>
              </a:spcAft>
              <a:buSzPts val="3000"/>
              <a:buNone/>
              <a:defRPr>
                <a:solidFill>
                  <a:schemeClr val="dk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075" name="Google Shape;1075;p13"/>
          <p:cNvSpPr/>
          <p:nvPr/>
        </p:nvSpPr>
        <p:spPr>
          <a:xfrm rot="5400000">
            <a:off x="500408" y="-71091"/>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13"/>
          <p:cNvSpPr/>
          <p:nvPr/>
        </p:nvSpPr>
        <p:spPr>
          <a:xfrm rot="5400000">
            <a:off x="501950" y="75727"/>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13"/>
          <p:cNvSpPr/>
          <p:nvPr/>
        </p:nvSpPr>
        <p:spPr>
          <a:xfrm rot="5400000">
            <a:off x="500408" y="222546"/>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13"/>
          <p:cNvSpPr/>
          <p:nvPr/>
        </p:nvSpPr>
        <p:spPr>
          <a:xfrm rot="5400000">
            <a:off x="501950" y="369365"/>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13"/>
          <p:cNvSpPr/>
          <p:nvPr/>
        </p:nvSpPr>
        <p:spPr>
          <a:xfrm rot="5400000">
            <a:off x="500408" y="516183"/>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13"/>
          <p:cNvSpPr/>
          <p:nvPr/>
        </p:nvSpPr>
        <p:spPr>
          <a:xfrm rot="5400000">
            <a:off x="501950" y="663002"/>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1">
  <p:cSld name="CUSTOM_1">
    <p:spTree>
      <p:nvGrpSpPr>
        <p:cNvPr id="1" name="Shape 1081"/>
        <p:cNvGrpSpPr/>
        <p:nvPr/>
      </p:nvGrpSpPr>
      <p:grpSpPr>
        <a:xfrm>
          <a:off x="0" y="0"/>
          <a:ext cx="0" cy="0"/>
          <a:chOff x="0" y="0"/>
          <a:chExt cx="0" cy="0"/>
        </a:xfrm>
      </p:grpSpPr>
      <p:cxnSp>
        <p:nvCxnSpPr>
          <p:cNvPr id="1082" name="Google Shape;1082;p14"/>
          <p:cNvCxnSpPr/>
          <p:nvPr/>
        </p:nvCxnSpPr>
        <p:spPr>
          <a:xfrm>
            <a:off x="-13375" y="2030650"/>
            <a:ext cx="473400" cy="0"/>
          </a:xfrm>
          <a:prstGeom prst="straightConnector1">
            <a:avLst/>
          </a:prstGeom>
          <a:noFill/>
          <a:ln w="9525" cap="flat" cmpd="sng">
            <a:solidFill>
              <a:schemeClr val="dk2"/>
            </a:solidFill>
            <a:prstDash val="solid"/>
            <a:round/>
            <a:headEnd type="none" w="med" len="med"/>
            <a:tailEnd type="none" w="med" len="med"/>
          </a:ln>
        </p:spPr>
      </p:cxnSp>
      <p:grpSp>
        <p:nvGrpSpPr>
          <p:cNvPr id="1083" name="Google Shape;1083;p14"/>
          <p:cNvGrpSpPr/>
          <p:nvPr/>
        </p:nvGrpSpPr>
        <p:grpSpPr>
          <a:xfrm>
            <a:off x="392675" y="1621008"/>
            <a:ext cx="3009700" cy="1564192"/>
            <a:chOff x="392675" y="1513033"/>
            <a:chExt cx="3009700" cy="1564192"/>
          </a:xfrm>
        </p:grpSpPr>
        <p:sp>
          <p:nvSpPr>
            <p:cNvPr id="1084" name="Google Shape;1084;p14"/>
            <p:cNvSpPr/>
            <p:nvPr/>
          </p:nvSpPr>
          <p:spPr>
            <a:xfrm>
              <a:off x="878255" y="1659206"/>
              <a:ext cx="584816" cy="584816"/>
            </a:xfrm>
            <a:custGeom>
              <a:avLst/>
              <a:gdLst/>
              <a:ahLst/>
              <a:cxnLst/>
              <a:rect l="l" t="t" r="r" b="b"/>
              <a:pathLst>
                <a:path w="4813" h="4813" fill="none" extrusionOk="0">
                  <a:moveTo>
                    <a:pt x="0" y="0"/>
                  </a:moveTo>
                  <a:lnTo>
                    <a:pt x="4812" y="0"/>
                  </a:lnTo>
                  <a:lnTo>
                    <a:pt x="4812" y="4812"/>
                  </a:lnTo>
                  <a:lnTo>
                    <a:pt x="0" y="4812"/>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14"/>
            <p:cNvSpPr/>
            <p:nvPr/>
          </p:nvSpPr>
          <p:spPr>
            <a:xfrm>
              <a:off x="820418" y="2301733"/>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14"/>
            <p:cNvSpPr/>
            <p:nvPr/>
          </p:nvSpPr>
          <p:spPr>
            <a:xfrm>
              <a:off x="820418" y="1622632"/>
              <a:ext cx="122" cy="633540"/>
            </a:xfrm>
            <a:custGeom>
              <a:avLst/>
              <a:gdLst/>
              <a:ahLst/>
              <a:cxnLst/>
              <a:rect l="l" t="t" r="r" b="b"/>
              <a:pathLst>
                <a:path w="1" h="5214" fill="none" extrusionOk="0">
                  <a:moveTo>
                    <a:pt x="0" y="5213"/>
                  </a:moveTo>
                  <a:lnTo>
                    <a:pt x="0"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14"/>
            <p:cNvSpPr/>
            <p:nvPr/>
          </p:nvSpPr>
          <p:spPr>
            <a:xfrm>
              <a:off x="820418" y="1601247"/>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14"/>
            <p:cNvSpPr/>
            <p:nvPr/>
          </p:nvSpPr>
          <p:spPr>
            <a:xfrm>
              <a:off x="865983" y="1601247"/>
              <a:ext cx="633662" cy="122"/>
            </a:xfrm>
            <a:custGeom>
              <a:avLst/>
              <a:gdLst/>
              <a:ahLst/>
              <a:cxnLst/>
              <a:rect l="l" t="t" r="r" b="b"/>
              <a:pathLst>
                <a:path w="5215" h="1" fill="none" extrusionOk="0">
                  <a:moveTo>
                    <a:pt x="1" y="1"/>
                  </a:moveTo>
                  <a:lnTo>
                    <a:pt x="5214"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14"/>
            <p:cNvSpPr/>
            <p:nvPr/>
          </p:nvSpPr>
          <p:spPr>
            <a:xfrm>
              <a:off x="1520782" y="1601247"/>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14"/>
            <p:cNvSpPr/>
            <p:nvPr/>
          </p:nvSpPr>
          <p:spPr>
            <a:xfrm>
              <a:off x="1520782" y="1643896"/>
              <a:ext cx="122" cy="633540"/>
            </a:xfrm>
            <a:custGeom>
              <a:avLst/>
              <a:gdLst/>
              <a:ahLst/>
              <a:cxnLst/>
              <a:rect l="l" t="t" r="r" b="b"/>
              <a:pathLst>
                <a:path w="1" h="5214" fill="none" extrusionOk="0">
                  <a:moveTo>
                    <a:pt x="0" y="1"/>
                  </a:moveTo>
                  <a:lnTo>
                    <a:pt x="0" y="5214"/>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14"/>
            <p:cNvSpPr/>
            <p:nvPr/>
          </p:nvSpPr>
          <p:spPr>
            <a:xfrm>
              <a:off x="1520782" y="2301733"/>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14"/>
            <p:cNvSpPr/>
            <p:nvPr/>
          </p:nvSpPr>
          <p:spPr>
            <a:xfrm>
              <a:off x="844719" y="2301733"/>
              <a:ext cx="633540" cy="122"/>
            </a:xfrm>
            <a:custGeom>
              <a:avLst/>
              <a:gdLst/>
              <a:ahLst/>
              <a:cxnLst/>
              <a:rect l="l" t="t" r="r" b="b"/>
              <a:pathLst>
                <a:path w="5214" h="1" fill="none" extrusionOk="0">
                  <a:moveTo>
                    <a:pt x="5214"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14"/>
            <p:cNvSpPr/>
            <p:nvPr/>
          </p:nvSpPr>
          <p:spPr>
            <a:xfrm>
              <a:off x="732082" y="1513033"/>
              <a:ext cx="880200" cy="877163"/>
            </a:xfrm>
            <a:custGeom>
              <a:avLst/>
              <a:gdLst/>
              <a:ahLst/>
              <a:cxnLst/>
              <a:rect l="l" t="t" r="r" b="b"/>
              <a:pathLst>
                <a:path w="7244" h="7219" fill="none" extrusionOk="0">
                  <a:moveTo>
                    <a:pt x="0" y="0"/>
                  </a:moveTo>
                  <a:lnTo>
                    <a:pt x="7243" y="0"/>
                  </a:lnTo>
                  <a:lnTo>
                    <a:pt x="7243" y="7218"/>
                  </a:lnTo>
                  <a:lnTo>
                    <a:pt x="0" y="7218"/>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94" name="Google Shape;1094;p14"/>
            <p:cNvCxnSpPr/>
            <p:nvPr/>
          </p:nvCxnSpPr>
          <p:spPr>
            <a:xfrm>
              <a:off x="1612275" y="1922650"/>
              <a:ext cx="1790100" cy="0"/>
            </a:xfrm>
            <a:prstGeom prst="straightConnector1">
              <a:avLst/>
            </a:prstGeom>
            <a:noFill/>
            <a:ln w="9525" cap="flat" cmpd="sng">
              <a:solidFill>
                <a:schemeClr val="dk2"/>
              </a:solidFill>
              <a:prstDash val="solid"/>
              <a:round/>
              <a:headEnd type="none" w="med" len="med"/>
              <a:tailEnd type="oval" w="med" len="med"/>
            </a:ln>
          </p:spPr>
        </p:cxnSp>
        <p:sp>
          <p:nvSpPr>
            <p:cNvPr id="1095" name="Google Shape;1095;p14"/>
            <p:cNvSpPr/>
            <p:nvPr/>
          </p:nvSpPr>
          <p:spPr>
            <a:xfrm>
              <a:off x="636097" y="2039765"/>
              <a:ext cx="94533" cy="122"/>
            </a:xfrm>
            <a:custGeom>
              <a:avLst/>
              <a:gdLst/>
              <a:ahLst/>
              <a:cxnLst/>
              <a:rect l="l" t="t" r="r" b="b"/>
              <a:pathLst>
                <a:path w="778" h="1" fill="none" extrusionOk="0">
                  <a:moveTo>
                    <a:pt x="778"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14"/>
            <p:cNvSpPr/>
            <p:nvPr/>
          </p:nvSpPr>
          <p:spPr>
            <a:xfrm>
              <a:off x="642173" y="1802341"/>
              <a:ext cx="82382" cy="122"/>
            </a:xfrm>
            <a:custGeom>
              <a:avLst/>
              <a:gdLst/>
              <a:ahLst/>
              <a:cxnLst/>
              <a:rect l="l" t="t" r="r" b="b"/>
              <a:pathLst>
                <a:path w="678" h="1" fill="none" extrusionOk="0">
                  <a:moveTo>
                    <a:pt x="678"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14"/>
            <p:cNvSpPr/>
            <p:nvPr/>
          </p:nvSpPr>
          <p:spPr>
            <a:xfrm>
              <a:off x="596487" y="1689583"/>
              <a:ext cx="128069" cy="122"/>
            </a:xfrm>
            <a:custGeom>
              <a:avLst/>
              <a:gdLst/>
              <a:ahLst/>
              <a:cxnLst/>
              <a:rect l="l" t="t" r="r" b="b"/>
              <a:pathLst>
                <a:path w="1054" h="1" fill="none" extrusionOk="0">
                  <a:moveTo>
                    <a:pt x="1054"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8" name="Google Shape;1098;p14"/>
            <p:cNvGrpSpPr/>
            <p:nvPr/>
          </p:nvGrpSpPr>
          <p:grpSpPr>
            <a:xfrm>
              <a:off x="392675" y="1922525"/>
              <a:ext cx="336300" cy="1154701"/>
              <a:chOff x="392675" y="1955343"/>
              <a:chExt cx="336300" cy="1116300"/>
            </a:xfrm>
          </p:grpSpPr>
          <p:cxnSp>
            <p:nvCxnSpPr>
              <p:cNvPr id="1099" name="Google Shape;1099;p14"/>
              <p:cNvCxnSpPr/>
              <p:nvPr/>
            </p:nvCxnSpPr>
            <p:spPr>
              <a:xfrm>
                <a:off x="420900" y="1955343"/>
                <a:ext cx="0" cy="1116300"/>
              </a:xfrm>
              <a:prstGeom prst="straightConnector1">
                <a:avLst/>
              </a:prstGeom>
              <a:noFill/>
              <a:ln w="9525" cap="flat" cmpd="sng">
                <a:solidFill>
                  <a:schemeClr val="dk2"/>
                </a:solidFill>
                <a:prstDash val="solid"/>
                <a:round/>
                <a:headEnd type="none" w="med" len="med"/>
                <a:tailEnd type="none" w="med" len="med"/>
              </a:ln>
            </p:spPr>
          </p:cxnSp>
          <p:cxnSp>
            <p:nvCxnSpPr>
              <p:cNvPr id="1100" name="Google Shape;1100;p14"/>
              <p:cNvCxnSpPr/>
              <p:nvPr/>
            </p:nvCxnSpPr>
            <p:spPr>
              <a:xfrm>
                <a:off x="418775" y="3067534"/>
                <a:ext cx="227100" cy="0"/>
              </a:xfrm>
              <a:prstGeom prst="straightConnector1">
                <a:avLst/>
              </a:prstGeom>
              <a:noFill/>
              <a:ln w="9525" cap="flat" cmpd="sng">
                <a:solidFill>
                  <a:schemeClr val="dk2"/>
                </a:solidFill>
                <a:prstDash val="solid"/>
                <a:round/>
                <a:headEnd type="none" w="med" len="med"/>
                <a:tailEnd type="oval" w="med" len="med"/>
              </a:ln>
            </p:spPr>
          </p:cxnSp>
          <p:cxnSp>
            <p:nvCxnSpPr>
              <p:cNvPr id="1101" name="Google Shape;1101;p14"/>
              <p:cNvCxnSpPr/>
              <p:nvPr/>
            </p:nvCxnSpPr>
            <p:spPr>
              <a:xfrm>
                <a:off x="392675" y="1955464"/>
                <a:ext cx="336300" cy="0"/>
              </a:xfrm>
              <a:prstGeom prst="straightConnector1">
                <a:avLst/>
              </a:prstGeom>
              <a:noFill/>
              <a:ln w="9525" cap="flat" cmpd="sng">
                <a:solidFill>
                  <a:schemeClr val="dk2"/>
                </a:solidFill>
                <a:prstDash val="solid"/>
                <a:round/>
                <a:headEnd type="oval" w="med" len="med"/>
                <a:tailEnd type="none" w="med" len="med"/>
              </a:ln>
            </p:spPr>
          </p:cxnSp>
        </p:grpSp>
        <p:sp>
          <p:nvSpPr>
            <p:cNvPr id="1102" name="Google Shape;1102;p14"/>
            <p:cNvSpPr/>
            <p:nvPr/>
          </p:nvSpPr>
          <p:spPr>
            <a:xfrm>
              <a:off x="1615281" y="2064188"/>
              <a:ext cx="64156" cy="122"/>
            </a:xfrm>
            <a:custGeom>
              <a:avLst/>
              <a:gdLst/>
              <a:ahLst/>
              <a:cxnLst/>
              <a:rect l="l" t="t" r="r" b="b"/>
              <a:pathLst>
                <a:path w="528" h="1" fill="none" extrusionOk="0">
                  <a:moveTo>
                    <a:pt x="1" y="0"/>
                  </a:moveTo>
                  <a:lnTo>
                    <a:pt x="527"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14"/>
            <p:cNvSpPr/>
            <p:nvPr/>
          </p:nvSpPr>
          <p:spPr>
            <a:xfrm>
              <a:off x="1612256" y="2173787"/>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14"/>
            <p:cNvSpPr/>
            <p:nvPr/>
          </p:nvSpPr>
          <p:spPr>
            <a:xfrm>
              <a:off x="1612144" y="1732231"/>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14"/>
            <p:cNvSpPr/>
            <p:nvPr/>
          </p:nvSpPr>
          <p:spPr>
            <a:xfrm>
              <a:off x="1612156" y="1823604"/>
              <a:ext cx="76307" cy="122"/>
            </a:xfrm>
            <a:custGeom>
              <a:avLst/>
              <a:gdLst/>
              <a:ahLst/>
              <a:cxnLst/>
              <a:rect l="l" t="t" r="r" b="b"/>
              <a:pathLst>
                <a:path w="628" h="1" fill="none" extrusionOk="0">
                  <a:moveTo>
                    <a:pt x="1" y="1"/>
                  </a:moveTo>
                  <a:lnTo>
                    <a:pt x="627"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6" name="Google Shape;1106;p14"/>
          <p:cNvGrpSpPr/>
          <p:nvPr/>
        </p:nvGrpSpPr>
        <p:grpSpPr>
          <a:xfrm>
            <a:off x="3363525" y="1622521"/>
            <a:ext cx="3042600" cy="1562680"/>
            <a:chOff x="3363525" y="1622521"/>
            <a:chExt cx="3042600" cy="1562680"/>
          </a:xfrm>
        </p:grpSpPr>
        <p:grpSp>
          <p:nvGrpSpPr>
            <p:cNvPr id="1107" name="Google Shape;1107;p14"/>
            <p:cNvGrpSpPr/>
            <p:nvPr/>
          </p:nvGrpSpPr>
          <p:grpSpPr>
            <a:xfrm>
              <a:off x="3363525" y="1622521"/>
              <a:ext cx="3042600" cy="877163"/>
              <a:chOff x="3363525" y="1503696"/>
              <a:chExt cx="3042600" cy="877163"/>
            </a:xfrm>
          </p:grpSpPr>
          <p:sp>
            <p:nvSpPr>
              <p:cNvPr id="1108" name="Google Shape;1108;p14"/>
              <p:cNvSpPr/>
              <p:nvPr/>
            </p:nvSpPr>
            <p:spPr>
              <a:xfrm>
                <a:off x="3828305" y="1649868"/>
                <a:ext cx="584816" cy="584816"/>
              </a:xfrm>
              <a:custGeom>
                <a:avLst/>
                <a:gdLst/>
                <a:ahLst/>
                <a:cxnLst/>
                <a:rect l="l" t="t" r="r" b="b"/>
                <a:pathLst>
                  <a:path w="4813" h="4813" fill="none" extrusionOk="0">
                    <a:moveTo>
                      <a:pt x="0" y="0"/>
                    </a:moveTo>
                    <a:lnTo>
                      <a:pt x="4812" y="0"/>
                    </a:lnTo>
                    <a:lnTo>
                      <a:pt x="4812" y="4812"/>
                    </a:lnTo>
                    <a:lnTo>
                      <a:pt x="0" y="4812"/>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14"/>
              <p:cNvSpPr/>
              <p:nvPr/>
            </p:nvSpPr>
            <p:spPr>
              <a:xfrm>
                <a:off x="3770468" y="2292396"/>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14"/>
              <p:cNvSpPr/>
              <p:nvPr/>
            </p:nvSpPr>
            <p:spPr>
              <a:xfrm>
                <a:off x="3770468" y="1613295"/>
                <a:ext cx="122" cy="633540"/>
              </a:xfrm>
              <a:custGeom>
                <a:avLst/>
                <a:gdLst/>
                <a:ahLst/>
                <a:cxnLst/>
                <a:rect l="l" t="t" r="r" b="b"/>
                <a:pathLst>
                  <a:path w="1" h="5214" fill="none" extrusionOk="0">
                    <a:moveTo>
                      <a:pt x="0" y="5213"/>
                    </a:moveTo>
                    <a:lnTo>
                      <a:pt x="0"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14"/>
              <p:cNvSpPr/>
              <p:nvPr/>
            </p:nvSpPr>
            <p:spPr>
              <a:xfrm>
                <a:off x="3770468" y="1591910"/>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14"/>
              <p:cNvSpPr/>
              <p:nvPr/>
            </p:nvSpPr>
            <p:spPr>
              <a:xfrm>
                <a:off x="3816033" y="1591910"/>
                <a:ext cx="633662" cy="122"/>
              </a:xfrm>
              <a:custGeom>
                <a:avLst/>
                <a:gdLst/>
                <a:ahLst/>
                <a:cxnLst/>
                <a:rect l="l" t="t" r="r" b="b"/>
                <a:pathLst>
                  <a:path w="5215" h="1" fill="none" extrusionOk="0">
                    <a:moveTo>
                      <a:pt x="1" y="1"/>
                    </a:moveTo>
                    <a:lnTo>
                      <a:pt x="5214"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14"/>
              <p:cNvSpPr/>
              <p:nvPr/>
            </p:nvSpPr>
            <p:spPr>
              <a:xfrm>
                <a:off x="4470832" y="1591910"/>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14"/>
              <p:cNvSpPr/>
              <p:nvPr/>
            </p:nvSpPr>
            <p:spPr>
              <a:xfrm>
                <a:off x="4470832" y="1634559"/>
                <a:ext cx="122" cy="633540"/>
              </a:xfrm>
              <a:custGeom>
                <a:avLst/>
                <a:gdLst/>
                <a:ahLst/>
                <a:cxnLst/>
                <a:rect l="l" t="t" r="r" b="b"/>
                <a:pathLst>
                  <a:path w="1" h="5214" fill="none" extrusionOk="0">
                    <a:moveTo>
                      <a:pt x="0" y="1"/>
                    </a:moveTo>
                    <a:lnTo>
                      <a:pt x="0" y="5214"/>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14"/>
              <p:cNvSpPr/>
              <p:nvPr/>
            </p:nvSpPr>
            <p:spPr>
              <a:xfrm>
                <a:off x="4470832" y="2292396"/>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14"/>
              <p:cNvSpPr/>
              <p:nvPr/>
            </p:nvSpPr>
            <p:spPr>
              <a:xfrm>
                <a:off x="3794769" y="2292396"/>
                <a:ext cx="633540" cy="122"/>
              </a:xfrm>
              <a:custGeom>
                <a:avLst/>
                <a:gdLst/>
                <a:ahLst/>
                <a:cxnLst/>
                <a:rect l="l" t="t" r="r" b="b"/>
                <a:pathLst>
                  <a:path w="5214" h="1" fill="none" extrusionOk="0">
                    <a:moveTo>
                      <a:pt x="5214"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14"/>
              <p:cNvSpPr/>
              <p:nvPr/>
            </p:nvSpPr>
            <p:spPr>
              <a:xfrm>
                <a:off x="3682132" y="1503696"/>
                <a:ext cx="880200" cy="877163"/>
              </a:xfrm>
              <a:custGeom>
                <a:avLst/>
                <a:gdLst/>
                <a:ahLst/>
                <a:cxnLst/>
                <a:rect l="l" t="t" r="r" b="b"/>
                <a:pathLst>
                  <a:path w="7244" h="7219" fill="none" extrusionOk="0">
                    <a:moveTo>
                      <a:pt x="0" y="0"/>
                    </a:moveTo>
                    <a:lnTo>
                      <a:pt x="7243" y="0"/>
                    </a:lnTo>
                    <a:lnTo>
                      <a:pt x="7243" y="7218"/>
                    </a:lnTo>
                    <a:lnTo>
                      <a:pt x="0" y="7218"/>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14"/>
              <p:cNvSpPr/>
              <p:nvPr/>
            </p:nvSpPr>
            <p:spPr>
              <a:xfrm>
                <a:off x="3586147" y="2030427"/>
                <a:ext cx="94533" cy="122"/>
              </a:xfrm>
              <a:custGeom>
                <a:avLst/>
                <a:gdLst/>
                <a:ahLst/>
                <a:cxnLst/>
                <a:rect l="l" t="t" r="r" b="b"/>
                <a:pathLst>
                  <a:path w="778" h="1" fill="none" extrusionOk="0">
                    <a:moveTo>
                      <a:pt x="778"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14"/>
              <p:cNvSpPr/>
              <p:nvPr/>
            </p:nvSpPr>
            <p:spPr>
              <a:xfrm>
                <a:off x="3592223" y="1793003"/>
                <a:ext cx="82382" cy="122"/>
              </a:xfrm>
              <a:custGeom>
                <a:avLst/>
                <a:gdLst/>
                <a:ahLst/>
                <a:cxnLst/>
                <a:rect l="l" t="t" r="r" b="b"/>
                <a:pathLst>
                  <a:path w="678" h="1" fill="none" extrusionOk="0">
                    <a:moveTo>
                      <a:pt x="678"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14"/>
              <p:cNvSpPr/>
              <p:nvPr/>
            </p:nvSpPr>
            <p:spPr>
              <a:xfrm>
                <a:off x="3546537" y="1680245"/>
                <a:ext cx="128069" cy="122"/>
              </a:xfrm>
              <a:custGeom>
                <a:avLst/>
                <a:gdLst/>
                <a:ahLst/>
                <a:cxnLst/>
                <a:rect l="l" t="t" r="r" b="b"/>
                <a:pathLst>
                  <a:path w="1054" h="1" fill="none" extrusionOk="0">
                    <a:moveTo>
                      <a:pt x="1054"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21" name="Google Shape;1121;p14"/>
              <p:cNvCxnSpPr/>
              <p:nvPr/>
            </p:nvCxnSpPr>
            <p:spPr>
              <a:xfrm>
                <a:off x="3363525" y="1913003"/>
                <a:ext cx="315600" cy="0"/>
              </a:xfrm>
              <a:prstGeom prst="straightConnector1">
                <a:avLst/>
              </a:prstGeom>
              <a:noFill/>
              <a:ln w="9525" cap="flat" cmpd="sng">
                <a:solidFill>
                  <a:schemeClr val="dk2"/>
                </a:solidFill>
                <a:prstDash val="solid"/>
                <a:round/>
                <a:headEnd type="none" w="med" len="med"/>
                <a:tailEnd type="none" w="med" len="med"/>
              </a:ln>
            </p:spPr>
          </p:cxnSp>
          <p:sp>
            <p:nvSpPr>
              <p:cNvPr id="1122" name="Google Shape;1122;p14"/>
              <p:cNvSpPr/>
              <p:nvPr/>
            </p:nvSpPr>
            <p:spPr>
              <a:xfrm>
                <a:off x="4565331" y="2054850"/>
                <a:ext cx="64156" cy="122"/>
              </a:xfrm>
              <a:custGeom>
                <a:avLst/>
                <a:gdLst/>
                <a:ahLst/>
                <a:cxnLst/>
                <a:rect l="l" t="t" r="r" b="b"/>
                <a:pathLst>
                  <a:path w="528" h="1" fill="none" extrusionOk="0">
                    <a:moveTo>
                      <a:pt x="1" y="0"/>
                    </a:moveTo>
                    <a:lnTo>
                      <a:pt x="527"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14"/>
              <p:cNvSpPr/>
              <p:nvPr/>
            </p:nvSpPr>
            <p:spPr>
              <a:xfrm>
                <a:off x="4562306" y="2164449"/>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14"/>
              <p:cNvSpPr/>
              <p:nvPr/>
            </p:nvSpPr>
            <p:spPr>
              <a:xfrm>
                <a:off x="4562194" y="1722894"/>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14"/>
              <p:cNvSpPr/>
              <p:nvPr/>
            </p:nvSpPr>
            <p:spPr>
              <a:xfrm>
                <a:off x="4562206" y="1814267"/>
                <a:ext cx="76307" cy="122"/>
              </a:xfrm>
              <a:custGeom>
                <a:avLst/>
                <a:gdLst/>
                <a:ahLst/>
                <a:cxnLst/>
                <a:rect l="l" t="t" r="r" b="b"/>
                <a:pathLst>
                  <a:path w="628" h="1" fill="none" extrusionOk="0">
                    <a:moveTo>
                      <a:pt x="1" y="1"/>
                    </a:moveTo>
                    <a:lnTo>
                      <a:pt x="627"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26" name="Google Shape;1126;p14"/>
              <p:cNvCxnSpPr/>
              <p:nvPr/>
            </p:nvCxnSpPr>
            <p:spPr>
              <a:xfrm>
                <a:off x="4565325" y="1922925"/>
                <a:ext cx="1840800" cy="0"/>
              </a:xfrm>
              <a:prstGeom prst="straightConnector1">
                <a:avLst/>
              </a:prstGeom>
              <a:noFill/>
              <a:ln w="9525" cap="flat" cmpd="sng">
                <a:solidFill>
                  <a:schemeClr val="dk2"/>
                </a:solidFill>
                <a:prstDash val="solid"/>
                <a:round/>
                <a:headEnd type="none" w="med" len="med"/>
                <a:tailEnd type="oval" w="med" len="med"/>
              </a:ln>
            </p:spPr>
          </p:cxnSp>
        </p:grpSp>
        <p:grpSp>
          <p:nvGrpSpPr>
            <p:cNvPr id="1127" name="Google Shape;1127;p14"/>
            <p:cNvGrpSpPr/>
            <p:nvPr/>
          </p:nvGrpSpPr>
          <p:grpSpPr>
            <a:xfrm>
              <a:off x="3369450" y="2030500"/>
              <a:ext cx="227100" cy="1154701"/>
              <a:chOff x="418775" y="1955343"/>
              <a:chExt cx="227100" cy="1116300"/>
            </a:xfrm>
          </p:grpSpPr>
          <p:cxnSp>
            <p:nvCxnSpPr>
              <p:cNvPr id="1128" name="Google Shape;1128;p14"/>
              <p:cNvCxnSpPr/>
              <p:nvPr/>
            </p:nvCxnSpPr>
            <p:spPr>
              <a:xfrm>
                <a:off x="420900" y="1955343"/>
                <a:ext cx="0" cy="1116300"/>
              </a:xfrm>
              <a:prstGeom prst="straightConnector1">
                <a:avLst/>
              </a:prstGeom>
              <a:noFill/>
              <a:ln w="9525" cap="flat" cmpd="sng">
                <a:solidFill>
                  <a:schemeClr val="dk2"/>
                </a:solidFill>
                <a:prstDash val="solid"/>
                <a:round/>
                <a:headEnd type="none" w="med" len="med"/>
                <a:tailEnd type="none" w="med" len="med"/>
              </a:ln>
            </p:spPr>
          </p:cxnSp>
          <p:cxnSp>
            <p:nvCxnSpPr>
              <p:cNvPr id="1129" name="Google Shape;1129;p14"/>
              <p:cNvCxnSpPr/>
              <p:nvPr/>
            </p:nvCxnSpPr>
            <p:spPr>
              <a:xfrm>
                <a:off x="418775" y="3067534"/>
                <a:ext cx="227100" cy="0"/>
              </a:xfrm>
              <a:prstGeom prst="straightConnector1">
                <a:avLst/>
              </a:prstGeom>
              <a:noFill/>
              <a:ln w="9525" cap="flat" cmpd="sng">
                <a:solidFill>
                  <a:schemeClr val="dk2"/>
                </a:solidFill>
                <a:prstDash val="solid"/>
                <a:round/>
                <a:headEnd type="none" w="med" len="med"/>
                <a:tailEnd type="oval" w="med" len="med"/>
              </a:ln>
            </p:spPr>
          </p:cxnSp>
        </p:grpSp>
      </p:grpSp>
      <p:grpSp>
        <p:nvGrpSpPr>
          <p:cNvPr id="1130" name="Google Shape;1130;p14"/>
          <p:cNvGrpSpPr/>
          <p:nvPr/>
        </p:nvGrpSpPr>
        <p:grpSpPr>
          <a:xfrm>
            <a:off x="6368275" y="1619796"/>
            <a:ext cx="1299390" cy="1565405"/>
            <a:chOff x="6368275" y="1619796"/>
            <a:chExt cx="1299390" cy="1565405"/>
          </a:xfrm>
        </p:grpSpPr>
        <p:grpSp>
          <p:nvGrpSpPr>
            <p:cNvPr id="1131" name="Google Shape;1131;p14"/>
            <p:cNvGrpSpPr/>
            <p:nvPr/>
          </p:nvGrpSpPr>
          <p:grpSpPr>
            <a:xfrm>
              <a:off x="6368275" y="1619796"/>
              <a:ext cx="1299390" cy="877163"/>
              <a:chOff x="3363525" y="1503696"/>
              <a:chExt cx="1299390" cy="877163"/>
            </a:xfrm>
          </p:grpSpPr>
          <p:sp>
            <p:nvSpPr>
              <p:cNvPr id="1132" name="Google Shape;1132;p14"/>
              <p:cNvSpPr/>
              <p:nvPr/>
            </p:nvSpPr>
            <p:spPr>
              <a:xfrm>
                <a:off x="3828305" y="1649868"/>
                <a:ext cx="584816" cy="584816"/>
              </a:xfrm>
              <a:custGeom>
                <a:avLst/>
                <a:gdLst/>
                <a:ahLst/>
                <a:cxnLst/>
                <a:rect l="l" t="t" r="r" b="b"/>
                <a:pathLst>
                  <a:path w="4813" h="4813" fill="none" extrusionOk="0">
                    <a:moveTo>
                      <a:pt x="0" y="0"/>
                    </a:moveTo>
                    <a:lnTo>
                      <a:pt x="4812" y="0"/>
                    </a:lnTo>
                    <a:lnTo>
                      <a:pt x="4812" y="4812"/>
                    </a:lnTo>
                    <a:lnTo>
                      <a:pt x="0" y="4812"/>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14"/>
              <p:cNvSpPr/>
              <p:nvPr/>
            </p:nvSpPr>
            <p:spPr>
              <a:xfrm>
                <a:off x="3770468" y="2292396"/>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14"/>
              <p:cNvSpPr/>
              <p:nvPr/>
            </p:nvSpPr>
            <p:spPr>
              <a:xfrm>
                <a:off x="3770468" y="1613295"/>
                <a:ext cx="122" cy="633540"/>
              </a:xfrm>
              <a:custGeom>
                <a:avLst/>
                <a:gdLst/>
                <a:ahLst/>
                <a:cxnLst/>
                <a:rect l="l" t="t" r="r" b="b"/>
                <a:pathLst>
                  <a:path w="1" h="5214" fill="none" extrusionOk="0">
                    <a:moveTo>
                      <a:pt x="0" y="5213"/>
                    </a:moveTo>
                    <a:lnTo>
                      <a:pt x="0"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14"/>
              <p:cNvSpPr/>
              <p:nvPr/>
            </p:nvSpPr>
            <p:spPr>
              <a:xfrm>
                <a:off x="3770468" y="1591910"/>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14"/>
              <p:cNvSpPr/>
              <p:nvPr/>
            </p:nvSpPr>
            <p:spPr>
              <a:xfrm>
                <a:off x="3816033" y="1591910"/>
                <a:ext cx="633662" cy="122"/>
              </a:xfrm>
              <a:custGeom>
                <a:avLst/>
                <a:gdLst/>
                <a:ahLst/>
                <a:cxnLst/>
                <a:rect l="l" t="t" r="r" b="b"/>
                <a:pathLst>
                  <a:path w="5215" h="1" fill="none" extrusionOk="0">
                    <a:moveTo>
                      <a:pt x="1" y="1"/>
                    </a:moveTo>
                    <a:lnTo>
                      <a:pt x="5214"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14"/>
              <p:cNvSpPr/>
              <p:nvPr/>
            </p:nvSpPr>
            <p:spPr>
              <a:xfrm>
                <a:off x="4470832" y="1591910"/>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14"/>
              <p:cNvSpPr/>
              <p:nvPr/>
            </p:nvSpPr>
            <p:spPr>
              <a:xfrm>
                <a:off x="4470832" y="1634559"/>
                <a:ext cx="122" cy="633540"/>
              </a:xfrm>
              <a:custGeom>
                <a:avLst/>
                <a:gdLst/>
                <a:ahLst/>
                <a:cxnLst/>
                <a:rect l="l" t="t" r="r" b="b"/>
                <a:pathLst>
                  <a:path w="1" h="5214" fill="none" extrusionOk="0">
                    <a:moveTo>
                      <a:pt x="0" y="1"/>
                    </a:moveTo>
                    <a:lnTo>
                      <a:pt x="0" y="5214"/>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14"/>
              <p:cNvSpPr/>
              <p:nvPr/>
            </p:nvSpPr>
            <p:spPr>
              <a:xfrm>
                <a:off x="4470832" y="2292396"/>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14"/>
              <p:cNvSpPr/>
              <p:nvPr/>
            </p:nvSpPr>
            <p:spPr>
              <a:xfrm>
                <a:off x="3794769" y="2292396"/>
                <a:ext cx="633540" cy="122"/>
              </a:xfrm>
              <a:custGeom>
                <a:avLst/>
                <a:gdLst/>
                <a:ahLst/>
                <a:cxnLst/>
                <a:rect l="l" t="t" r="r" b="b"/>
                <a:pathLst>
                  <a:path w="5214" h="1" fill="none" extrusionOk="0">
                    <a:moveTo>
                      <a:pt x="5214"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14"/>
              <p:cNvSpPr/>
              <p:nvPr/>
            </p:nvSpPr>
            <p:spPr>
              <a:xfrm>
                <a:off x="3682132" y="1503696"/>
                <a:ext cx="880200" cy="877163"/>
              </a:xfrm>
              <a:custGeom>
                <a:avLst/>
                <a:gdLst/>
                <a:ahLst/>
                <a:cxnLst/>
                <a:rect l="l" t="t" r="r" b="b"/>
                <a:pathLst>
                  <a:path w="7244" h="7219" fill="none" extrusionOk="0">
                    <a:moveTo>
                      <a:pt x="0" y="0"/>
                    </a:moveTo>
                    <a:lnTo>
                      <a:pt x="7243" y="0"/>
                    </a:lnTo>
                    <a:lnTo>
                      <a:pt x="7243" y="7218"/>
                    </a:lnTo>
                    <a:lnTo>
                      <a:pt x="0" y="7218"/>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14"/>
              <p:cNvSpPr/>
              <p:nvPr/>
            </p:nvSpPr>
            <p:spPr>
              <a:xfrm>
                <a:off x="3586147" y="2030427"/>
                <a:ext cx="94533" cy="122"/>
              </a:xfrm>
              <a:custGeom>
                <a:avLst/>
                <a:gdLst/>
                <a:ahLst/>
                <a:cxnLst/>
                <a:rect l="l" t="t" r="r" b="b"/>
                <a:pathLst>
                  <a:path w="778" h="1" fill="none" extrusionOk="0">
                    <a:moveTo>
                      <a:pt x="778"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14"/>
              <p:cNvSpPr/>
              <p:nvPr/>
            </p:nvSpPr>
            <p:spPr>
              <a:xfrm>
                <a:off x="3592223" y="1793003"/>
                <a:ext cx="82382" cy="122"/>
              </a:xfrm>
              <a:custGeom>
                <a:avLst/>
                <a:gdLst/>
                <a:ahLst/>
                <a:cxnLst/>
                <a:rect l="l" t="t" r="r" b="b"/>
                <a:pathLst>
                  <a:path w="678" h="1" fill="none" extrusionOk="0">
                    <a:moveTo>
                      <a:pt x="678"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14"/>
              <p:cNvSpPr/>
              <p:nvPr/>
            </p:nvSpPr>
            <p:spPr>
              <a:xfrm>
                <a:off x="3546537" y="1680245"/>
                <a:ext cx="128069" cy="122"/>
              </a:xfrm>
              <a:custGeom>
                <a:avLst/>
                <a:gdLst/>
                <a:ahLst/>
                <a:cxnLst/>
                <a:rect l="l" t="t" r="r" b="b"/>
                <a:pathLst>
                  <a:path w="1054" h="1" fill="none" extrusionOk="0">
                    <a:moveTo>
                      <a:pt x="1054"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45" name="Google Shape;1145;p14"/>
              <p:cNvCxnSpPr/>
              <p:nvPr/>
            </p:nvCxnSpPr>
            <p:spPr>
              <a:xfrm>
                <a:off x="3363525" y="1925203"/>
                <a:ext cx="315600" cy="0"/>
              </a:xfrm>
              <a:prstGeom prst="straightConnector1">
                <a:avLst/>
              </a:prstGeom>
              <a:noFill/>
              <a:ln w="9525" cap="flat" cmpd="sng">
                <a:solidFill>
                  <a:schemeClr val="dk2"/>
                </a:solidFill>
                <a:prstDash val="solid"/>
                <a:round/>
                <a:headEnd type="none" w="med" len="med"/>
                <a:tailEnd type="none" w="med" len="med"/>
              </a:ln>
            </p:spPr>
          </p:cxnSp>
          <p:sp>
            <p:nvSpPr>
              <p:cNvPr id="1146" name="Google Shape;1146;p14"/>
              <p:cNvSpPr/>
              <p:nvPr/>
            </p:nvSpPr>
            <p:spPr>
              <a:xfrm>
                <a:off x="4565331" y="2054850"/>
                <a:ext cx="64156" cy="122"/>
              </a:xfrm>
              <a:custGeom>
                <a:avLst/>
                <a:gdLst/>
                <a:ahLst/>
                <a:cxnLst/>
                <a:rect l="l" t="t" r="r" b="b"/>
                <a:pathLst>
                  <a:path w="528" h="1" fill="none" extrusionOk="0">
                    <a:moveTo>
                      <a:pt x="1" y="0"/>
                    </a:moveTo>
                    <a:lnTo>
                      <a:pt x="527"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14"/>
              <p:cNvSpPr/>
              <p:nvPr/>
            </p:nvSpPr>
            <p:spPr>
              <a:xfrm>
                <a:off x="4562306" y="2164449"/>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14"/>
              <p:cNvSpPr/>
              <p:nvPr/>
            </p:nvSpPr>
            <p:spPr>
              <a:xfrm>
                <a:off x="4562194" y="1722894"/>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14"/>
              <p:cNvSpPr/>
              <p:nvPr/>
            </p:nvSpPr>
            <p:spPr>
              <a:xfrm>
                <a:off x="4562206" y="1814267"/>
                <a:ext cx="76307" cy="122"/>
              </a:xfrm>
              <a:custGeom>
                <a:avLst/>
                <a:gdLst/>
                <a:ahLst/>
                <a:cxnLst/>
                <a:rect l="l" t="t" r="r" b="b"/>
                <a:pathLst>
                  <a:path w="628" h="1" fill="none" extrusionOk="0">
                    <a:moveTo>
                      <a:pt x="1" y="1"/>
                    </a:moveTo>
                    <a:lnTo>
                      <a:pt x="627"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0" name="Google Shape;1150;p14"/>
            <p:cNvGrpSpPr/>
            <p:nvPr/>
          </p:nvGrpSpPr>
          <p:grpSpPr>
            <a:xfrm>
              <a:off x="6374325" y="2030500"/>
              <a:ext cx="227100" cy="1154701"/>
              <a:chOff x="418775" y="1955343"/>
              <a:chExt cx="227100" cy="1116300"/>
            </a:xfrm>
          </p:grpSpPr>
          <p:cxnSp>
            <p:nvCxnSpPr>
              <p:cNvPr id="1151" name="Google Shape;1151;p14"/>
              <p:cNvCxnSpPr/>
              <p:nvPr/>
            </p:nvCxnSpPr>
            <p:spPr>
              <a:xfrm>
                <a:off x="420900" y="1955343"/>
                <a:ext cx="0" cy="1116300"/>
              </a:xfrm>
              <a:prstGeom prst="straightConnector1">
                <a:avLst/>
              </a:prstGeom>
              <a:noFill/>
              <a:ln w="9525" cap="flat" cmpd="sng">
                <a:solidFill>
                  <a:schemeClr val="dk2"/>
                </a:solidFill>
                <a:prstDash val="solid"/>
                <a:round/>
                <a:headEnd type="none" w="med" len="med"/>
                <a:tailEnd type="none" w="med" len="med"/>
              </a:ln>
            </p:spPr>
          </p:cxnSp>
          <p:cxnSp>
            <p:nvCxnSpPr>
              <p:cNvPr id="1152" name="Google Shape;1152;p14"/>
              <p:cNvCxnSpPr/>
              <p:nvPr/>
            </p:nvCxnSpPr>
            <p:spPr>
              <a:xfrm>
                <a:off x="418775" y="3067534"/>
                <a:ext cx="227100" cy="0"/>
              </a:xfrm>
              <a:prstGeom prst="straightConnector1">
                <a:avLst/>
              </a:prstGeom>
              <a:noFill/>
              <a:ln w="9525" cap="flat" cmpd="sng">
                <a:solidFill>
                  <a:schemeClr val="dk2"/>
                </a:solidFill>
                <a:prstDash val="solid"/>
                <a:round/>
                <a:headEnd type="none" w="med" len="med"/>
                <a:tailEnd type="oval" w="med" len="med"/>
              </a:ln>
            </p:spPr>
          </p:cxnSp>
        </p:grpSp>
      </p:grpSp>
      <p:grpSp>
        <p:nvGrpSpPr>
          <p:cNvPr id="1153" name="Google Shape;1153;p14"/>
          <p:cNvGrpSpPr/>
          <p:nvPr/>
        </p:nvGrpSpPr>
        <p:grpSpPr>
          <a:xfrm flipH="1">
            <a:off x="-274340" y="-2483486"/>
            <a:ext cx="7884219" cy="3433770"/>
            <a:chOff x="24125" y="294775"/>
            <a:chExt cx="7767703" cy="3383025"/>
          </a:xfrm>
        </p:grpSpPr>
        <p:sp>
          <p:nvSpPr>
            <p:cNvPr id="1154" name="Google Shape;1154;p14"/>
            <p:cNvSpPr/>
            <p:nvPr/>
          </p:nvSpPr>
          <p:spPr>
            <a:xfrm>
              <a:off x="1686375" y="607200"/>
              <a:ext cx="142125" cy="129550"/>
            </a:xfrm>
            <a:custGeom>
              <a:avLst/>
              <a:gdLst/>
              <a:ahLst/>
              <a:cxnLst/>
              <a:rect l="l" t="t" r="r" b="b"/>
              <a:pathLst>
                <a:path w="5685" h="5182" extrusionOk="0">
                  <a:moveTo>
                    <a:pt x="2834" y="1"/>
                  </a:moveTo>
                  <a:cubicBezTo>
                    <a:pt x="2169" y="1"/>
                    <a:pt x="1507" y="252"/>
                    <a:pt x="1005" y="754"/>
                  </a:cubicBezTo>
                  <a:cubicBezTo>
                    <a:pt x="1" y="1781"/>
                    <a:pt x="1" y="3402"/>
                    <a:pt x="1005" y="4429"/>
                  </a:cubicBezTo>
                  <a:cubicBezTo>
                    <a:pt x="1507" y="4931"/>
                    <a:pt x="2169" y="5182"/>
                    <a:pt x="2834" y="5182"/>
                  </a:cubicBezTo>
                  <a:cubicBezTo>
                    <a:pt x="3499" y="5182"/>
                    <a:pt x="4166" y="4931"/>
                    <a:pt x="4680" y="4429"/>
                  </a:cubicBezTo>
                  <a:cubicBezTo>
                    <a:pt x="5684" y="3402"/>
                    <a:pt x="5684" y="1781"/>
                    <a:pt x="4680" y="754"/>
                  </a:cubicBezTo>
                  <a:cubicBezTo>
                    <a:pt x="4166" y="252"/>
                    <a:pt x="3499" y="1"/>
                    <a:pt x="28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14"/>
            <p:cNvSpPr/>
            <p:nvPr/>
          </p:nvSpPr>
          <p:spPr>
            <a:xfrm>
              <a:off x="66098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14"/>
            <p:cNvSpPr/>
            <p:nvPr/>
          </p:nvSpPr>
          <p:spPr>
            <a:xfrm>
              <a:off x="6721650" y="3191600"/>
              <a:ext cx="149525" cy="93025"/>
            </a:xfrm>
            <a:custGeom>
              <a:avLst/>
              <a:gdLst/>
              <a:ahLst/>
              <a:cxnLst/>
              <a:rect l="l" t="t" r="r" b="b"/>
              <a:pathLst>
                <a:path w="5981" h="3721" extrusionOk="0">
                  <a:moveTo>
                    <a:pt x="0" y="0"/>
                  </a:moveTo>
                  <a:lnTo>
                    <a:pt x="3584" y="3721"/>
                  </a:lnTo>
                  <a:lnTo>
                    <a:pt x="5980"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14"/>
            <p:cNvSpPr/>
            <p:nvPr/>
          </p:nvSpPr>
          <p:spPr>
            <a:xfrm>
              <a:off x="68340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14"/>
            <p:cNvSpPr/>
            <p:nvPr/>
          </p:nvSpPr>
          <p:spPr>
            <a:xfrm>
              <a:off x="69459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14"/>
            <p:cNvSpPr/>
            <p:nvPr/>
          </p:nvSpPr>
          <p:spPr>
            <a:xfrm>
              <a:off x="7057750" y="3191600"/>
              <a:ext cx="149525" cy="93025"/>
            </a:xfrm>
            <a:custGeom>
              <a:avLst/>
              <a:gdLst/>
              <a:ahLst/>
              <a:cxnLst/>
              <a:rect l="l" t="t" r="r" b="b"/>
              <a:pathLst>
                <a:path w="5981" h="3721" extrusionOk="0">
                  <a:moveTo>
                    <a:pt x="0" y="0"/>
                  </a:moveTo>
                  <a:lnTo>
                    <a:pt x="3607" y="3721"/>
                  </a:lnTo>
                  <a:lnTo>
                    <a:pt x="5980" y="3721"/>
                  </a:lnTo>
                  <a:lnTo>
                    <a:pt x="23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14"/>
            <p:cNvSpPr/>
            <p:nvPr/>
          </p:nvSpPr>
          <p:spPr>
            <a:xfrm>
              <a:off x="71701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14"/>
            <p:cNvSpPr/>
            <p:nvPr/>
          </p:nvSpPr>
          <p:spPr>
            <a:xfrm>
              <a:off x="7282000" y="3191600"/>
              <a:ext cx="149525" cy="93025"/>
            </a:xfrm>
            <a:custGeom>
              <a:avLst/>
              <a:gdLst/>
              <a:ahLst/>
              <a:cxnLst/>
              <a:rect l="l" t="t" r="r" b="b"/>
              <a:pathLst>
                <a:path w="5981" h="3721" extrusionOk="0">
                  <a:moveTo>
                    <a:pt x="1" y="0"/>
                  </a:moveTo>
                  <a:lnTo>
                    <a:pt x="3584" y="3721"/>
                  </a:lnTo>
                  <a:lnTo>
                    <a:pt x="5981"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14"/>
            <p:cNvSpPr/>
            <p:nvPr/>
          </p:nvSpPr>
          <p:spPr>
            <a:xfrm>
              <a:off x="2406525" y="1218350"/>
              <a:ext cx="5385303" cy="1110475"/>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14"/>
            <p:cNvSpPr/>
            <p:nvPr/>
          </p:nvSpPr>
          <p:spPr>
            <a:xfrm>
              <a:off x="987925" y="355975"/>
              <a:ext cx="6210225" cy="1468400"/>
            </a:xfrm>
            <a:custGeom>
              <a:avLst/>
              <a:gdLst/>
              <a:ahLst/>
              <a:cxnLst/>
              <a:rect l="l" t="t" r="r" b="b"/>
              <a:pathLst>
                <a:path w="248409" h="58736" extrusionOk="0">
                  <a:moveTo>
                    <a:pt x="248203" y="1"/>
                  </a:moveTo>
                  <a:cubicBezTo>
                    <a:pt x="248151" y="1"/>
                    <a:pt x="248100" y="18"/>
                    <a:pt x="248066" y="52"/>
                  </a:cubicBezTo>
                  <a:lnTo>
                    <a:pt x="196663" y="51455"/>
                  </a:lnTo>
                  <a:lnTo>
                    <a:pt x="175778" y="51455"/>
                  </a:lnTo>
                  <a:lnTo>
                    <a:pt x="155760" y="31460"/>
                  </a:lnTo>
                  <a:lnTo>
                    <a:pt x="121112" y="31460"/>
                  </a:lnTo>
                  <a:lnTo>
                    <a:pt x="94200" y="58371"/>
                  </a:lnTo>
                  <a:lnTo>
                    <a:pt x="183" y="58371"/>
                  </a:lnTo>
                  <a:cubicBezTo>
                    <a:pt x="92" y="58371"/>
                    <a:pt x="0" y="58439"/>
                    <a:pt x="0" y="58553"/>
                  </a:cubicBezTo>
                  <a:cubicBezTo>
                    <a:pt x="0" y="58645"/>
                    <a:pt x="92" y="58736"/>
                    <a:pt x="183" y="58736"/>
                  </a:cubicBezTo>
                  <a:lnTo>
                    <a:pt x="94360" y="58736"/>
                  </a:lnTo>
                  <a:lnTo>
                    <a:pt x="121248" y="31848"/>
                  </a:lnTo>
                  <a:lnTo>
                    <a:pt x="155623" y="31848"/>
                  </a:lnTo>
                  <a:lnTo>
                    <a:pt x="175618" y="51843"/>
                  </a:lnTo>
                  <a:lnTo>
                    <a:pt x="196823" y="51843"/>
                  </a:lnTo>
                  <a:lnTo>
                    <a:pt x="248340" y="326"/>
                  </a:lnTo>
                  <a:cubicBezTo>
                    <a:pt x="248408" y="235"/>
                    <a:pt x="248408" y="121"/>
                    <a:pt x="248340" y="52"/>
                  </a:cubicBezTo>
                  <a:cubicBezTo>
                    <a:pt x="248306" y="18"/>
                    <a:pt x="248254" y="1"/>
                    <a:pt x="248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14"/>
            <p:cNvSpPr/>
            <p:nvPr/>
          </p:nvSpPr>
          <p:spPr>
            <a:xfrm>
              <a:off x="1265250" y="1389550"/>
              <a:ext cx="6299250" cy="1955000"/>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14"/>
            <p:cNvSpPr/>
            <p:nvPr/>
          </p:nvSpPr>
          <p:spPr>
            <a:xfrm>
              <a:off x="1631600" y="1974425"/>
              <a:ext cx="6160000" cy="1095650"/>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14"/>
            <p:cNvSpPr/>
            <p:nvPr/>
          </p:nvSpPr>
          <p:spPr>
            <a:xfrm>
              <a:off x="1978550" y="331575"/>
              <a:ext cx="4691750" cy="1289675"/>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14"/>
            <p:cNvSpPr/>
            <p:nvPr/>
          </p:nvSpPr>
          <p:spPr>
            <a:xfrm>
              <a:off x="937150" y="2104550"/>
              <a:ext cx="6622775" cy="1510475"/>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14"/>
            <p:cNvSpPr/>
            <p:nvPr/>
          </p:nvSpPr>
          <p:spPr>
            <a:xfrm>
              <a:off x="1664700" y="294775"/>
              <a:ext cx="3135650" cy="7666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14"/>
            <p:cNvSpPr/>
            <p:nvPr/>
          </p:nvSpPr>
          <p:spPr>
            <a:xfrm>
              <a:off x="100600" y="2193550"/>
              <a:ext cx="3410675" cy="530725"/>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14"/>
            <p:cNvSpPr/>
            <p:nvPr/>
          </p:nvSpPr>
          <p:spPr>
            <a:xfrm>
              <a:off x="106300" y="832600"/>
              <a:ext cx="2024625" cy="395475"/>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14"/>
            <p:cNvSpPr/>
            <p:nvPr/>
          </p:nvSpPr>
          <p:spPr>
            <a:xfrm>
              <a:off x="24125" y="1108225"/>
              <a:ext cx="1654850" cy="513025"/>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14"/>
            <p:cNvSpPr/>
            <p:nvPr/>
          </p:nvSpPr>
          <p:spPr>
            <a:xfrm>
              <a:off x="24125" y="1371850"/>
              <a:ext cx="979225" cy="45197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14"/>
            <p:cNvSpPr/>
            <p:nvPr/>
          </p:nvSpPr>
          <p:spPr>
            <a:xfrm>
              <a:off x="5585500" y="1408375"/>
              <a:ext cx="1529900" cy="580350"/>
            </a:xfrm>
            <a:custGeom>
              <a:avLst/>
              <a:gdLst/>
              <a:ahLst/>
              <a:cxnLst/>
              <a:rect l="l" t="t" r="r" b="b"/>
              <a:pathLst>
                <a:path w="61196" h="23214" extrusionOk="0">
                  <a:moveTo>
                    <a:pt x="49121" y="0"/>
                  </a:moveTo>
                  <a:lnTo>
                    <a:pt x="26661" y="22460"/>
                  </a:lnTo>
                  <a:lnTo>
                    <a:pt x="389" y="22460"/>
                  </a:lnTo>
                  <a:cubicBezTo>
                    <a:pt x="161" y="22460"/>
                    <a:pt x="1" y="22620"/>
                    <a:pt x="1" y="22848"/>
                  </a:cubicBezTo>
                  <a:cubicBezTo>
                    <a:pt x="1" y="23054"/>
                    <a:pt x="161" y="23214"/>
                    <a:pt x="389" y="23214"/>
                  </a:cubicBezTo>
                  <a:lnTo>
                    <a:pt x="26980" y="23214"/>
                  </a:lnTo>
                  <a:lnTo>
                    <a:pt x="49441" y="776"/>
                  </a:lnTo>
                  <a:lnTo>
                    <a:pt x="60808" y="776"/>
                  </a:lnTo>
                  <a:cubicBezTo>
                    <a:pt x="61013" y="776"/>
                    <a:pt x="61196" y="594"/>
                    <a:pt x="61196" y="388"/>
                  </a:cubicBezTo>
                  <a:cubicBezTo>
                    <a:pt x="61196" y="183"/>
                    <a:pt x="61013" y="0"/>
                    <a:pt x="60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14"/>
            <p:cNvSpPr/>
            <p:nvPr/>
          </p:nvSpPr>
          <p:spPr>
            <a:xfrm>
              <a:off x="5953000" y="3543100"/>
              <a:ext cx="134700" cy="134700"/>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14"/>
            <p:cNvSpPr/>
            <p:nvPr/>
          </p:nvSpPr>
          <p:spPr>
            <a:xfrm>
              <a:off x="5976400" y="3566500"/>
              <a:ext cx="87900" cy="8732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14"/>
            <p:cNvSpPr/>
            <p:nvPr/>
          </p:nvSpPr>
          <p:spPr>
            <a:xfrm>
              <a:off x="5421175" y="2256325"/>
              <a:ext cx="134700" cy="134700"/>
            </a:xfrm>
            <a:custGeom>
              <a:avLst/>
              <a:gdLst/>
              <a:ahLst/>
              <a:cxnLst/>
              <a:rect l="l" t="t" r="r" b="b"/>
              <a:pathLst>
                <a:path w="5388" h="5388" extrusionOk="0">
                  <a:moveTo>
                    <a:pt x="2694" y="389"/>
                  </a:moveTo>
                  <a:cubicBezTo>
                    <a:pt x="3972" y="389"/>
                    <a:pt x="4999" y="1416"/>
                    <a:pt x="4999" y="2694"/>
                  </a:cubicBezTo>
                  <a:cubicBezTo>
                    <a:pt x="4999" y="3972"/>
                    <a:pt x="3972" y="5022"/>
                    <a:pt x="2694" y="5022"/>
                  </a:cubicBezTo>
                  <a:cubicBezTo>
                    <a:pt x="1415" y="5022"/>
                    <a:pt x="365" y="3972"/>
                    <a:pt x="365" y="2694"/>
                  </a:cubicBezTo>
                  <a:cubicBezTo>
                    <a:pt x="365" y="1416"/>
                    <a:pt x="1415" y="389"/>
                    <a:pt x="2694" y="389"/>
                  </a:cubicBezTo>
                  <a:close/>
                  <a:moveTo>
                    <a:pt x="2694" y="1"/>
                  </a:moveTo>
                  <a:cubicBezTo>
                    <a:pt x="1210" y="1"/>
                    <a:pt x="0" y="1210"/>
                    <a:pt x="0" y="2694"/>
                  </a:cubicBezTo>
                  <a:cubicBezTo>
                    <a:pt x="0" y="4178"/>
                    <a:pt x="1210" y="5387"/>
                    <a:pt x="2694" y="5387"/>
                  </a:cubicBezTo>
                  <a:cubicBezTo>
                    <a:pt x="4177" y="5387"/>
                    <a:pt x="5387" y="4178"/>
                    <a:pt x="5387" y="2694"/>
                  </a:cubicBezTo>
                  <a:cubicBezTo>
                    <a:pt x="5387" y="1210"/>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14"/>
            <p:cNvSpPr/>
            <p:nvPr/>
          </p:nvSpPr>
          <p:spPr>
            <a:xfrm>
              <a:off x="5444575" y="2279725"/>
              <a:ext cx="87900" cy="87900"/>
            </a:xfrm>
            <a:custGeom>
              <a:avLst/>
              <a:gdLst/>
              <a:ahLst/>
              <a:cxnLst/>
              <a:rect l="l" t="t" r="r" b="b"/>
              <a:pathLst>
                <a:path w="3516" h="3516" extrusionOk="0">
                  <a:moveTo>
                    <a:pt x="1758" y="0"/>
                  </a:moveTo>
                  <a:cubicBezTo>
                    <a:pt x="776" y="0"/>
                    <a:pt x="0" y="799"/>
                    <a:pt x="0" y="1758"/>
                  </a:cubicBezTo>
                  <a:cubicBezTo>
                    <a:pt x="0" y="2739"/>
                    <a:pt x="776" y="3516"/>
                    <a:pt x="1758" y="3516"/>
                  </a:cubicBezTo>
                  <a:cubicBezTo>
                    <a:pt x="2716" y="3516"/>
                    <a:pt x="3515" y="2739"/>
                    <a:pt x="3515" y="1758"/>
                  </a:cubicBezTo>
                  <a:cubicBezTo>
                    <a:pt x="3515" y="799"/>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14"/>
            <p:cNvSpPr/>
            <p:nvPr/>
          </p:nvSpPr>
          <p:spPr>
            <a:xfrm>
              <a:off x="5459400" y="1912225"/>
              <a:ext cx="134700" cy="134700"/>
            </a:xfrm>
            <a:custGeom>
              <a:avLst/>
              <a:gdLst/>
              <a:ahLst/>
              <a:cxnLst/>
              <a:rect l="l" t="t" r="r" b="b"/>
              <a:pathLst>
                <a:path w="5388" h="5388" extrusionOk="0">
                  <a:moveTo>
                    <a:pt x="2694" y="366"/>
                  </a:moveTo>
                  <a:cubicBezTo>
                    <a:pt x="3972" y="366"/>
                    <a:pt x="4999" y="1416"/>
                    <a:pt x="4999" y="2694"/>
                  </a:cubicBezTo>
                  <a:cubicBezTo>
                    <a:pt x="4999" y="3973"/>
                    <a:pt x="3972" y="5000"/>
                    <a:pt x="2694" y="5000"/>
                  </a:cubicBezTo>
                  <a:cubicBezTo>
                    <a:pt x="1416" y="5000"/>
                    <a:pt x="389" y="3973"/>
                    <a:pt x="389" y="2694"/>
                  </a:cubicBezTo>
                  <a:cubicBezTo>
                    <a:pt x="389" y="1416"/>
                    <a:pt x="1416" y="366"/>
                    <a:pt x="2694" y="366"/>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14"/>
            <p:cNvSpPr/>
            <p:nvPr/>
          </p:nvSpPr>
          <p:spPr>
            <a:xfrm>
              <a:off x="5482800" y="1935625"/>
              <a:ext cx="87900" cy="87900"/>
            </a:xfrm>
            <a:custGeom>
              <a:avLst/>
              <a:gdLst/>
              <a:ahLst/>
              <a:cxnLst/>
              <a:rect l="l" t="t" r="r" b="b"/>
              <a:pathLst>
                <a:path w="3516" h="3516" extrusionOk="0">
                  <a:moveTo>
                    <a:pt x="1758" y="1"/>
                  </a:moveTo>
                  <a:cubicBezTo>
                    <a:pt x="799" y="1"/>
                    <a:pt x="0" y="777"/>
                    <a:pt x="0" y="1758"/>
                  </a:cubicBezTo>
                  <a:cubicBezTo>
                    <a:pt x="0" y="2717"/>
                    <a:pt x="799" y="3516"/>
                    <a:pt x="1758" y="3516"/>
                  </a:cubicBezTo>
                  <a:cubicBezTo>
                    <a:pt x="2739" y="3516"/>
                    <a:pt x="3515" y="2717"/>
                    <a:pt x="3515" y="1758"/>
                  </a:cubicBezTo>
                  <a:cubicBezTo>
                    <a:pt x="3515" y="777"/>
                    <a:pt x="2739"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14"/>
            <p:cNvSpPr/>
            <p:nvPr/>
          </p:nvSpPr>
          <p:spPr>
            <a:xfrm>
              <a:off x="4736975" y="1935625"/>
              <a:ext cx="87900" cy="87900"/>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14"/>
            <p:cNvSpPr/>
            <p:nvPr/>
          </p:nvSpPr>
          <p:spPr>
            <a:xfrm>
              <a:off x="7044625" y="2632950"/>
              <a:ext cx="87900" cy="8732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14"/>
            <p:cNvSpPr/>
            <p:nvPr/>
          </p:nvSpPr>
          <p:spPr>
            <a:xfrm>
              <a:off x="4222850" y="1085400"/>
              <a:ext cx="134675" cy="134675"/>
            </a:xfrm>
            <a:custGeom>
              <a:avLst/>
              <a:gdLst/>
              <a:ahLst/>
              <a:cxnLst/>
              <a:rect l="l" t="t" r="r" b="b"/>
              <a:pathLst>
                <a:path w="5387" h="5387" extrusionOk="0">
                  <a:moveTo>
                    <a:pt x="2694" y="388"/>
                  </a:moveTo>
                  <a:cubicBezTo>
                    <a:pt x="3972" y="388"/>
                    <a:pt x="5022" y="1415"/>
                    <a:pt x="5022" y="2694"/>
                  </a:cubicBezTo>
                  <a:cubicBezTo>
                    <a:pt x="5022" y="3972"/>
                    <a:pt x="3972" y="4999"/>
                    <a:pt x="2694" y="4999"/>
                  </a:cubicBezTo>
                  <a:cubicBezTo>
                    <a:pt x="1415" y="4999"/>
                    <a:pt x="388" y="3972"/>
                    <a:pt x="388" y="2694"/>
                  </a:cubicBezTo>
                  <a:cubicBezTo>
                    <a:pt x="388" y="1415"/>
                    <a:pt x="1415" y="388"/>
                    <a:pt x="2694" y="388"/>
                  </a:cubicBezTo>
                  <a:close/>
                  <a:moveTo>
                    <a:pt x="2694" y="0"/>
                  </a:moveTo>
                  <a:cubicBezTo>
                    <a:pt x="1210" y="0"/>
                    <a:pt x="0" y="1210"/>
                    <a:pt x="0" y="2694"/>
                  </a:cubicBezTo>
                  <a:cubicBezTo>
                    <a:pt x="0" y="4177"/>
                    <a:pt x="1210" y="5387"/>
                    <a:pt x="2694" y="5387"/>
                  </a:cubicBezTo>
                  <a:cubicBezTo>
                    <a:pt x="4177" y="5387"/>
                    <a:pt x="5387" y="4177"/>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14"/>
            <p:cNvSpPr/>
            <p:nvPr/>
          </p:nvSpPr>
          <p:spPr>
            <a:xfrm>
              <a:off x="4246800" y="1108775"/>
              <a:ext cx="87350" cy="87925"/>
            </a:xfrm>
            <a:custGeom>
              <a:avLst/>
              <a:gdLst/>
              <a:ahLst/>
              <a:cxnLst/>
              <a:rect l="l" t="t" r="r" b="b"/>
              <a:pathLst>
                <a:path w="3494" h="3517" extrusionOk="0">
                  <a:moveTo>
                    <a:pt x="1736" y="1"/>
                  </a:moveTo>
                  <a:cubicBezTo>
                    <a:pt x="777" y="1"/>
                    <a:pt x="1" y="800"/>
                    <a:pt x="1" y="1759"/>
                  </a:cubicBezTo>
                  <a:cubicBezTo>
                    <a:pt x="1" y="2717"/>
                    <a:pt x="777" y="3516"/>
                    <a:pt x="1736" y="3516"/>
                  </a:cubicBezTo>
                  <a:cubicBezTo>
                    <a:pt x="2717" y="3516"/>
                    <a:pt x="3493" y="2717"/>
                    <a:pt x="3493" y="1759"/>
                  </a:cubicBezTo>
                  <a:cubicBezTo>
                    <a:pt x="3493" y="800"/>
                    <a:pt x="2717" y="1"/>
                    <a:pt x="17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14"/>
            <p:cNvSpPr/>
            <p:nvPr/>
          </p:nvSpPr>
          <p:spPr>
            <a:xfrm>
              <a:off x="3502700" y="2585000"/>
              <a:ext cx="134700" cy="134700"/>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14"/>
            <p:cNvSpPr/>
            <p:nvPr/>
          </p:nvSpPr>
          <p:spPr>
            <a:xfrm>
              <a:off x="3526100" y="2608400"/>
              <a:ext cx="87900" cy="87900"/>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14"/>
            <p:cNvSpPr/>
            <p:nvPr/>
          </p:nvSpPr>
          <p:spPr>
            <a:xfrm>
              <a:off x="2281550" y="1156150"/>
              <a:ext cx="134700" cy="134700"/>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14"/>
            <p:cNvSpPr/>
            <p:nvPr/>
          </p:nvSpPr>
          <p:spPr>
            <a:xfrm>
              <a:off x="2304950" y="1179550"/>
              <a:ext cx="87325" cy="87900"/>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14"/>
            <p:cNvSpPr/>
            <p:nvPr/>
          </p:nvSpPr>
          <p:spPr>
            <a:xfrm>
              <a:off x="1577950" y="1004925"/>
              <a:ext cx="94750" cy="94750"/>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14"/>
            <p:cNvSpPr/>
            <p:nvPr/>
          </p:nvSpPr>
          <p:spPr>
            <a:xfrm>
              <a:off x="1595075" y="1022050"/>
              <a:ext cx="59950" cy="59950"/>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14"/>
            <p:cNvSpPr/>
            <p:nvPr/>
          </p:nvSpPr>
          <p:spPr>
            <a:xfrm>
              <a:off x="2892125" y="11704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14"/>
            <p:cNvSpPr/>
            <p:nvPr/>
          </p:nvSpPr>
          <p:spPr>
            <a:xfrm>
              <a:off x="7004675" y="1366150"/>
              <a:ext cx="106150" cy="106150"/>
            </a:xfrm>
            <a:custGeom>
              <a:avLst/>
              <a:gdLst/>
              <a:ahLst/>
              <a:cxnLst/>
              <a:rect l="l" t="t" r="r" b="b"/>
              <a:pathLst>
                <a:path w="4246" h="4246" extrusionOk="0">
                  <a:moveTo>
                    <a:pt x="2123" y="0"/>
                  </a:moveTo>
                  <a:cubicBezTo>
                    <a:pt x="936" y="0"/>
                    <a:pt x="0" y="959"/>
                    <a:pt x="0" y="2123"/>
                  </a:cubicBezTo>
                  <a:cubicBezTo>
                    <a:pt x="0" y="3310"/>
                    <a:pt x="936" y="4246"/>
                    <a:pt x="2123" y="4246"/>
                  </a:cubicBezTo>
                  <a:cubicBezTo>
                    <a:pt x="3287" y="4246"/>
                    <a:pt x="4246" y="3310"/>
                    <a:pt x="4246" y="2123"/>
                  </a:cubicBezTo>
                  <a:cubicBezTo>
                    <a:pt x="4246" y="959"/>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14"/>
            <p:cNvSpPr/>
            <p:nvPr/>
          </p:nvSpPr>
          <p:spPr>
            <a:xfrm>
              <a:off x="6446600" y="2270600"/>
              <a:ext cx="106150" cy="106150"/>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14"/>
            <p:cNvSpPr/>
            <p:nvPr/>
          </p:nvSpPr>
          <p:spPr>
            <a:xfrm>
              <a:off x="6258275" y="3300575"/>
              <a:ext cx="69650" cy="69650"/>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14"/>
            <p:cNvSpPr/>
            <p:nvPr/>
          </p:nvSpPr>
          <p:spPr>
            <a:xfrm>
              <a:off x="4746100" y="3030675"/>
              <a:ext cx="69650" cy="69075"/>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14"/>
            <p:cNvSpPr/>
            <p:nvPr/>
          </p:nvSpPr>
          <p:spPr>
            <a:xfrm>
              <a:off x="5111875" y="1378700"/>
              <a:ext cx="106175" cy="106150"/>
            </a:xfrm>
            <a:custGeom>
              <a:avLst/>
              <a:gdLst/>
              <a:ahLst/>
              <a:cxnLst/>
              <a:rect l="l" t="t" r="r" b="b"/>
              <a:pathLst>
                <a:path w="4247" h="4246" extrusionOk="0">
                  <a:moveTo>
                    <a:pt x="2124" y="0"/>
                  </a:moveTo>
                  <a:cubicBezTo>
                    <a:pt x="960" y="0"/>
                    <a:pt x="1" y="959"/>
                    <a:pt x="1" y="2123"/>
                  </a:cubicBezTo>
                  <a:cubicBezTo>
                    <a:pt x="1" y="3310"/>
                    <a:pt x="960" y="4246"/>
                    <a:pt x="2124" y="4246"/>
                  </a:cubicBezTo>
                  <a:cubicBezTo>
                    <a:pt x="3288" y="4246"/>
                    <a:pt x="4246" y="3310"/>
                    <a:pt x="4246" y="2123"/>
                  </a:cubicBezTo>
                  <a:cubicBezTo>
                    <a:pt x="4246" y="959"/>
                    <a:pt x="3288" y="0"/>
                    <a:pt x="21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14"/>
            <p:cNvSpPr/>
            <p:nvPr/>
          </p:nvSpPr>
          <p:spPr>
            <a:xfrm>
              <a:off x="5692225" y="1404950"/>
              <a:ext cx="75350" cy="74775"/>
            </a:xfrm>
            <a:custGeom>
              <a:avLst/>
              <a:gdLst/>
              <a:ahLst/>
              <a:cxnLst/>
              <a:rect l="l" t="t" r="r" b="b"/>
              <a:pathLst>
                <a:path w="3014" h="2991" extrusionOk="0">
                  <a:moveTo>
                    <a:pt x="1507" y="0"/>
                  </a:moveTo>
                  <a:cubicBezTo>
                    <a:pt x="685" y="0"/>
                    <a:pt x="0" y="662"/>
                    <a:pt x="0" y="1507"/>
                  </a:cubicBezTo>
                  <a:cubicBezTo>
                    <a:pt x="0" y="2328"/>
                    <a:pt x="685" y="2990"/>
                    <a:pt x="1507" y="2990"/>
                  </a:cubicBezTo>
                  <a:cubicBezTo>
                    <a:pt x="2328" y="2990"/>
                    <a:pt x="3013" y="2328"/>
                    <a:pt x="3013" y="1507"/>
                  </a:cubicBezTo>
                  <a:cubicBezTo>
                    <a:pt x="3013" y="662"/>
                    <a:pt x="2328"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14"/>
            <p:cNvSpPr/>
            <p:nvPr/>
          </p:nvSpPr>
          <p:spPr>
            <a:xfrm>
              <a:off x="5821750" y="1469425"/>
              <a:ext cx="79350" cy="79350"/>
            </a:xfrm>
            <a:custGeom>
              <a:avLst/>
              <a:gdLst/>
              <a:ahLst/>
              <a:cxnLst/>
              <a:rect l="l" t="t" r="r" b="b"/>
              <a:pathLst>
                <a:path w="3174" h="3174" extrusionOk="0">
                  <a:moveTo>
                    <a:pt x="1598" y="1"/>
                  </a:moveTo>
                  <a:cubicBezTo>
                    <a:pt x="708" y="1"/>
                    <a:pt x="1" y="708"/>
                    <a:pt x="1" y="1575"/>
                  </a:cubicBezTo>
                  <a:cubicBezTo>
                    <a:pt x="1" y="2466"/>
                    <a:pt x="708" y="3173"/>
                    <a:pt x="1598" y="3173"/>
                  </a:cubicBezTo>
                  <a:cubicBezTo>
                    <a:pt x="2466" y="3173"/>
                    <a:pt x="3173" y="2466"/>
                    <a:pt x="3173" y="1575"/>
                  </a:cubicBezTo>
                  <a:cubicBezTo>
                    <a:pt x="3173" y="708"/>
                    <a:pt x="2466"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14"/>
            <p:cNvSpPr/>
            <p:nvPr/>
          </p:nvSpPr>
          <p:spPr>
            <a:xfrm>
              <a:off x="3572900" y="2384150"/>
              <a:ext cx="139825" cy="139250"/>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14"/>
            <p:cNvSpPr/>
            <p:nvPr/>
          </p:nvSpPr>
          <p:spPr>
            <a:xfrm>
              <a:off x="5419450" y="2995300"/>
              <a:ext cx="139825" cy="139825"/>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14"/>
            <p:cNvSpPr/>
            <p:nvPr/>
          </p:nvSpPr>
          <p:spPr>
            <a:xfrm>
              <a:off x="3311550" y="1787275"/>
              <a:ext cx="65075" cy="65075"/>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14"/>
            <p:cNvSpPr/>
            <p:nvPr/>
          </p:nvSpPr>
          <p:spPr>
            <a:xfrm>
              <a:off x="3501550" y="1519075"/>
              <a:ext cx="143825" cy="144400"/>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14"/>
            <p:cNvSpPr/>
            <p:nvPr/>
          </p:nvSpPr>
          <p:spPr>
            <a:xfrm>
              <a:off x="3526675" y="1544750"/>
              <a:ext cx="93600" cy="93050"/>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14"/>
            <p:cNvSpPr/>
            <p:nvPr/>
          </p:nvSpPr>
          <p:spPr>
            <a:xfrm>
              <a:off x="1930050" y="1563575"/>
              <a:ext cx="106150" cy="106175"/>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14"/>
            <p:cNvSpPr/>
            <p:nvPr/>
          </p:nvSpPr>
          <p:spPr>
            <a:xfrm>
              <a:off x="1621325" y="1563575"/>
              <a:ext cx="106175" cy="106175"/>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14"/>
            <p:cNvSpPr/>
            <p:nvPr/>
          </p:nvSpPr>
          <p:spPr>
            <a:xfrm>
              <a:off x="944550" y="1765575"/>
              <a:ext cx="106175" cy="106175"/>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14"/>
            <p:cNvSpPr/>
            <p:nvPr/>
          </p:nvSpPr>
          <p:spPr>
            <a:xfrm>
              <a:off x="496050" y="13239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14"/>
            <p:cNvSpPr/>
            <p:nvPr/>
          </p:nvSpPr>
          <p:spPr>
            <a:xfrm>
              <a:off x="3168300" y="1186975"/>
              <a:ext cx="72500" cy="73050"/>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14"/>
            <p:cNvSpPr/>
            <p:nvPr/>
          </p:nvSpPr>
          <p:spPr>
            <a:xfrm>
              <a:off x="1238425" y="1362725"/>
              <a:ext cx="73075" cy="73050"/>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14"/>
            <p:cNvSpPr/>
            <p:nvPr/>
          </p:nvSpPr>
          <p:spPr>
            <a:xfrm>
              <a:off x="2281550" y="832600"/>
              <a:ext cx="2995850" cy="9725"/>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14"/>
            <p:cNvSpPr/>
            <p:nvPr/>
          </p:nvSpPr>
          <p:spPr>
            <a:xfrm>
              <a:off x="2222775" y="800650"/>
              <a:ext cx="73075" cy="73050"/>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14"/>
            <p:cNvSpPr/>
            <p:nvPr/>
          </p:nvSpPr>
          <p:spPr>
            <a:xfrm>
              <a:off x="5235725" y="800650"/>
              <a:ext cx="73050" cy="73050"/>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14"/>
            <p:cNvSpPr/>
            <p:nvPr/>
          </p:nvSpPr>
          <p:spPr>
            <a:xfrm>
              <a:off x="5732175" y="319450"/>
              <a:ext cx="1118450" cy="1117475"/>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14"/>
            <p:cNvSpPr/>
            <p:nvPr/>
          </p:nvSpPr>
          <p:spPr>
            <a:xfrm>
              <a:off x="5870250" y="381100"/>
              <a:ext cx="1118475" cy="1117450"/>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14"/>
            <p:cNvSpPr/>
            <p:nvPr/>
          </p:nvSpPr>
          <p:spPr>
            <a:xfrm>
              <a:off x="4775775" y="1974875"/>
              <a:ext cx="2300825" cy="706600"/>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14"/>
            <p:cNvSpPr/>
            <p:nvPr/>
          </p:nvSpPr>
          <p:spPr>
            <a:xfrm>
              <a:off x="3518100" y="2023500"/>
              <a:ext cx="149550" cy="93050"/>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14"/>
            <p:cNvSpPr/>
            <p:nvPr/>
          </p:nvSpPr>
          <p:spPr>
            <a:xfrm>
              <a:off x="3630525" y="2023500"/>
              <a:ext cx="148950" cy="93050"/>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14"/>
            <p:cNvSpPr/>
            <p:nvPr/>
          </p:nvSpPr>
          <p:spPr>
            <a:xfrm>
              <a:off x="3742375" y="2023500"/>
              <a:ext cx="149525" cy="93050"/>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14"/>
            <p:cNvSpPr/>
            <p:nvPr/>
          </p:nvSpPr>
          <p:spPr>
            <a:xfrm>
              <a:off x="38547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14"/>
            <p:cNvSpPr/>
            <p:nvPr/>
          </p:nvSpPr>
          <p:spPr>
            <a:xfrm>
              <a:off x="3966625" y="2023500"/>
              <a:ext cx="148950" cy="93050"/>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14"/>
            <p:cNvSpPr/>
            <p:nvPr/>
          </p:nvSpPr>
          <p:spPr>
            <a:xfrm>
              <a:off x="4078475" y="2023500"/>
              <a:ext cx="149525" cy="93050"/>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14"/>
            <p:cNvSpPr/>
            <p:nvPr/>
          </p:nvSpPr>
          <p:spPr>
            <a:xfrm>
              <a:off x="41908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14"/>
            <p:cNvSpPr/>
            <p:nvPr/>
          </p:nvSpPr>
          <p:spPr>
            <a:xfrm>
              <a:off x="4302725" y="2023500"/>
              <a:ext cx="149525" cy="93050"/>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14"/>
            <p:cNvSpPr/>
            <p:nvPr/>
          </p:nvSpPr>
          <p:spPr>
            <a:xfrm>
              <a:off x="2718075" y="2800150"/>
              <a:ext cx="276800" cy="172925"/>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14"/>
            <p:cNvSpPr/>
            <p:nvPr/>
          </p:nvSpPr>
          <p:spPr>
            <a:xfrm>
              <a:off x="2925800" y="2800150"/>
              <a:ext cx="276775" cy="172925"/>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14"/>
            <p:cNvSpPr/>
            <p:nvPr/>
          </p:nvSpPr>
          <p:spPr>
            <a:xfrm>
              <a:off x="3133500" y="2800150"/>
              <a:ext cx="276775" cy="172925"/>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14"/>
            <p:cNvSpPr/>
            <p:nvPr/>
          </p:nvSpPr>
          <p:spPr>
            <a:xfrm>
              <a:off x="3341775" y="2800150"/>
              <a:ext cx="276800" cy="172925"/>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14"/>
            <p:cNvSpPr/>
            <p:nvPr/>
          </p:nvSpPr>
          <p:spPr>
            <a:xfrm>
              <a:off x="3549500" y="2800150"/>
              <a:ext cx="276775" cy="172925"/>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14"/>
            <p:cNvSpPr/>
            <p:nvPr/>
          </p:nvSpPr>
          <p:spPr>
            <a:xfrm>
              <a:off x="3757200" y="2800150"/>
              <a:ext cx="276775" cy="172925"/>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14"/>
            <p:cNvSpPr/>
            <p:nvPr/>
          </p:nvSpPr>
          <p:spPr>
            <a:xfrm>
              <a:off x="61139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14"/>
            <p:cNvSpPr/>
            <p:nvPr/>
          </p:nvSpPr>
          <p:spPr>
            <a:xfrm>
              <a:off x="5906200" y="435450"/>
              <a:ext cx="276800" cy="172925"/>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14"/>
            <p:cNvSpPr/>
            <p:nvPr/>
          </p:nvSpPr>
          <p:spPr>
            <a:xfrm>
              <a:off x="5698500" y="435450"/>
              <a:ext cx="276775" cy="172925"/>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14"/>
            <p:cNvSpPr/>
            <p:nvPr/>
          </p:nvSpPr>
          <p:spPr>
            <a:xfrm>
              <a:off x="54902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14"/>
            <p:cNvSpPr/>
            <p:nvPr/>
          </p:nvSpPr>
          <p:spPr>
            <a:xfrm>
              <a:off x="5282500" y="435450"/>
              <a:ext cx="276775" cy="172925"/>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14"/>
            <p:cNvSpPr/>
            <p:nvPr/>
          </p:nvSpPr>
          <p:spPr>
            <a:xfrm>
              <a:off x="5074800" y="435450"/>
              <a:ext cx="276775" cy="172925"/>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14"/>
            <p:cNvSpPr/>
            <p:nvPr/>
          </p:nvSpPr>
          <p:spPr>
            <a:xfrm>
              <a:off x="4867075" y="435450"/>
              <a:ext cx="276800" cy="172925"/>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14"/>
            <p:cNvSpPr/>
            <p:nvPr/>
          </p:nvSpPr>
          <p:spPr>
            <a:xfrm>
              <a:off x="4658800" y="435450"/>
              <a:ext cx="276775" cy="172925"/>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14"/>
            <p:cNvSpPr/>
            <p:nvPr/>
          </p:nvSpPr>
          <p:spPr>
            <a:xfrm>
              <a:off x="4853400"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14"/>
            <p:cNvSpPr/>
            <p:nvPr/>
          </p:nvSpPr>
          <p:spPr>
            <a:xfrm>
              <a:off x="4940700"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14"/>
            <p:cNvSpPr/>
            <p:nvPr/>
          </p:nvSpPr>
          <p:spPr>
            <a:xfrm>
              <a:off x="5028000"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14"/>
            <p:cNvSpPr/>
            <p:nvPr/>
          </p:nvSpPr>
          <p:spPr>
            <a:xfrm>
              <a:off x="5115300" y="927325"/>
              <a:ext cx="143825" cy="155250"/>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14"/>
            <p:cNvSpPr/>
            <p:nvPr/>
          </p:nvSpPr>
          <p:spPr>
            <a:xfrm>
              <a:off x="5202625" y="927325"/>
              <a:ext cx="143825" cy="155250"/>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14"/>
            <p:cNvSpPr/>
            <p:nvPr/>
          </p:nvSpPr>
          <p:spPr>
            <a:xfrm>
              <a:off x="5289925" y="927325"/>
              <a:ext cx="143825" cy="155250"/>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14"/>
            <p:cNvSpPr/>
            <p:nvPr/>
          </p:nvSpPr>
          <p:spPr>
            <a:xfrm>
              <a:off x="5377225" y="927325"/>
              <a:ext cx="143825" cy="155250"/>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14"/>
            <p:cNvSpPr/>
            <p:nvPr/>
          </p:nvSpPr>
          <p:spPr>
            <a:xfrm>
              <a:off x="5465100" y="927325"/>
              <a:ext cx="143250" cy="155250"/>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14"/>
            <p:cNvSpPr/>
            <p:nvPr/>
          </p:nvSpPr>
          <p:spPr>
            <a:xfrm>
              <a:off x="5552425"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14"/>
            <p:cNvSpPr/>
            <p:nvPr/>
          </p:nvSpPr>
          <p:spPr>
            <a:xfrm>
              <a:off x="5639725"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14"/>
            <p:cNvSpPr/>
            <p:nvPr/>
          </p:nvSpPr>
          <p:spPr>
            <a:xfrm>
              <a:off x="5727025"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8" name="Google Shape;1248;p14"/>
          <p:cNvGrpSpPr/>
          <p:nvPr/>
        </p:nvGrpSpPr>
        <p:grpSpPr>
          <a:xfrm>
            <a:off x="8757750" y="2728975"/>
            <a:ext cx="1552150" cy="3475150"/>
            <a:chOff x="327125" y="2375600"/>
            <a:chExt cx="1552150" cy="3475150"/>
          </a:xfrm>
        </p:grpSpPr>
        <p:sp>
          <p:nvSpPr>
            <p:cNvPr id="1249" name="Google Shape;1249;p14"/>
            <p:cNvSpPr/>
            <p:nvPr/>
          </p:nvSpPr>
          <p:spPr>
            <a:xfrm>
              <a:off x="531425" y="2394425"/>
              <a:ext cx="115850" cy="3456325"/>
            </a:xfrm>
            <a:custGeom>
              <a:avLst/>
              <a:gdLst/>
              <a:ahLst/>
              <a:cxnLst/>
              <a:rect l="l" t="t" r="r" b="b"/>
              <a:pathLst>
                <a:path w="4634" h="138253" fill="none" extrusionOk="0">
                  <a:moveTo>
                    <a:pt x="3150" y="138253"/>
                  </a:moveTo>
                  <a:lnTo>
                    <a:pt x="3150" y="54872"/>
                  </a:lnTo>
                  <a:lnTo>
                    <a:pt x="0" y="51722"/>
                  </a:lnTo>
                  <a:lnTo>
                    <a:pt x="0" y="28714"/>
                  </a:lnTo>
                  <a:lnTo>
                    <a:pt x="4634" y="24058"/>
                  </a:lnTo>
                  <a:lnTo>
                    <a:pt x="463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14"/>
            <p:cNvSpPr/>
            <p:nvPr/>
          </p:nvSpPr>
          <p:spPr>
            <a:xfrm>
              <a:off x="627275" y="2375600"/>
              <a:ext cx="39975" cy="39950"/>
            </a:xfrm>
            <a:custGeom>
              <a:avLst/>
              <a:gdLst/>
              <a:ahLst/>
              <a:cxnLst/>
              <a:rect l="l" t="t" r="r" b="b"/>
              <a:pathLst>
                <a:path w="1599" h="1598" extrusionOk="0">
                  <a:moveTo>
                    <a:pt x="800" y="0"/>
                  </a:moveTo>
                  <a:cubicBezTo>
                    <a:pt x="366" y="0"/>
                    <a:pt x="1" y="365"/>
                    <a:pt x="1" y="799"/>
                  </a:cubicBezTo>
                  <a:cubicBezTo>
                    <a:pt x="1" y="1233"/>
                    <a:pt x="366" y="1598"/>
                    <a:pt x="800" y="1598"/>
                  </a:cubicBezTo>
                  <a:cubicBezTo>
                    <a:pt x="1256" y="1598"/>
                    <a:pt x="1599" y="1233"/>
                    <a:pt x="1599" y="799"/>
                  </a:cubicBezTo>
                  <a:cubicBezTo>
                    <a:pt x="1599" y="365"/>
                    <a:pt x="1256"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14"/>
            <p:cNvSpPr/>
            <p:nvPr/>
          </p:nvSpPr>
          <p:spPr>
            <a:xfrm>
              <a:off x="347100" y="2923975"/>
              <a:ext cx="112450" cy="2344175"/>
            </a:xfrm>
            <a:custGeom>
              <a:avLst/>
              <a:gdLst/>
              <a:ahLst/>
              <a:cxnLst/>
              <a:rect l="l" t="t" r="r" b="b"/>
              <a:pathLst>
                <a:path w="4498" h="93767" fill="none" extrusionOk="0">
                  <a:moveTo>
                    <a:pt x="4497" y="93766"/>
                  </a:moveTo>
                  <a:lnTo>
                    <a:pt x="4497" y="50855"/>
                  </a:lnTo>
                  <a:lnTo>
                    <a:pt x="1" y="46358"/>
                  </a:ln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14"/>
            <p:cNvSpPr/>
            <p:nvPr/>
          </p:nvSpPr>
          <p:spPr>
            <a:xfrm>
              <a:off x="327125" y="2904575"/>
              <a:ext cx="39975" cy="39950"/>
            </a:xfrm>
            <a:custGeom>
              <a:avLst/>
              <a:gdLst/>
              <a:ahLst/>
              <a:cxnLst/>
              <a:rect l="l" t="t" r="r" b="b"/>
              <a:pathLst>
                <a:path w="1599" h="1598" extrusionOk="0">
                  <a:moveTo>
                    <a:pt x="800" y="0"/>
                  </a:moveTo>
                  <a:cubicBezTo>
                    <a:pt x="366" y="0"/>
                    <a:pt x="1" y="365"/>
                    <a:pt x="1" y="799"/>
                  </a:cubicBezTo>
                  <a:cubicBezTo>
                    <a:pt x="1" y="1255"/>
                    <a:pt x="366" y="1598"/>
                    <a:pt x="800" y="1598"/>
                  </a:cubicBezTo>
                  <a:cubicBezTo>
                    <a:pt x="1233" y="1598"/>
                    <a:pt x="1599" y="1255"/>
                    <a:pt x="1599" y="799"/>
                  </a:cubicBezTo>
                  <a:cubicBezTo>
                    <a:pt x="1599" y="365"/>
                    <a:pt x="1233"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14"/>
            <p:cNvSpPr/>
            <p:nvPr/>
          </p:nvSpPr>
          <p:spPr>
            <a:xfrm>
              <a:off x="347100" y="2676875"/>
              <a:ext cx="192900" cy="374375"/>
            </a:xfrm>
            <a:custGeom>
              <a:avLst/>
              <a:gdLst/>
              <a:ahLst/>
              <a:cxnLst/>
              <a:rect l="l" t="t" r="r" b="b"/>
              <a:pathLst>
                <a:path w="7716" h="14975" fill="none" extrusionOk="0">
                  <a:moveTo>
                    <a:pt x="1" y="14974"/>
                  </a:moveTo>
                  <a:lnTo>
                    <a:pt x="7716" y="7259"/>
                  </a:lnTo>
                  <a:lnTo>
                    <a:pt x="7716"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14"/>
            <p:cNvSpPr/>
            <p:nvPr/>
          </p:nvSpPr>
          <p:spPr>
            <a:xfrm>
              <a:off x="520000" y="2658050"/>
              <a:ext cx="39975" cy="3997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14"/>
            <p:cNvSpPr/>
            <p:nvPr/>
          </p:nvSpPr>
          <p:spPr>
            <a:xfrm>
              <a:off x="347100" y="4357400"/>
              <a:ext cx="25" cy="971225"/>
            </a:xfrm>
            <a:custGeom>
              <a:avLst/>
              <a:gdLst/>
              <a:ahLst/>
              <a:cxnLst/>
              <a:rect l="l" t="t" r="r" b="b"/>
              <a:pathLst>
                <a:path w="1" h="38849" fill="none" extrusionOk="0">
                  <a:moveTo>
                    <a:pt x="1" y="38849"/>
                  </a:move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14"/>
            <p:cNvSpPr/>
            <p:nvPr/>
          </p:nvSpPr>
          <p:spPr>
            <a:xfrm>
              <a:off x="327125" y="433855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33" y="1599"/>
                    <a:pt x="1599" y="1234"/>
                    <a:pt x="1599" y="800"/>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14"/>
            <p:cNvSpPr/>
            <p:nvPr/>
          </p:nvSpPr>
          <p:spPr>
            <a:xfrm>
              <a:off x="690625" y="3227550"/>
              <a:ext cx="172925" cy="2083400"/>
            </a:xfrm>
            <a:custGeom>
              <a:avLst/>
              <a:gdLst/>
              <a:ahLst/>
              <a:cxnLst/>
              <a:rect l="l" t="t" r="r" b="b"/>
              <a:pathLst>
                <a:path w="6917" h="83336" fill="none" extrusionOk="0">
                  <a:moveTo>
                    <a:pt x="6917" y="83335"/>
                  </a:moveTo>
                  <a:lnTo>
                    <a:pt x="0" y="76396"/>
                  </a:lnTo>
                  <a:lnTo>
                    <a:pt x="0" y="15841"/>
                  </a:lnTo>
                  <a:lnTo>
                    <a:pt x="4954" y="10865"/>
                  </a:lnTo>
                  <a:lnTo>
                    <a:pt x="495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14"/>
            <p:cNvSpPr/>
            <p:nvPr/>
          </p:nvSpPr>
          <p:spPr>
            <a:xfrm>
              <a:off x="794475" y="320870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56" y="1599"/>
                    <a:pt x="1598" y="1234"/>
                    <a:pt x="1598" y="800"/>
                  </a:cubicBezTo>
                  <a:cubicBezTo>
                    <a:pt x="1598" y="343"/>
                    <a:pt x="1256"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14"/>
            <p:cNvSpPr/>
            <p:nvPr/>
          </p:nvSpPr>
          <p:spPr>
            <a:xfrm>
              <a:off x="776800" y="3899750"/>
              <a:ext cx="25" cy="1084800"/>
            </a:xfrm>
            <a:custGeom>
              <a:avLst/>
              <a:gdLst/>
              <a:ahLst/>
              <a:cxnLst/>
              <a:rect l="l" t="t" r="r" b="b"/>
              <a:pathLst>
                <a:path w="1" h="43392" fill="none" extrusionOk="0">
                  <a:moveTo>
                    <a:pt x="0" y="43391"/>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14"/>
            <p:cNvSpPr/>
            <p:nvPr/>
          </p:nvSpPr>
          <p:spPr>
            <a:xfrm>
              <a:off x="756825" y="4963400"/>
              <a:ext cx="40525" cy="39975"/>
            </a:xfrm>
            <a:custGeom>
              <a:avLst/>
              <a:gdLst/>
              <a:ahLst/>
              <a:cxnLst/>
              <a:rect l="l" t="t" r="r" b="b"/>
              <a:pathLst>
                <a:path w="1621" h="1599" extrusionOk="0">
                  <a:moveTo>
                    <a:pt x="799" y="1"/>
                  </a:moveTo>
                  <a:cubicBezTo>
                    <a:pt x="365" y="1"/>
                    <a:pt x="0" y="366"/>
                    <a:pt x="0" y="800"/>
                  </a:cubicBezTo>
                  <a:cubicBezTo>
                    <a:pt x="0" y="1233"/>
                    <a:pt x="365" y="1598"/>
                    <a:pt x="799" y="1598"/>
                  </a:cubicBezTo>
                  <a:cubicBezTo>
                    <a:pt x="1256" y="1598"/>
                    <a:pt x="1621" y="1233"/>
                    <a:pt x="1621" y="800"/>
                  </a:cubicBezTo>
                  <a:cubicBezTo>
                    <a:pt x="1621" y="366"/>
                    <a:pt x="1256"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14"/>
            <p:cNvSpPr/>
            <p:nvPr/>
          </p:nvSpPr>
          <p:spPr>
            <a:xfrm>
              <a:off x="756825" y="3880925"/>
              <a:ext cx="40525" cy="39950"/>
            </a:xfrm>
            <a:custGeom>
              <a:avLst/>
              <a:gdLst/>
              <a:ahLst/>
              <a:cxnLst/>
              <a:rect l="l" t="t" r="r" b="b"/>
              <a:pathLst>
                <a:path w="1621" h="1598" extrusionOk="0">
                  <a:moveTo>
                    <a:pt x="799" y="0"/>
                  </a:moveTo>
                  <a:cubicBezTo>
                    <a:pt x="365" y="0"/>
                    <a:pt x="0" y="342"/>
                    <a:pt x="0" y="799"/>
                  </a:cubicBezTo>
                  <a:cubicBezTo>
                    <a:pt x="0" y="1233"/>
                    <a:pt x="365" y="1598"/>
                    <a:pt x="799" y="1598"/>
                  </a:cubicBezTo>
                  <a:cubicBezTo>
                    <a:pt x="1256" y="1598"/>
                    <a:pt x="1621" y="1233"/>
                    <a:pt x="1621" y="799"/>
                  </a:cubicBezTo>
                  <a:cubicBezTo>
                    <a:pt x="1621" y="342"/>
                    <a:pt x="1256"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14"/>
            <p:cNvSpPr/>
            <p:nvPr/>
          </p:nvSpPr>
          <p:spPr>
            <a:xfrm>
              <a:off x="861250" y="3692600"/>
              <a:ext cx="445675" cy="1618350"/>
            </a:xfrm>
            <a:custGeom>
              <a:avLst/>
              <a:gdLst/>
              <a:ahLst/>
              <a:cxnLst/>
              <a:rect l="l" t="t" r="r" b="b"/>
              <a:pathLst>
                <a:path w="17827" h="64734" fill="none" extrusionOk="0">
                  <a:moveTo>
                    <a:pt x="17827" y="64733"/>
                  </a:moveTo>
                  <a:lnTo>
                    <a:pt x="4314" y="51221"/>
                  </a:lnTo>
                  <a:lnTo>
                    <a:pt x="4314" y="28258"/>
                  </a:lnTo>
                  <a:lnTo>
                    <a:pt x="0" y="23944"/>
                  </a:lnTo>
                  <a:lnTo>
                    <a:pt x="0"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14"/>
            <p:cNvSpPr/>
            <p:nvPr/>
          </p:nvSpPr>
          <p:spPr>
            <a:xfrm>
              <a:off x="841275" y="3673200"/>
              <a:ext cx="39975" cy="40550"/>
            </a:xfrm>
            <a:custGeom>
              <a:avLst/>
              <a:gdLst/>
              <a:ahLst/>
              <a:cxnLst/>
              <a:rect l="l" t="t" r="r" b="b"/>
              <a:pathLst>
                <a:path w="1599" h="1622" extrusionOk="0">
                  <a:moveTo>
                    <a:pt x="799" y="1"/>
                  </a:moveTo>
                  <a:cubicBezTo>
                    <a:pt x="343" y="1"/>
                    <a:pt x="0" y="366"/>
                    <a:pt x="0" y="800"/>
                  </a:cubicBezTo>
                  <a:cubicBezTo>
                    <a:pt x="0" y="1256"/>
                    <a:pt x="343" y="1621"/>
                    <a:pt x="799" y="1621"/>
                  </a:cubicBezTo>
                  <a:cubicBezTo>
                    <a:pt x="1233" y="1621"/>
                    <a:pt x="1598" y="1256"/>
                    <a:pt x="1598" y="800"/>
                  </a:cubicBezTo>
                  <a:cubicBezTo>
                    <a:pt x="1598" y="366"/>
                    <a:pt x="1233"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14"/>
            <p:cNvSpPr/>
            <p:nvPr/>
          </p:nvSpPr>
          <p:spPr>
            <a:xfrm>
              <a:off x="969100" y="4182200"/>
              <a:ext cx="174625" cy="556975"/>
            </a:xfrm>
            <a:custGeom>
              <a:avLst/>
              <a:gdLst/>
              <a:ahLst/>
              <a:cxnLst/>
              <a:rect l="l" t="t" r="r" b="b"/>
              <a:pathLst>
                <a:path w="6985" h="22279" fill="none" extrusionOk="0">
                  <a:moveTo>
                    <a:pt x="0" y="22278"/>
                  </a:moveTo>
                  <a:lnTo>
                    <a:pt x="6985" y="15294"/>
                  </a:lnTo>
                  <a:lnTo>
                    <a:pt x="6985"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14"/>
            <p:cNvSpPr/>
            <p:nvPr/>
          </p:nvSpPr>
          <p:spPr>
            <a:xfrm>
              <a:off x="1123725" y="4163375"/>
              <a:ext cx="39975" cy="39975"/>
            </a:xfrm>
            <a:custGeom>
              <a:avLst/>
              <a:gdLst/>
              <a:ahLst/>
              <a:cxnLst/>
              <a:rect l="l" t="t" r="r" b="b"/>
              <a:pathLst>
                <a:path w="1599" h="1599" extrusionOk="0">
                  <a:moveTo>
                    <a:pt x="800" y="1"/>
                  </a:moveTo>
                  <a:cubicBezTo>
                    <a:pt x="343" y="1"/>
                    <a:pt x="1" y="343"/>
                    <a:pt x="1" y="799"/>
                  </a:cubicBezTo>
                  <a:cubicBezTo>
                    <a:pt x="1" y="1233"/>
                    <a:pt x="343" y="1598"/>
                    <a:pt x="800" y="1598"/>
                  </a:cubicBezTo>
                  <a:cubicBezTo>
                    <a:pt x="1233" y="1598"/>
                    <a:pt x="1599" y="1233"/>
                    <a:pt x="1599" y="799"/>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14"/>
            <p:cNvSpPr/>
            <p:nvPr/>
          </p:nvSpPr>
          <p:spPr>
            <a:xfrm>
              <a:off x="1393075" y="4882950"/>
              <a:ext cx="25" cy="428000"/>
            </a:xfrm>
            <a:custGeom>
              <a:avLst/>
              <a:gdLst/>
              <a:ahLst/>
              <a:cxnLst/>
              <a:rect l="l" t="t" r="r" b="b"/>
              <a:pathLst>
                <a:path w="1" h="17120" fill="none" extrusionOk="0">
                  <a:moveTo>
                    <a:pt x="0" y="17119"/>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14"/>
            <p:cNvSpPr/>
            <p:nvPr/>
          </p:nvSpPr>
          <p:spPr>
            <a:xfrm>
              <a:off x="1373100" y="4864125"/>
              <a:ext cx="39975" cy="39950"/>
            </a:xfrm>
            <a:custGeom>
              <a:avLst/>
              <a:gdLst/>
              <a:ahLst/>
              <a:cxnLst/>
              <a:rect l="l" t="t" r="r" b="b"/>
              <a:pathLst>
                <a:path w="1599" h="1598" extrusionOk="0">
                  <a:moveTo>
                    <a:pt x="799" y="0"/>
                  </a:moveTo>
                  <a:cubicBezTo>
                    <a:pt x="343" y="0"/>
                    <a:pt x="1" y="365"/>
                    <a:pt x="1" y="799"/>
                  </a:cubicBezTo>
                  <a:cubicBezTo>
                    <a:pt x="1" y="1233"/>
                    <a:pt x="343" y="1598"/>
                    <a:pt x="799" y="1598"/>
                  </a:cubicBezTo>
                  <a:cubicBezTo>
                    <a:pt x="1233" y="1598"/>
                    <a:pt x="1598" y="1233"/>
                    <a:pt x="1598" y="799"/>
                  </a:cubicBezTo>
                  <a:cubicBezTo>
                    <a:pt x="1598" y="365"/>
                    <a:pt x="1233"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14"/>
            <p:cNvSpPr/>
            <p:nvPr/>
          </p:nvSpPr>
          <p:spPr>
            <a:xfrm>
              <a:off x="1714900" y="4922900"/>
              <a:ext cx="164375" cy="388050"/>
            </a:xfrm>
            <a:custGeom>
              <a:avLst/>
              <a:gdLst/>
              <a:ahLst/>
              <a:cxnLst/>
              <a:rect l="l" t="t" r="r" b="b"/>
              <a:pathLst>
                <a:path w="6575" h="15522" fill="none" extrusionOk="0">
                  <a:moveTo>
                    <a:pt x="6575" y="15521"/>
                  </a:moveTo>
                  <a:lnTo>
                    <a:pt x="6575" y="6574"/>
                  </a:ln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14"/>
            <p:cNvSpPr/>
            <p:nvPr/>
          </p:nvSpPr>
          <p:spPr>
            <a:xfrm>
              <a:off x="1693800" y="4903475"/>
              <a:ext cx="43950" cy="40275"/>
            </a:xfrm>
            <a:custGeom>
              <a:avLst/>
              <a:gdLst/>
              <a:ahLst/>
              <a:cxnLst/>
              <a:rect l="l" t="t" r="r" b="b"/>
              <a:pathLst>
                <a:path w="1758" h="1611" extrusionOk="0">
                  <a:moveTo>
                    <a:pt x="868" y="1"/>
                  </a:moveTo>
                  <a:cubicBezTo>
                    <a:pt x="662" y="1"/>
                    <a:pt x="457" y="92"/>
                    <a:pt x="297" y="252"/>
                  </a:cubicBezTo>
                  <a:cubicBezTo>
                    <a:pt x="0" y="549"/>
                    <a:pt x="0" y="1074"/>
                    <a:pt x="297" y="1370"/>
                  </a:cubicBezTo>
                  <a:cubicBezTo>
                    <a:pt x="457" y="1530"/>
                    <a:pt x="662" y="1610"/>
                    <a:pt x="868" y="1610"/>
                  </a:cubicBezTo>
                  <a:cubicBezTo>
                    <a:pt x="1073" y="1610"/>
                    <a:pt x="1279" y="1530"/>
                    <a:pt x="1438" y="1370"/>
                  </a:cubicBezTo>
                  <a:cubicBezTo>
                    <a:pt x="1758" y="1074"/>
                    <a:pt x="1758" y="549"/>
                    <a:pt x="1438" y="252"/>
                  </a:cubicBezTo>
                  <a:cubicBezTo>
                    <a:pt x="1279" y="92"/>
                    <a:pt x="1073" y="1"/>
                    <a:pt x="86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70" name="Google Shape;1270;p14"/>
          <p:cNvSpPr txBox="1">
            <a:spLocks noGrp="1"/>
          </p:cNvSpPr>
          <p:nvPr>
            <p:ph type="title"/>
          </p:nvPr>
        </p:nvSpPr>
        <p:spPr>
          <a:xfrm>
            <a:off x="720000" y="461875"/>
            <a:ext cx="7704000" cy="488400"/>
          </a:xfrm>
          <a:prstGeom prst="rect">
            <a:avLst/>
          </a:prstGeom>
        </p:spPr>
        <p:txBody>
          <a:bodyPr spcFirstLastPara="1" wrap="square" lIns="0" tIns="0" rIns="0" bIns="0" anchor="t" anchorCtr="0">
            <a:noAutofit/>
          </a:bodyPr>
          <a:lstStyle>
            <a:lvl1pPr lvl="0" rtl="0">
              <a:spcBef>
                <a:spcPts val="0"/>
              </a:spcBef>
              <a:spcAft>
                <a:spcPts val="0"/>
              </a:spcAft>
              <a:buSzPts val="3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71" name="Google Shape;1271;p14"/>
          <p:cNvSpPr txBox="1">
            <a:spLocks noGrp="1"/>
          </p:cNvSpPr>
          <p:nvPr>
            <p:ph type="subTitle" idx="1"/>
          </p:nvPr>
        </p:nvSpPr>
        <p:spPr>
          <a:xfrm>
            <a:off x="719988" y="3728592"/>
            <a:ext cx="1751700" cy="645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272" name="Google Shape;1272;p14"/>
          <p:cNvSpPr txBox="1">
            <a:spLocks noGrp="1"/>
          </p:cNvSpPr>
          <p:nvPr>
            <p:ph type="title" idx="2"/>
          </p:nvPr>
        </p:nvSpPr>
        <p:spPr>
          <a:xfrm>
            <a:off x="720000" y="2868050"/>
            <a:ext cx="911400" cy="645300"/>
          </a:xfrm>
          <a:prstGeom prst="rect">
            <a:avLst/>
          </a:prstGeom>
        </p:spPr>
        <p:txBody>
          <a:bodyPr spcFirstLastPara="1" wrap="square" lIns="0" tIns="0" rIns="0" bIns="0" anchor="ctr" anchorCtr="0">
            <a:noAutofit/>
          </a:bodyPr>
          <a:lstStyle>
            <a:lvl1pPr lvl="0" algn="l"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273" name="Google Shape;1273;p14"/>
          <p:cNvSpPr txBox="1">
            <a:spLocks noGrp="1"/>
          </p:cNvSpPr>
          <p:nvPr>
            <p:ph type="title" idx="3" hasCustomPrompt="1"/>
          </p:nvPr>
        </p:nvSpPr>
        <p:spPr>
          <a:xfrm>
            <a:off x="878350" y="1768675"/>
            <a:ext cx="584700" cy="581700"/>
          </a:xfrm>
          <a:prstGeom prst="rect">
            <a:avLst/>
          </a:prstGeom>
        </p:spPr>
        <p:txBody>
          <a:bodyPr spcFirstLastPara="1" wrap="square" lIns="0" tIns="0" rIns="0" bIns="0" anchor="ctr" anchorCtr="0">
            <a:noAutofit/>
          </a:bodyPr>
          <a:lstStyle>
            <a:lvl1pPr lvl="0" algn="ctr" rtl="0">
              <a:spcBef>
                <a:spcPts val="0"/>
              </a:spcBef>
              <a:spcAft>
                <a:spcPts val="0"/>
              </a:spcAft>
              <a:buSzPts val="3000"/>
              <a:buNone/>
              <a:defRPr>
                <a:solidFill>
                  <a:schemeClr val="dk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274" name="Google Shape;1274;p14"/>
          <p:cNvSpPr txBox="1">
            <a:spLocks noGrp="1"/>
          </p:cNvSpPr>
          <p:nvPr>
            <p:ph type="subTitle" idx="4"/>
          </p:nvPr>
        </p:nvSpPr>
        <p:spPr>
          <a:xfrm>
            <a:off x="3666713" y="3728575"/>
            <a:ext cx="1751700" cy="645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275" name="Google Shape;1275;p14"/>
          <p:cNvSpPr txBox="1">
            <a:spLocks noGrp="1"/>
          </p:cNvSpPr>
          <p:nvPr>
            <p:ph type="title" idx="5"/>
          </p:nvPr>
        </p:nvSpPr>
        <p:spPr>
          <a:xfrm>
            <a:off x="3666725" y="2868050"/>
            <a:ext cx="911400" cy="645300"/>
          </a:xfrm>
          <a:prstGeom prst="rect">
            <a:avLst/>
          </a:prstGeom>
        </p:spPr>
        <p:txBody>
          <a:bodyPr spcFirstLastPara="1" wrap="square" lIns="0" tIns="0" rIns="0" bIns="0" anchor="ctr" anchorCtr="0">
            <a:noAutofit/>
          </a:bodyPr>
          <a:lstStyle>
            <a:lvl1pPr lvl="0" algn="l"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276" name="Google Shape;1276;p14"/>
          <p:cNvSpPr txBox="1">
            <a:spLocks noGrp="1"/>
          </p:cNvSpPr>
          <p:nvPr>
            <p:ph type="title" idx="6" hasCustomPrompt="1"/>
          </p:nvPr>
        </p:nvSpPr>
        <p:spPr>
          <a:xfrm>
            <a:off x="3828350" y="1768675"/>
            <a:ext cx="584700" cy="581700"/>
          </a:xfrm>
          <a:prstGeom prst="rect">
            <a:avLst/>
          </a:prstGeom>
        </p:spPr>
        <p:txBody>
          <a:bodyPr spcFirstLastPara="1" wrap="square" lIns="0" tIns="0" rIns="0" bIns="0" anchor="ctr" anchorCtr="0">
            <a:noAutofit/>
          </a:bodyPr>
          <a:lstStyle>
            <a:lvl1pPr lvl="0" algn="ctr" rtl="0">
              <a:spcBef>
                <a:spcPts val="0"/>
              </a:spcBef>
              <a:spcAft>
                <a:spcPts val="0"/>
              </a:spcAft>
              <a:buSzPts val="3000"/>
              <a:buNone/>
              <a:defRPr>
                <a:solidFill>
                  <a:schemeClr val="dk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277" name="Google Shape;1277;p14"/>
          <p:cNvSpPr txBox="1">
            <a:spLocks noGrp="1"/>
          </p:cNvSpPr>
          <p:nvPr>
            <p:ph type="subTitle" idx="7"/>
          </p:nvPr>
        </p:nvSpPr>
        <p:spPr>
          <a:xfrm>
            <a:off x="6672288" y="3728575"/>
            <a:ext cx="1751700" cy="645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278" name="Google Shape;1278;p14"/>
          <p:cNvSpPr txBox="1">
            <a:spLocks noGrp="1"/>
          </p:cNvSpPr>
          <p:nvPr>
            <p:ph type="title" idx="8"/>
          </p:nvPr>
        </p:nvSpPr>
        <p:spPr>
          <a:xfrm>
            <a:off x="6672300" y="2868050"/>
            <a:ext cx="911400" cy="645300"/>
          </a:xfrm>
          <a:prstGeom prst="rect">
            <a:avLst/>
          </a:prstGeom>
        </p:spPr>
        <p:txBody>
          <a:bodyPr spcFirstLastPara="1" wrap="square" lIns="0" tIns="0" rIns="0" bIns="0" anchor="ctr" anchorCtr="0">
            <a:noAutofit/>
          </a:bodyPr>
          <a:lstStyle>
            <a:lvl1pPr lvl="0" algn="l"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279" name="Google Shape;1279;p14"/>
          <p:cNvSpPr txBox="1">
            <a:spLocks noGrp="1"/>
          </p:cNvSpPr>
          <p:nvPr>
            <p:ph type="title" idx="9" hasCustomPrompt="1"/>
          </p:nvPr>
        </p:nvSpPr>
        <p:spPr>
          <a:xfrm>
            <a:off x="6832500" y="1768675"/>
            <a:ext cx="584700" cy="581700"/>
          </a:xfrm>
          <a:prstGeom prst="rect">
            <a:avLst/>
          </a:prstGeom>
        </p:spPr>
        <p:txBody>
          <a:bodyPr spcFirstLastPara="1" wrap="square" lIns="0" tIns="0" rIns="0" bIns="0" anchor="ctr" anchorCtr="0">
            <a:noAutofit/>
          </a:bodyPr>
          <a:lstStyle>
            <a:lvl1pPr lvl="0" algn="ctr" rtl="0">
              <a:spcBef>
                <a:spcPts val="0"/>
              </a:spcBef>
              <a:spcAft>
                <a:spcPts val="0"/>
              </a:spcAft>
              <a:buSzPts val="3000"/>
              <a:buNone/>
              <a:defRPr>
                <a:solidFill>
                  <a:schemeClr val="dk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280" name="Google Shape;1280;p14"/>
          <p:cNvSpPr/>
          <p:nvPr/>
        </p:nvSpPr>
        <p:spPr>
          <a:xfrm rot="5400000">
            <a:off x="8495108" y="-71091"/>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14"/>
          <p:cNvSpPr/>
          <p:nvPr/>
        </p:nvSpPr>
        <p:spPr>
          <a:xfrm rot="5400000">
            <a:off x="8496650" y="75727"/>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14"/>
          <p:cNvSpPr/>
          <p:nvPr/>
        </p:nvSpPr>
        <p:spPr>
          <a:xfrm rot="5400000">
            <a:off x="8495108" y="222546"/>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14"/>
          <p:cNvSpPr/>
          <p:nvPr/>
        </p:nvSpPr>
        <p:spPr>
          <a:xfrm rot="5400000">
            <a:off x="8496650" y="369365"/>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14"/>
          <p:cNvSpPr/>
          <p:nvPr/>
        </p:nvSpPr>
        <p:spPr>
          <a:xfrm rot="5400000">
            <a:off x="8495108" y="516183"/>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14"/>
          <p:cNvSpPr/>
          <p:nvPr/>
        </p:nvSpPr>
        <p:spPr>
          <a:xfrm rot="5400000">
            <a:off x="8496650" y="663002"/>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Four Columns">
  <p:cSld name="CUSTOM_2">
    <p:spTree>
      <p:nvGrpSpPr>
        <p:cNvPr id="1" name="Shape 1286"/>
        <p:cNvGrpSpPr/>
        <p:nvPr/>
      </p:nvGrpSpPr>
      <p:grpSpPr>
        <a:xfrm>
          <a:off x="0" y="0"/>
          <a:ext cx="0" cy="0"/>
          <a:chOff x="0" y="0"/>
          <a:chExt cx="0" cy="0"/>
        </a:xfrm>
      </p:grpSpPr>
      <p:grpSp>
        <p:nvGrpSpPr>
          <p:cNvPr id="1287" name="Google Shape;1287;p15"/>
          <p:cNvGrpSpPr/>
          <p:nvPr/>
        </p:nvGrpSpPr>
        <p:grpSpPr>
          <a:xfrm>
            <a:off x="2019110" y="-2483486"/>
            <a:ext cx="7884219" cy="3433770"/>
            <a:chOff x="24125" y="294775"/>
            <a:chExt cx="7767703" cy="3383025"/>
          </a:xfrm>
        </p:grpSpPr>
        <p:sp>
          <p:nvSpPr>
            <p:cNvPr id="1288" name="Google Shape;1288;p15"/>
            <p:cNvSpPr/>
            <p:nvPr/>
          </p:nvSpPr>
          <p:spPr>
            <a:xfrm>
              <a:off x="1686375" y="607200"/>
              <a:ext cx="142125" cy="129550"/>
            </a:xfrm>
            <a:custGeom>
              <a:avLst/>
              <a:gdLst/>
              <a:ahLst/>
              <a:cxnLst/>
              <a:rect l="l" t="t" r="r" b="b"/>
              <a:pathLst>
                <a:path w="5685" h="5182" extrusionOk="0">
                  <a:moveTo>
                    <a:pt x="2834" y="1"/>
                  </a:moveTo>
                  <a:cubicBezTo>
                    <a:pt x="2169" y="1"/>
                    <a:pt x="1507" y="252"/>
                    <a:pt x="1005" y="754"/>
                  </a:cubicBezTo>
                  <a:cubicBezTo>
                    <a:pt x="1" y="1781"/>
                    <a:pt x="1" y="3402"/>
                    <a:pt x="1005" y="4429"/>
                  </a:cubicBezTo>
                  <a:cubicBezTo>
                    <a:pt x="1507" y="4931"/>
                    <a:pt x="2169" y="5182"/>
                    <a:pt x="2834" y="5182"/>
                  </a:cubicBezTo>
                  <a:cubicBezTo>
                    <a:pt x="3499" y="5182"/>
                    <a:pt x="4166" y="4931"/>
                    <a:pt x="4680" y="4429"/>
                  </a:cubicBezTo>
                  <a:cubicBezTo>
                    <a:pt x="5684" y="3402"/>
                    <a:pt x="5684" y="1781"/>
                    <a:pt x="4680" y="754"/>
                  </a:cubicBezTo>
                  <a:cubicBezTo>
                    <a:pt x="4166" y="252"/>
                    <a:pt x="3499" y="1"/>
                    <a:pt x="28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15"/>
            <p:cNvSpPr/>
            <p:nvPr/>
          </p:nvSpPr>
          <p:spPr>
            <a:xfrm>
              <a:off x="66098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15"/>
            <p:cNvSpPr/>
            <p:nvPr/>
          </p:nvSpPr>
          <p:spPr>
            <a:xfrm>
              <a:off x="6721650" y="3191600"/>
              <a:ext cx="149525" cy="93025"/>
            </a:xfrm>
            <a:custGeom>
              <a:avLst/>
              <a:gdLst/>
              <a:ahLst/>
              <a:cxnLst/>
              <a:rect l="l" t="t" r="r" b="b"/>
              <a:pathLst>
                <a:path w="5981" h="3721" extrusionOk="0">
                  <a:moveTo>
                    <a:pt x="0" y="0"/>
                  </a:moveTo>
                  <a:lnTo>
                    <a:pt x="3584" y="3721"/>
                  </a:lnTo>
                  <a:lnTo>
                    <a:pt x="5980"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15"/>
            <p:cNvSpPr/>
            <p:nvPr/>
          </p:nvSpPr>
          <p:spPr>
            <a:xfrm>
              <a:off x="68340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15"/>
            <p:cNvSpPr/>
            <p:nvPr/>
          </p:nvSpPr>
          <p:spPr>
            <a:xfrm>
              <a:off x="69459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15"/>
            <p:cNvSpPr/>
            <p:nvPr/>
          </p:nvSpPr>
          <p:spPr>
            <a:xfrm>
              <a:off x="7057750" y="3191600"/>
              <a:ext cx="149525" cy="93025"/>
            </a:xfrm>
            <a:custGeom>
              <a:avLst/>
              <a:gdLst/>
              <a:ahLst/>
              <a:cxnLst/>
              <a:rect l="l" t="t" r="r" b="b"/>
              <a:pathLst>
                <a:path w="5981" h="3721" extrusionOk="0">
                  <a:moveTo>
                    <a:pt x="0" y="0"/>
                  </a:moveTo>
                  <a:lnTo>
                    <a:pt x="3607" y="3721"/>
                  </a:lnTo>
                  <a:lnTo>
                    <a:pt x="5980" y="3721"/>
                  </a:lnTo>
                  <a:lnTo>
                    <a:pt x="23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15"/>
            <p:cNvSpPr/>
            <p:nvPr/>
          </p:nvSpPr>
          <p:spPr>
            <a:xfrm>
              <a:off x="71701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15"/>
            <p:cNvSpPr/>
            <p:nvPr/>
          </p:nvSpPr>
          <p:spPr>
            <a:xfrm>
              <a:off x="7282000" y="3191600"/>
              <a:ext cx="149525" cy="93025"/>
            </a:xfrm>
            <a:custGeom>
              <a:avLst/>
              <a:gdLst/>
              <a:ahLst/>
              <a:cxnLst/>
              <a:rect l="l" t="t" r="r" b="b"/>
              <a:pathLst>
                <a:path w="5981" h="3721" extrusionOk="0">
                  <a:moveTo>
                    <a:pt x="1" y="0"/>
                  </a:moveTo>
                  <a:lnTo>
                    <a:pt x="3584" y="3721"/>
                  </a:lnTo>
                  <a:lnTo>
                    <a:pt x="5981"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15"/>
            <p:cNvSpPr/>
            <p:nvPr/>
          </p:nvSpPr>
          <p:spPr>
            <a:xfrm>
              <a:off x="2406525" y="1218350"/>
              <a:ext cx="5385303" cy="1110475"/>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15"/>
            <p:cNvSpPr/>
            <p:nvPr/>
          </p:nvSpPr>
          <p:spPr>
            <a:xfrm>
              <a:off x="987925" y="355975"/>
              <a:ext cx="6210225" cy="1468400"/>
            </a:xfrm>
            <a:custGeom>
              <a:avLst/>
              <a:gdLst/>
              <a:ahLst/>
              <a:cxnLst/>
              <a:rect l="l" t="t" r="r" b="b"/>
              <a:pathLst>
                <a:path w="248409" h="58736" extrusionOk="0">
                  <a:moveTo>
                    <a:pt x="248203" y="1"/>
                  </a:moveTo>
                  <a:cubicBezTo>
                    <a:pt x="248151" y="1"/>
                    <a:pt x="248100" y="18"/>
                    <a:pt x="248066" y="52"/>
                  </a:cubicBezTo>
                  <a:lnTo>
                    <a:pt x="196663" y="51455"/>
                  </a:lnTo>
                  <a:lnTo>
                    <a:pt x="175778" y="51455"/>
                  </a:lnTo>
                  <a:lnTo>
                    <a:pt x="155760" y="31460"/>
                  </a:lnTo>
                  <a:lnTo>
                    <a:pt x="121112" y="31460"/>
                  </a:lnTo>
                  <a:lnTo>
                    <a:pt x="94200" y="58371"/>
                  </a:lnTo>
                  <a:lnTo>
                    <a:pt x="183" y="58371"/>
                  </a:lnTo>
                  <a:cubicBezTo>
                    <a:pt x="92" y="58371"/>
                    <a:pt x="0" y="58439"/>
                    <a:pt x="0" y="58553"/>
                  </a:cubicBezTo>
                  <a:cubicBezTo>
                    <a:pt x="0" y="58645"/>
                    <a:pt x="92" y="58736"/>
                    <a:pt x="183" y="58736"/>
                  </a:cubicBezTo>
                  <a:lnTo>
                    <a:pt x="94360" y="58736"/>
                  </a:lnTo>
                  <a:lnTo>
                    <a:pt x="121248" y="31848"/>
                  </a:lnTo>
                  <a:lnTo>
                    <a:pt x="155623" y="31848"/>
                  </a:lnTo>
                  <a:lnTo>
                    <a:pt x="175618" y="51843"/>
                  </a:lnTo>
                  <a:lnTo>
                    <a:pt x="196823" y="51843"/>
                  </a:lnTo>
                  <a:lnTo>
                    <a:pt x="248340" y="326"/>
                  </a:lnTo>
                  <a:cubicBezTo>
                    <a:pt x="248408" y="235"/>
                    <a:pt x="248408" y="121"/>
                    <a:pt x="248340" y="52"/>
                  </a:cubicBezTo>
                  <a:cubicBezTo>
                    <a:pt x="248306" y="18"/>
                    <a:pt x="248254" y="1"/>
                    <a:pt x="248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15"/>
            <p:cNvSpPr/>
            <p:nvPr/>
          </p:nvSpPr>
          <p:spPr>
            <a:xfrm>
              <a:off x="1265250" y="1389550"/>
              <a:ext cx="6299250" cy="1955000"/>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15"/>
            <p:cNvSpPr/>
            <p:nvPr/>
          </p:nvSpPr>
          <p:spPr>
            <a:xfrm>
              <a:off x="1631600" y="1974425"/>
              <a:ext cx="6160000" cy="1095650"/>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15"/>
            <p:cNvSpPr/>
            <p:nvPr/>
          </p:nvSpPr>
          <p:spPr>
            <a:xfrm>
              <a:off x="1978550" y="331575"/>
              <a:ext cx="4691750" cy="1289675"/>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15"/>
            <p:cNvSpPr/>
            <p:nvPr/>
          </p:nvSpPr>
          <p:spPr>
            <a:xfrm>
              <a:off x="937150" y="2104550"/>
              <a:ext cx="6622775" cy="1510475"/>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15"/>
            <p:cNvSpPr/>
            <p:nvPr/>
          </p:nvSpPr>
          <p:spPr>
            <a:xfrm>
              <a:off x="1664700" y="294775"/>
              <a:ext cx="3135650" cy="7666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15"/>
            <p:cNvSpPr/>
            <p:nvPr/>
          </p:nvSpPr>
          <p:spPr>
            <a:xfrm>
              <a:off x="100600" y="2193550"/>
              <a:ext cx="3410675" cy="530725"/>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15"/>
            <p:cNvSpPr/>
            <p:nvPr/>
          </p:nvSpPr>
          <p:spPr>
            <a:xfrm>
              <a:off x="106300" y="832600"/>
              <a:ext cx="2024625" cy="395475"/>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15"/>
            <p:cNvSpPr/>
            <p:nvPr/>
          </p:nvSpPr>
          <p:spPr>
            <a:xfrm>
              <a:off x="24125" y="1108225"/>
              <a:ext cx="1654850" cy="513025"/>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15"/>
            <p:cNvSpPr/>
            <p:nvPr/>
          </p:nvSpPr>
          <p:spPr>
            <a:xfrm>
              <a:off x="24125" y="1371850"/>
              <a:ext cx="979225" cy="45197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15"/>
            <p:cNvSpPr/>
            <p:nvPr/>
          </p:nvSpPr>
          <p:spPr>
            <a:xfrm>
              <a:off x="5585500" y="1408375"/>
              <a:ext cx="1529900" cy="580350"/>
            </a:xfrm>
            <a:custGeom>
              <a:avLst/>
              <a:gdLst/>
              <a:ahLst/>
              <a:cxnLst/>
              <a:rect l="l" t="t" r="r" b="b"/>
              <a:pathLst>
                <a:path w="61196" h="23214" extrusionOk="0">
                  <a:moveTo>
                    <a:pt x="49121" y="0"/>
                  </a:moveTo>
                  <a:lnTo>
                    <a:pt x="26661" y="22460"/>
                  </a:lnTo>
                  <a:lnTo>
                    <a:pt x="389" y="22460"/>
                  </a:lnTo>
                  <a:cubicBezTo>
                    <a:pt x="161" y="22460"/>
                    <a:pt x="1" y="22620"/>
                    <a:pt x="1" y="22848"/>
                  </a:cubicBezTo>
                  <a:cubicBezTo>
                    <a:pt x="1" y="23054"/>
                    <a:pt x="161" y="23214"/>
                    <a:pt x="389" y="23214"/>
                  </a:cubicBezTo>
                  <a:lnTo>
                    <a:pt x="26980" y="23214"/>
                  </a:lnTo>
                  <a:lnTo>
                    <a:pt x="49441" y="776"/>
                  </a:lnTo>
                  <a:lnTo>
                    <a:pt x="60808" y="776"/>
                  </a:lnTo>
                  <a:cubicBezTo>
                    <a:pt x="61013" y="776"/>
                    <a:pt x="61196" y="594"/>
                    <a:pt x="61196" y="388"/>
                  </a:cubicBezTo>
                  <a:cubicBezTo>
                    <a:pt x="61196" y="183"/>
                    <a:pt x="61013" y="0"/>
                    <a:pt x="60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15"/>
            <p:cNvSpPr/>
            <p:nvPr/>
          </p:nvSpPr>
          <p:spPr>
            <a:xfrm>
              <a:off x="5953000" y="3543100"/>
              <a:ext cx="134700" cy="134700"/>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15"/>
            <p:cNvSpPr/>
            <p:nvPr/>
          </p:nvSpPr>
          <p:spPr>
            <a:xfrm>
              <a:off x="5976400" y="3566500"/>
              <a:ext cx="87900" cy="8732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15"/>
            <p:cNvSpPr/>
            <p:nvPr/>
          </p:nvSpPr>
          <p:spPr>
            <a:xfrm>
              <a:off x="5421175" y="2256325"/>
              <a:ext cx="134700" cy="134700"/>
            </a:xfrm>
            <a:custGeom>
              <a:avLst/>
              <a:gdLst/>
              <a:ahLst/>
              <a:cxnLst/>
              <a:rect l="l" t="t" r="r" b="b"/>
              <a:pathLst>
                <a:path w="5388" h="5388" extrusionOk="0">
                  <a:moveTo>
                    <a:pt x="2694" y="389"/>
                  </a:moveTo>
                  <a:cubicBezTo>
                    <a:pt x="3972" y="389"/>
                    <a:pt x="4999" y="1416"/>
                    <a:pt x="4999" y="2694"/>
                  </a:cubicBezTo>
                  <a:cubicBezTo>
                    <a:pt x="4999" y="3972"/>
                    <a:pt x="3972" y="5022"/>
                    <a:pt x="2694" y="5022"/>
                  </a:cubicBezTo>
                  <a:cubicBezTo>
                    <a:pt x="1415" y="5022"/>
                    <a:pt x="365" y="3972"/>
                    <a:pt x="365" y="2694"/>
                  </a:cubicBezTo>
                  <a:cubicBezTo>
                    <a:pt x="365" y="1416"/>
                    <a:pt x="1415" y="389"/>
                    <a:pt x="2694" y="389"/>
                  </a:cubicBezTo>
                  <a:close/>
                  <a:moveTo>
                    <a:pt x="2694" y="1"/>
                  </a:moveTo>
                  <a:cubicBezTo>
                    <a:pt x="1210" y="1"/>
                    <a:pt x="0" y="1210"/>
                    <a:pt x="0" y="2694"/>
                  </a:cubicBezTo>
                  <a:cubicBezTo>
                    <a:pt x="0" y="4178"/>
                    <a:pt x="1210" y="5387"/>
                    <a:pt x="2694" y="5387"/>
                  </a:cubicBezTo>
                  <a:cubicBezTo>
                    <a:pt x="4177" y="5387"/>
                    <a:pt x="5387" y="4178"/>
                    <a:pt x="5387" y="2694"/>
                  </a:cubicBezTo>
                  <a:cubicBezTo>
                    <a:pt x="5387" y="1210"/>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15"/>
            <p:cNvSpPr/>
            <p:nvPr/>
          </p:nvSpPr>
          <p:spPr>
            <a:xfrm>
              <a:off x="5444575" y="2279725"/>
              <a:ext cx="87900" cy="87900"/>
            </a:xfrm>
            <a:custGeom>
              <a:avLst/>
              <a:gdLst/>
              <a:ahLst/>
              <a:cxnLst/>
              <a:rect l="l" t="t" r="r" b="b"/>
              <a:pathLst>
                <a:path w="3516" h="3516" extrusionOk="0">
                  <a:moveTo>
                    <a:pt x="1758" y="0"/>
                  </a:moveTo>
                  <a:cubicBezTo>
                    <a:pt x="776" y="0"/>
                    <a:pt x="0" y="799"/>
                    <a:pt x="0" y="1758"/>
                  </a:cubicBezTo>
                  <a:cubicBezTo>
                    <a:pt x="0" y="2739"/>
                    <a:pt x="776" y="3516"/>
                    <a:pt x="1758" y="3516"/>
                  </a:cubicBezTo>
                  <a:cubicBezTo>
                    <a:pt x="2716" y="3516"/>
                    <a:pt x="3515" y="2739"/>
                    <a:pt x="3515" y="1758"/>
                  </a:cubicBezTo>
                  <a:cubicBezTo>
                    <a:pt x="3515" y="799"/>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15"/>
            <p:cNvSpPr/>
            <p:nvPr/>
          </p:nvSpPr>
          <p:spPr>
            <a:xfrm>
              <a:off x="5459400" y="1912225"/>
              <a:ext cx="134700" cy="134700"/>
            </a:xfrm>
            <a:custGeom>
              <a:avLst/>
              <a:gdLst/>
              <a:ahLst/>
              <a:cxnLst/>
              <a:rect l="l" t="t" r="r" b="b"/>
              <a:pathLst>
                <a:path w="5388" h="5388" extrusionOk="0">
                  <a:moveTo>
                    <a:pt x="2694" y="366"/>
                  </a:moveTo>
                  <a:cubicBezTo>
                    <a:pt x="3972" y="366"/>
                    <a:pt x="4999" y="1416"/>
                    <a:pt x="4999" y="2694"/>
                  </a:cubicBezTo>
                  <a:cubicBezTo>
                    <a:pt x="4999" y="3973"/>
                    <a:pt x="3972" y="5000"/>
                    <a:pt x="2694" y="5000"/>
                  </a:cubicBezTo>
                  <a:cubicBezTo>
                    <a:pt x="1416" y="5000"/>
                    <a:pt x="389" y="3973"/>
                    <a:pt x="389" y="2694"/>
                  </a:cubicBezTo>
                  <a:cubicBezTo>
                    <a:pt x="389" y="1416"/>
                    <a:pt x="1416" y="366"/>
                    <a:pt x="2694" y="366"/>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15"/>
            <p:cNvSpPr/>
            <p:nvPr/>
          </p:nvSpPr>
          <p:spPr>
            <a:xfrm>
              <a:off x="5482800" y="1935625"/>
              <a:ext cx="87900" cy="87900"/>
            </a:xfrm>
            <a:custGeom>
              <a:avLst/>
              <a:gdLst/>
              <a:ahLst/>
              <a:cxnLst/>
              <a:rect l="l" t="t" r="r" b="b"/>
              <a:pathLst>
                <a:path w="3516" h="3516" extrusionOk="0">
                  <a:moveTo>
                    <a:pt x="1758" y="1"/>
                  </a:moveTo>
                  <a:cubicBezTo>
                    <a:pt x="799" y="1"/>
                    <a:pt x="0" y="777"/>
                    <a:pt x="0" y="1758"/>
                  </a:cubicBezTo>
                  <a:cubicBezTo>
                    <a:pt x="0" y="2717"/>
                    <a:pt x="799" y="3516"/>
                    <a:pt x="1758" y="3516"/>
                  </a:cubicBezTo>
                  <a:cubicBezTo>
                    <a:pt x="2739" y="3516"/>
                    <a:pt x="3515" y="2717"/>
                    <a:pt x="3515" y="1758"/>
                  </a:cubicBezTo>
                  <a:cubicBezTo>
                    <a:pt x="3515" y="777"/>
                    <a:pt x="2739"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15"/>
            <p:cNvSpPr/>
            <p:nvPr/>
          </p:nvSpPr>
          <p:spPr>
            <a:xfrm>
              <a:off x="4736975" y="1935625"/>
              <a:ext cx="87900" cy="87900"/>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15"/>
            <p:cNvSpPr/>
            <p:nvPr/>
          </p:nvSpPr>
          <p:spPr>
            <a:xfrm>
              <a:off x="7044625" y="2632950"/>
              <a:ext cx="87900" cy="8732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15"/>
            <p:cNvSpPr/>
            <p:nvPr/>
          </p:nvSpPr>
          <p:spPr>
            <a:xfrm>
              <a:off x="4222850" y="1085400"/>
              <a:ext cx="134675" cy="134675"/>
            </a:xfrm>
            <a:custGeom>
              <a:avLst/>
              <a:gdLst/>
              <a:ahLst/>
              <a:cxnLst/>
              <a:rect l="l" t="t" r="r" b="b"/>
              <a:pathLst>
                <a:path w="5387" h="5387" extrusionOk="0">
                  <a:moveTo>
                    <a:pt x="2694" y="388"/>
                  </a:moveTo>
                  <a:cubicBezTo>
                    <a:pt x="3972" y="388"/>
                    <a:pt x="5022" y="1415"/>
                    <a:pt x="5022" y="2694"/>
                  </a:cubicBezTo>
                  <a:cubicBezTo>
                    <a:pt x="5022" y="3972"/>
                    <a:pt x="3972" y="4999"/>
                    <a:pt x="2694" y="4999"/>
                  </a:cubicBezTo>
                  <a:cubicBezTo>
                    <a:pt x="1415" y="4999"/>
                    <a:pt x="388" y="3972"/>
                    <a:pt x="388" y="2694"/>
                  </a:cubicBezTo>
                  <a:cubicBezTo>
                    <a:pt x="388" y="1415"/>
                    <a:pt x="1415" y="388"/>
                    <a:pt x="2694" y="388"/>
                  </a:cubicBezTo>
                  <a:close/>
                  <a:moveTo>
                    <a:pt x="2694" y="0"/>
                  </a:moveTo>
                  <a:cubicBezTo>
                    <a:pt x="1210" y="0"/>
                    <a:pt x="0" y="1210"/>
                    <a:pt x="0" y="2694"/>
                  </a:cubicBezTo>
                  <a:cubicBezTo>
                    <a:pt x="0" y="4177"/>
                    <a:pt x="1210" y="5387"/>
                    <a:pt x="2694" y="5387"/>
                  </a:cubicBezTo>
                  <a:cubicBezTo>
                    <a:pt x="4177" y="5387"/>
                    <a:pt x="5387" y="4177"/>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15"/>
            <p:cNvSpPr/>
            <p:nvPr/>
          </p:nvSpPr>
          <p:spPr>
            <a:xfrm>
              <a:off x="4246800" y="1108775"/>
              <a:ext cx="87350" cy="87925"/>
            </a:xfrm>
            <a:custGeom>
              <a:avLst/>
              <a:gdLst/>
              <a:ahLst/>
              <a:cxnLst/>
              <a:rect l="l" t="t" r="r" b="b"/>
              <a:pathLst>
                <a:path w="3494" h="3517" extrusionOk="0">
                  <a:moveTo>
                    <a:pt x="1736" y="1"/>
                  </a:moveTo>
                  <a:cubicBezTo>
                    <a:pt x="777" y="1"/>
                    <a:pt x="1" y="800"/>
                    <a:pt x="1" y="1759"/>
                  </a:cubicBezTo>
                  <a:cubicBezTo>
                    <a:pt x="1" y="2717"/>
                    <a:pt x="777" y="3516"/>
                    <a:pt x="1736" y="3516"/>
                  </a:cubicBezTo>
                  <a:cubicBezTo>
                    <a:pt x="2717" y="3516"/>
                    <a:pt x="3493" y="2717"/>
                    <a:pt x="3493" y="1759"/>
                  </a:cubicBezTo>
                  <a:cubicBezTo>
                    <a:pt x="3493" y="800"/>
                    <a:pt x="2717" y="1"/>
                    <a:pt x="17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15"/>
            <p:cNvSpPr/>
            <p:nvPr/>
          </p:nvSpPr>
          <p:spPr>
            <a:xfrm>
              <a:off x="3502700" y="2585000"/>
              <a:ext cx="134700" cy="134700"/>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15"/>
            <p:cNvSpPr/>
            <p:nvPr/>
          </p:nvSpPr>
          <p:spPr>
            <a:xfrm>
              <a:off x="3526100" y="2608400"/>
              <a:ext cx="87900" cy="87900"/>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15"/>
            <p:cNvSpPr/>
            <p:nvPr/>
          </p:nvSpPr>
          <p:spPr>
            <a:xfrm>
              <a:off x="2281550" y="1156150"/>
              <a:ext cx="134700" cy="134700"/>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15"/>
            <p:cNvSpPr/>
            <p:nvPr/>
          </p:nvSpPr>
          <p:spPr>
            <a:xfrm>
              <a:off x="2304950" y="1179550"/>
              <a:ext cx="87325" cy="87900"/>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15"/>
            <p:cNvSpPr/>
            <p:nvPr/>
          </p:nvSpPr>
          <p:spPr>
            <a:xfrm>
              <a:off x="1577950" y="1004925"/>
              <a:ext cx="94750" cy="94750"/>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15"/>
            <p:cNvSpPr/>
            <p:nvPr/>
          </p:nvSpPr>
          <p:spPr>
            <a:xfrm>
              <a:off x="1595075" y="1022050"/>
              <a:ext cx="59950" cy="59950"/>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15"/>
            <p:cNvSpPr/>
            <p:nvPr/>
          </p:nvSpPr>
          <p:spPr>
            <a:xfrm>
              <a:off x="2892125" y="11704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15"/>
            <p:cNvSpPr/>
            <p:nvPr/>
          </p:nvSpPr>
          <p:spPr>
            <a:xfrm>
              <a:off x="7004675" y="1366150"/>
              <a:ext cx="106150" cy="106150"/>
            </a:xfrm>
            <a:custGeom>
              <a:avLst/>
              <a:gdLst/>
              <a:ahLst/>
              <a:cxnLst/>
              <a:rect l="l" t="t" r="r" b="b"/>
              <a:pathLst>
                <a:path w="4246" h="4246" extrusionOk="0">
                  <a:moveTo>
                    <a:pt x="2123" y="0"/>
                  </a:moveTo>
                  <a:cubicBezTo>
                    <a:pt x="936" y="0"/>
                    <a:pt x="0" y="959"/>
                    <a:pt x="0" y="2123"/>
                  </a:cubicBezTo>
                  <a:cubicBezTo>
                    <a:pt x="0" y="3310"/>
                    <a:pt x="936" y="4246"/>
                    <a:pt x="2123" y="4246"/>
                  </a:cubicBezTo>
                  <a:cubicBezTo>
                    <a:pt x="3287" y="4246"/>
                    <a:pt x="4246" y="3310"/>
                    <a:pt x="4246" y="2123"/>
                  </a:cubicBezTo>
                  <a:cubicBezTo>
                    <a:pt x="4246" y="959"/>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15"/>
            <p:cNvSpPr/>
            <p:nvPr/>
          </p:nvSpPr>
          <p:spPr>
            <a:xfrm>
              <a:off x="6446600" y="2270600"/>
              <a:ext cx="106150" cy="106150"/>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15"/>
            <p:cNvSpPr/>
            <p:nvPr/>
          </p:nvSpPr>
          <p:spPr>
            <a:xfrm>
              <a:off x="6258275" y="3300575"/>
              <a:ext cx="69650" cy="69650"/>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15"/>
            <p:cNvSpPr/>
            <p:nvPr/>
          </p:nvSpPr>
          <p:spPr>
            <a:xfrm>
              <a:off x="4746100" y="3030675"/>
              <a:ext cx="69650" cy="69075"/>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15"/>
            <p:cNvSpPr/>
            <p:nvPr/>
          </p:nvSpPr>
          <p:spPr>
            <a:xfrm>
              <a:off x="5111875" y="1378700"/>
              <a:ext cx="106175" cy="106150"/>
            </a:xfrm>
            <a:custGeom>
              <a:avLst/>
              <a:gdLst/>
              <a:ahLst/>
              <a:cxnLst/>
              <a:rect l="l" t="t" r="r" b="b"/>
              <a:pathLst>
                <a:path w="4247" h="4246" extrusionOk="0">
                  <a:moveTo>
                    <a:pt x="2124" y="0"/>
                  </a:moveTo>
                  <a:cubicBezTo>
                    <a:pt x="960" y="0"/>
                    <a:pt x="1" y="959"/>
                    <a:pt x="1" y="2123"/>
                  </a:cubicBezTo>
                  <a:cubicBezTo>
                    <a:pt x="1" y="3310"/>
                    <a:pt x="960" y="4246"/>
                    <a:pt x="2124" y="4246"/>
                  </a:cubicBezTo>
                  <a:cubicBezTo>
                    <a:pt x="3288" y="4246"/>
                    <a:pt x="4246" y="3310"/>
                    <a:pt x="4246" y="2123"/>
                  </a:cubicBezTo>
                  <a:cubicBezTo>
                    <a:pt x="4246" y="959"/>
                    <a:pt x="3288" y="0"/>
                    <a:pt x="21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15"/>
            <p:cNvSpPr/>
            <p:nvPr/>
          </p:nvSpPr>
          <p:spPr>
            <a:xfrm>
              <a:off x="5692225" y="1404950"/>
              <a:ext cx="75350" cy="74775"/>
            </a:xfrm>
            <a:custGeom>
              <a:avLst/>
              <a:gdLst/>
              <a:ahLst/>
              <a:cxnLst/>
              <a:rect l="l" t="t" r="r" b="b"/>
              <a:pathLst>
                <a:path w="3014" h="2991" extrusionOk="0">
                  <a:moveTo>
                    <a:pt x="1507" y="0"/>
                  </a:moveTo>
                  <a:cubicBezTo>
                    <a:pt x="685" y="0"/>
                    <a:pt x="0" y="662"/>
                    <a:pt x="0" y="1507"/>
                  </a:cubicBezTo>
                  <a:cubicBezTo>
                    <a:pt x="0" y="2328"/>
                    <a:pt x="685" y="2990"/>
                    <a:pt x="1507" y="2990"/>
                  </a:cubicBezTo>
                  <a:cubicBezTo>
                    <a:pt x="2328" y="2990"/>
                    <a:pt x="3013" y="2328"/>
                    <a:pt x="3013" y="1507"/>
                  </a:cubicBezTo>
                  <a:cubicBezTo>
                    <a:pt x="3013" y="662"/>
                    <a:pt x="2328"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15"/>
            <p:cNvSpPr/>
            <p:nvPr/>
          </p:nvSpPr>
          <p:spPr>
            <a:xfrm>
              <a:off x="5821750" y="1469425"/>
              <a:ext cx="79350" cy="79350"/>
            </a:xfrm>
            <a:custGeom>
              <a:avLst/>
              <a:gdLst/>
              <a:ahLst/>
              <a:cxnLst/>
              <a:rect l="l" t="t" r="r" b="b"/>
              <a:pathLst>
                <a:path w="3174" h="3174" extrusionOk="0">
                  <a:moveTo>
                    <a:pt x="1598" y="1"/>
                  </a:moveTo>
                  <a:cubicBezTo>
                    <a:pt x="708" y="1"/>
                    <a:pt x="1" y="708"/>
                    <a:pt x="1" y="1575"/>
                  </a:cubicBezTo>
                  <a:cubicBezTo>
                    <a:pt x="1" y="2466"/>
                    <a:pt x="708" y="3173"/>
                    <a:pt x="1598" y="3173"/>
                  </a:cubicBezTo>
                  <a:cubicBezTo>
                    <a:pt x="2466" y="3173"/>
                    <a:pt x="3173" y="2466"/>
                    <a:pt x="3173" y="1575"/>
                  </a:cubicBezTo>
                  <a:cubicBezTo>
                    <a:pt x="3173" y="708"/>
                    <a:pt x="2466"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15"/>
            <p:cNvSpPr/>
            <p:nvPr/>
          </p:nvSpPr>
          <p:spPr>
            <a:xfrm>
              <a:off x="3572900" y="2384150"/>
              <a:ext cx="139825" cy="139250"/>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15"/>
            <p:cNvSpPr/>
            <p:nvPr/>
          </p:nvSpPr>
          <p:spPr>
            <a:xfrm>
              <a:off x="5419450" y="2995300"/>
              <a:ext cx="139825" cy="139825"/>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15"/>
            <p:cNvSpPr/>
            <p:nvPr/>
          </p:nvSpPr>
          <p:spPr>
            <a:xfrm>
              <a:off x="3311550" y="1787275"/>
              <a:ext cx="65075" cy="65075"/>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15"/>
            <p:cNvSpPr/>
            <p:nvPr/>
          </p:nvSpPr>
          <p:spPr>
            <a:xfrm>
              <a:off x="3501550" y="1519075"/>
              <a:ext cx="143825" cy="144400"/>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15"/>
            <p:cNvSpPr/>
            <p:nvPr/>
          </p:nvSpPr>
          <p:spPr>
            <a:xfrm>
              <a:off x="3526675" y="1544750"/>
              <a:ext cx="93600" cy="93050"/>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15"/>
            <p:cNvSpPr/>
            <p:nvPr/>
          </p:nvSpPr>
          <p:spPr>
            <a:xfrm>
              <a:off x="1930050" y="1563575"/>
              <a:ext cx="106150" cy="106175"/>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15"/>
            <p:cNvSpPr/>
            <p:nvPr/>
          </p:nvSpPr>
          <p:spPr>
            <a:xfrm>
              <a:off x="1621325" y="1563575"/>
              <a:ext cx="106175" cy="106175"/>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15"/>
            <p:cNvSpPr/>
            <p:nvPr/>
          </p:nvSpPr>
          <p:spPr>
            <a:xfrm>
              <a:off x="944550" y="1765575"/>
              <a:ext cx="106175" cy="106175"/>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15"/>
            <p:cNvSpPr/>
            <p:nvPr/>
          </p:nvSpPr>
          <p:spPr>
            <a:xfrm>
              <a:off x="496050" y="13239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15"/>
            <p:cNvSpPr/>
            <p:nvPr/>
          </p:nvSpPr>
          <p:spPr>
            <a:xfrm>
              <a:off x="3168300" y="1186975"/>
              <a:ext cx="72500" cy="73050"/>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15"/>
            <p:cNvSpPr/>
            <p:nvPr/>
          </p:nvSpPr>
          <p:spPr>
            <a:xfrm>
              <a:off x="1238425" y="1362725"/>
              <a:ext cx="73075" cy="73050"/>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15"/>
            <p:cNvSpPr/>
            <p:nvPr/>
          </p:nvSpPr>
          <p:spPr>
            <a:xfrm>
              <a:off x="2281550" y="832600"/>
              <a:ext cx="2995850" cy="9725"/>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15"/>
            <p:cNvSpPr/>
            <p:nvPr/>
          </p:nvSpPr>
          <p:spPr>
            <a:xfrm>
              <a:off x="2222775" y="800650"/>
              <a:ext cx="73075" cy="73050"/>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15"/>
            <p:cNvSpPr/>
            <p:nvPr/>
          </p:nvSpPr>
          <p:spPr>
            <a:xfrm>
              <a:off x="5235725" y="800650"/>
              <a:ext cx="73050" cy="73050"/>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15"/>
            <p:cNvSpPr/>
            <p:nvPr/>
          </p:nvSpPr>
          <p:spPr>
            <a:xfrm>
              <a:off x="5732175" y="319450"/>
              <a:ext cx="1118450" cy="1117475"/>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15"/>
            <p:cNvSpPr/>
            <p:nvPr/>
          </p:nvSpPr>
          <p:spPr>
            <a:xfrm>
              <a:off x="5870250" y="381100"/>
              <a:ext cx="1118475" cy="1117450"/>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15"/>
            <p:cNvSpPr/>
            <p:nvPr/>
          </p:nvSpPr>
          <p:spPr>
            <a:xfrm>
              <a:off x="4775775" y="1974875"/>
              <a:ext cx="2300825" cy="706600"/>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15"/>
            <p:cNvSpPr/>
            <p:nvPr/>
          </p:nvSpPr>
          <p:spPr>
            <a:xfrm>
              <a:off x="3518100" y="2023500"/>
              <a:ext cx="149550" cy="93050"/>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15"/>
            <p:cNvSpPr/>
            <p:nvPr/>
          </p:nvSpPr>
          <p:spPr>
            <a:xfrm>
              <a:off x="3630525" y="2023500"/>
              <a:ext cx="148950" cy="93050"/>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15"/>
            <p:cNvSpPr/>
            <p:nvPr/>
          </p:nvSpPr>
          <p:spPr>
            <a:xfrm>
              <a:off x="3742375" y="2023500"/>
              <a:ext cx="149525" cy="93050"/>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15"/>
            <p:cNvSpPr/>
            <p:nvPr/>
          </p:nvSpPr>
          <p:spPr>
            <a:xfrm>
              <a:off x="38547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15"/>
            <p:cNvSpPr/>
            <p:nvPr/>
          </p:nvSpPr>
          <p:spPr>
            <a:xfrm>
              <a:off x="3966625" y="2023500"/>
              <a:ext cx="148950" cy="93050"/>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15"/>
            <p:cNvSpPr/>
            <p:nvPr/>
          </p:nvSpPr>
          <p:spPr>
            <a:xfrm>
              <a:off x="4078475" y="2023500"/>
              <a:ext cx="149525" cy="93050"/>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15"/>
            <p:cNvSpPr/>
            <p:nvPr/>
          </p:nvSpPr>
          <p:spPr>
            <a:xfrm>
              <a:off x="41908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15"/>
            <p:cNvSpPr/>
            <p:nvPr/>
          </p:nvSpPr>
          <p:spPr>
            <a:xfrm>
              <a:off x="4302725" y="2023500"/>
              <a:ext cx="149525" cy="93050"/>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15"/>
            <p:cNvSpPr/>
            <p:nvPr/>
          </p:nvSpPr>
          <p:spPr>
            <a:xfrm>
              <a:off x="2718075" y="2800150"/>
              <a:ext cx="276800" cy="172925"/>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15"/>
            <p:cNvSpPr/>
            <p:nvPr/>
          </p:nvSpPr>
          <p:spPr>
            <a:xfrm>
              <a:off x="2925800" y="2800150"/>
              <a:ext cx="276775" cy="172925"/>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15"/>
            <p:cNvSpPr/>
            <p:nvPr/>
          </p:nvSpPr>
          <p:spPr>
            <a:xfrm>
              <a:off x="3133500" y="2800150"/>
              <a:ext cx="276775" cy="172925"/>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15"/>
            <p:cNvSpPr/>
            <p:nvPr/>
          </p:nvSpPr>
          <p:spPr>
            <a:xfrm>
              <a:off x="3341775" y="2800150"/>
              <a:ext cx="276800" cy="172925"/>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15"/>
            <p:cNvSpPr/>
            <p:nvPr/>
          </p:nvSpPr>
          <p:spPr>
            <a:xfrm>
              <a:off x="3549500" y="2800150"/>
              <a:ext cx="276775" cy="172925"/>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15"/>
            <p:cNvSpPr/>
            <p:nvPr/>
          </p:nvSpPr>
          <p:spPr>
            <a:xfrm>
              <a:off x="3757200" y="2800150"/>
              <a:ext cx="276775" cy="172925"/>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15"/>
            <p:cNvSpPr/>
            <p:nvPr/>
          </p:nvSpPr>
          <p:spPr>
            <a:xfrm>
              <a:off x="61139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15"/>
            <p:cNvSpPr/>
            <p:nvPr/>
          </p:nvSpPr>
          <p:spPr>
            <a:xfrm>
              <a:off x="5906200" y="435450"/>
              <a:ext cx="276800" cy="172925"/>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15"/>
            <p:cNvSpPr/>
            <p:nvPr/>
          </p:nvSpPr>
          <p:spPr>
            <a:xfrm>
              <a:off x="5698500" y="435450"/>
              <a:ext cx="276775" cy="172925"/>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15"/>
            <p:cNvSpPr/>
            <p:nvPr/>
          </p:nvSpPr>
          <p:spPr>
            <a:xfrm>
              <a:off x="54902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15"/>
            <p:cNvSpPr/>
            <p:nvPr/>
          </p:nvSpPr>
          <p:spPr>
            <a:xfrm>
              <a:off x="5282500" y="435450"/>
              <a:ext cx="276775" cy="172925"/>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15"/>
            <p:cNvSpPr/>
            <p:nvPr/>
          </p:nvSpPr>
          <p:spPr>
            <a:xfrm>
              <a:off x="5074800" y="435450"/>
              <a:ext cx="276775" cy="172925"/>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15"/>
            <p:cNvSpPr/>
            <p:nvPr/>
          </p:nvSpPr>
          <p:spPr>
            <a:xfrm>
              <a:off x="4867075" y="435450"/>
              <a:ext cx="276800" cy="172925"/>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15"/>
            <p:cNvSpPr/>
            <p:nvPr/>
          </p:nvSpPr>
          <p:spPr>
            <a:xfrm>
              <a:off x="4658800" y="435450"/>
              <a:ext cx="276775" cy="172925"/>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15"/>
            <p:cNvSpPr/>
            <p:nvPr/>
          </p:nvSpPr>
          <p:spPr>
            <a:xfrm>
              <a:off x="4853400"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15"/>
            <p:cNvSpPr/>
            <p:nvPr/>
          </p:nvSpPr>
          <p:spPr>
            <a:xfrm>
              <a:off x="4940700"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15"/>
            <p:cNvSpPr/>
            <p:nvPr/>
          </p:nvSpPr>
          <p:spPr>
            <a:xfrm>
              <a:off x="5028000"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15"/>
            <p:cNvSpPr/>
            <p:nvPr/>
          </p:nvSpPr>
          <p:spPr>
            <a:xfrm>
              <a:off x="5115300" y="927325"/>
              <a:ext cx="143825" cy="155250"/>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15"/>
            <p:cNvSpPr/>
            <p:nvPr/>
          </p:nvSpPr>
          <p:spPr>
            <a:xfrm>
              <a:off x="5202625" y="927325"/>
              <a:ext cx="143825" cy="155250"/>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15"/>
            <p:cNvSpPr/>
            <p:nvPr/>
          </p:nvSpPr>
          <p:spPr>
            <a:xfrm>
              <a:off x="5289925" y="927325"/>
              <a:ext cx="143825" cy="155250"/>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15"/>
            <p:cNvSpPr/>
            <p:nvPr/>
          </p:nvSpPr>
          <p:spPr>
            <a:xfrm>
              <a:off x="5377225" y="927325"/>
              <a:ext cx="143825" cy="155250"/>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15"/>
            <p:cNvSpPr/>
            <p:nvPr/>
          </p:nvSpPr>
          <p:spPr>
            <a:xfrm>
              <a:off x="5465100" y="927325"/>
              <a:ext cx="143250" cy="155250"/>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15"/>
            <p:cNvSpPr/>
            <p:nvPr/>
          </p:nvSpPr>
          <p:spPr>
            <a:xfrm>
              <a:off x="5552425"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15"/>
            <p:cNvSpPr/>
            <p:nvPr/>
          </p:nvSpPr>
          <p:spPr>
            <a:xfrm>
              <a:off x="5639725"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15"/>
            <p:cNvSpPr/>
            <p:nvPr/>
          </p:nvSpPr>
          <p:spPr>
            <a:xfrm>
              <a:off x="5727025"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2" name="Google Shape;1382;p15"/>
          <p:cNvGrpSpPr/>
          <p:nvPr/>
        </p:nvGrpSpPr>
        <p:grpSpPr>
          <a:xfrm rot="5400000">
            <a:off x="674625" y="3321200"/>
            <a:ext cx="979800" cy="3475150"/>
            <a:chOff x="327125" y="2375600"/>
            <a:chExt cx="979800" cy="3475150"/>
          </a:xfrm>
        </p:grpSpPr>
        <p:sp>
          <p:nvSpPr>
            <p:cNvPr id="1383" name="Google Shape;1383;p15"/>
            <p:cNvSpPr/>
            <p:nvPr/>
          </p:nvSpPr>
          <p:spPr>
            <a:xfrm>
              <a:off x="531425" y="2394425"/>
              <a:ext cx="115850" cy="3456325"/>
            </a:xfrm>
            <a:custGeom>
              <a:avLst/>
              <a:gdLst/>
              <a:ahLst/>
              <a:cxnLst/>
              <a:rect l="l" t="t" r="r" b="b"/>
              <a:pathLst>
                <a:path w="4634" h="138253" fill="none" extrusionOk="0">
                  <a:moveTo>
                    <a:pt x="3150" y="138253"/>
                  </a:moveTo>
                  <a:lnTo>
                    <a:pt x="3150" y="54872"/>
                  </a:lnTo>
                  <a:lnTo>
                    <a:pt x="0" y="51722"/>
                  </a:lnTo>
                  <a:lnTo>
                    <a:pt x="0" y="28714"/>
                  </a:lnTo>
                  <a:lnTo>
                    <a:pt x="4634" y="24058"/>
                  </a:lnTo>
                  <a:lnTo>
                    <a:pt x="463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15"/>
            <p:cNvSpPr/>
            <p:nvPr/>
          </p:nvSpPr>
          <p:spPr>
            <a:xfrm>
              <a:off x="627275" y="2375600"/>
              <a:ext cx="39975" cy="39950"/>
            </a:xfrm>
            <a:custGeom>
              <a:avLst/>
              <a:gdLst/>
              <a:ahLst/>
              <a:cxnLst/>
              <a:rect l="l" t="t" r="r" b="b"/>
              <a:pathLst>
                <a:path w="1599" h="1598" extrusionOk="0">
                  <a:moveTo>
                    <a:pt x="800" y="0"/>
                  </a:moveTo>
                  <a:cubicBezTo>
                    <a:pt x="366" y="0"/>
                    <a:pt x="1" y="365"/>
                    <a:pt x="1" y="799"/>
                  </a:cubicBezTo>
                  <a:cubicBezTo>
                    <a:pt x="1" y="1233"/>
                    <a:pt x="366" y="1598"/>
                    <a:pt x="800" y="1598"/>
                  </a:cubicBezTo>
                  <a:cubicBezTo>
                    <a:pt x="1256" y="1598"/>
                    <a:pt x="1599" y="1233"/>
                    <a:pt x="1599" y="799"/>
                  </a:cubicBezTo>
                  <a:cubicBezTo>
                    <a:pt x="1599" y="365"/>
                    <a:pt x="1256"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15"/>
            <p:cNvSpPr/>
            <p:nvPr/>
          </p:nvSpPr>
          <p:spPr>
            <a:xfrm>
              <a:off x="347100" y="2923975"/>
              <a:ext cx="112450" cy="2344175"/>
            </a:xfrm>
            <a:custGeom>
              <a:avLst/>
              <a:gdLst/>
              <a:ahLst/>
              <a:cxnLst/>
              <a:rect l="l" t="t" r="r" b="b"/>
              <a:pathLst>
                <a:path w="4498" h="93767" fill="none" extrusionOk="0">
                  <a:moveTo>
                    <a:pt x="4497" y="93766"/>
                  </a:moveTo>
                  <a:lnTo>
                    <a:pt x="4497" y="50855"/>
                  </a:lnTo>
                  <a:lnTo>
                    <a:pt x="1" y="46358"/>
                  </a:lnTo>
                  <a:lnTo>
                    <a:pt x="1"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15"/>
            <p:cNvSpPr/>
            <p:nvPr/>
          </p:nvSpPr>
          <p:spPr>
            <a:xfrm>
              <a:off x="327125" y="2904575"/>
              <a:ext cx="39975" cy="39950"/>
            </a:xfrm>
            <a:custGeom>
              <a:avLst/>
              <a:gdLst/>
              <a:ahLst/>
              <a:cxnLst/>
              <a:rect l="l" t="t" r="r" b="b"/>
              <a:pathLst>
                <a:path w="1599" h="1598" extrusionOk="0">
                  <a:moveTo>
                    <a:pt x="800" y="0"/>
                  </a:moveTo>
                  <a:cubicBezTo>
                    <a:pt x="366" y="0"/>
                    <a:pt x="1" y="365"/>
                    <a:pt x="1" y="799"/>
                  </a:cubicBezTo>
                  <a:cubicBezTo>
                    <a:pt x="1" y="1255"/>
                    <a:pt x="366" y="1598"/>
                    <a:pt x="800" y="1598"/>
                  </a:cubicBezTo>
                  <a:cubicBezTo>
                    <a:pt x="1233" y="1598"/>
                    <a:pt x="1599" y="1255"/>
                    <a:pt x="1599" y="799"/>
                  </a:cubicBezTo>
                  <a:cubicBezTo>
                    <a:pt x="1599" y="365"/>
                    <a:pt x="1233" y="0"/>
                    <a:pt x="80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15"/>
            <p:cNvSpPr/>
            <p:nvPr/>
          </p:nvSpPr>
          <p:spPr>
            <a:xfrm>
              <a:off x="347100" y="2676875"/>
              <a:ext cx="192900" cy="374375"/>
            </a:xfrm>
            <a:custGeom>
              <a:avLst/>
              <a:gdLst/>
              <a:ahLst/>
              <a:cxnLst/>
              <a:rect l="l" t="t" r="r" b="b"/>
              <a:pathLst>
                <a:path w="7716" h="14975" fill="none" extrusionOk="0">
                  <a:moveTo>
                    <a:pt x="1" y="14974"/>
                  </a:moveTo>
                  <a:lnTo>
                    <a:pt x="7716" y="7259"/>
                  </a:lnTo>
                  <a:lnTo>
                    <a:pt x="7716" y="1"/>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15"/>
            <p:cNvSpPr/>
            <p:nvPr/>
          </p:nvSpPr>
          <p:spPr>
            <a:xfrm>
              <a:off x="520000" y="2658050"/>
              <a:ext cx="39975" cy="3997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15"/>
            <p:cNvSpPr/>
            <p:nvPr/>
          </p:nvSpPr>
          <p:spPr>
            <a:xfrm>
              <a:off x="347100" y="4357400"/>
              <a:ext cx="25" cy="971225"/>
            </a:xfrm>
            <a:custGeom>
              <a:avLst/>
              <a:gdLst/>
              <a:ahLst/>
              <a:cxnLst/>
              <a:rect l="l" t="t" r="r" b="b"/>
              <a:pathLst>
                <a:path w="1" h="38849" fill="none" extrusionOk="0">
                  <a:moveTo>
                    <a:pt x="1" y="38849"/>
                  </a:moveTo>
                  <a:lnTo>
                    <a:pt x="1"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15"/>
            <p:cNvSpPr/>
            <p:nvPr/>
          </p:nvSpPr>
          <p:spPr>
            <a:xfrm>
              <a:off x="327125" y="433855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33" y="1599"/>
                    <a:pt x="1599" y="1234"/>
                    <a:pt x="1599" y="800"/>
                  </a:cubicBezTo>
                  <a:cubicBezTo>
                    <a:pt x="1599" y="343"/>
                    <a:pt x="1233" y="1"/>
                    <a:pt x="8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15"/>
            <p:cNvSpPr/>
            <p:nvPr/>
          </p:nvSpPr>
          <p:spPr>
            <a:xfrm>
              <a:off x="690625" y="3227550"/>
              <a:ext cx="172925" cy="2083400"/>
            </a:xfrm>
            <a:custGeom>
              <a:avLst/>
              <a:gdLst/>
              <a:ahLst/>
              <a:cxnLst/>
              <a:rect l="l" t="t" r="r" b="b"/>
              <a:pathLst>
                <a:path w="6917" h="83336" fill="none" extrusionOk="0">
                  <a:moveTo>
                    <a:pt x="6917" y="83335"/>
                  </a:moveTo>
                  <a:lnTo>
                    <a:pt x="0" y="76396"/>
                  </a:lnTo>
                  <a:lnTo>
                    <a:pt x="0" y="15841"/>
                  </a:lnTo>
                  <a:lnTo>
                    <a:pt x="4954" y="10865"/>
                  </a:lnTo>
                  <a:lnTo>
                    <a:pt x="4954"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15"/>
            <p:cNvSpPr/>
            <p:nvPr/>
          </p:nvSpPr>
          <p:spPr>
            <a:xfrm>
              <a:off x="794475" y="320870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56" y="1599"/>
                    <a:pt x="1598" y="1234"/>
                    <a:pt x="1598" y="800"/>
                  </a:cubicBezTo>
                  <a:cubicBezTo>
                    <a:pt x="1598" y="343"/>
                    <a:pt x="1256" y="1"/>
                    <a:pt x="8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15"/>
            <p:cNvSpPr/>
            <p:nvPr/>
          </p:nvSpPr>
          <p:spPr>
            <a:xfrm>
              <a:off x="776800" y="3899750"/>
              <a:ext cx="25" cy="1084800"/>
            </a:xfrm>
            <a:custGeom>
              <a:avLst/>
              <a:gdLst/>
              <a:ahLst/>
              <a:cxnLst/>
              <a:rect l="l" t="t" r="r" b="b"/>
              <a:pathLst>
                <a:path w="1" h="43392" fill="none" extrusionOk="0">
                  <a:moveTo>
                    <a:pt x="0" y="43391"/>
                  </a:moveTo>
                  <a:lnTo>
                    <a:pt x="0"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15"/>
            <p:cNvSpPr/>
            <p:nvPr/>
          </p:nvSpPr>
          <p:spPr>
            <a:xfrm>
              <a:off x="756825" y="4963400"/>
              <a:ext cx="40525" cy="39975"/>
            </a:xfrm>
            <a:custGeom>
              <a:avLst/>
              <a:gdLst/>
              <a:ahLst/>
              <a:cxnLst/>
              <a:rect l="l" t="t" r="r" b="b"/>
              <a:pathLst>
                <a:path w="1621" h="1599" extrusionOk="0">
                  <a:moveTo>
                    <a:pt x="799" y="1"/>
                  </a:moveTo>
                  <a:cubicBezTo>
                    <a:pt x="365" y="1"/>
                    <a:pt x="0" y="366"/>
                    <a:pt x="0" y="800"/>
                  </a:cubicBezTo>
                  <a:cubicBezTo>
                    <a:pt x="0" y="1233"/>
                    <a:pt x="365" y="1598"/>
                    <a:pt x="799" y="1598"/>
                  </a:cubicBezTo>
                  <a:cubicBezTo>
                    <a:pt x="1256" y="1598"/>
                    <a:pt x="1621" y="1233"/>
                    <a:pt x="1621" y="800"/>
                  </a:cubicBezTo>
                  <a:cubicBezTo>
                    <a:pt x="1621" y="366"/>
                    <a:pt x="1256" y="1"/>
                    <a:pt x="799"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15"/>
            <p:cNvSpPr/>
            <p:nvPr/>
          </p:nvSpPr>
          <p:spPr>
            <a:xfrm>
              <a:off x="756825" y="3880925"/>
              <a:ext cx="40525" cy="39950"/>
            </a:xfrm>
            <a:custGeom>
              <a:avLst/>
              <a:gdLst/>
              <a:ahLst/>
              <a:cxnLst/>
              <a:rect l="l" t="t" r="r" b="b"/>
              <a:pathLst>
                <a:path w="1621" h="1598" extrusionOk="0">
                  <a:moveTo>
                    <a:pt x="799" y="0"/>
                  </a:moveTo>
                  <a:cubicBezTo>
                    <a:pt x="365" y="0"/>
                    <a:pt x="0" y="342"/>
                    <a:pt x="0" y="799"/>
                  </a:cubicBezTo>
                  <a:cubicBezTo>
                    <a:pt x="0" y="1233"/>
                    <a:pt x="365" y="1598"/>
                    <a:pt x="799" y="1598"/>
                  </a:cubicBezTo>
                  <a:cubicBezTo>
                    <a:pt x="1256" y="1598"/>
                    <a:pt x="1621" y="1233"/>
                    <a:pt x="1621" y="799"/>
                  </a:cubicBezTo>
                  <a:cubicBezTo>
                    <a:pt x="1621" y="342"/>
                    <a:pt x="1256" y="0"/>
                    <a:pt x="799"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15"/>
            <p:cNvSpPr/>
            <p:nvPr/>
          </p:nvSpPr>
          <p:spPr>
            <a:xfrm>
              <a:off x="861250" y="3692600"/>
              <a:ext cx="445675" cy="1618350"/>
            </a:xfrm>
            <a:custGeom>
              <a:avLst/>
              <a:gdLst/>
              <a:ahLst/>
              <a:cxnLst/>
              <a:rect l="l" t="t" r="r" b="b"/>
              <a:pathLst>
                <a:path w="17827" h="64734" fill="none" extrusionOk="0">
                  <a:moveTo>
                    <a:pt x="17827" y="64733"/>
                  </a:moveTo>
                  <a:lnTo>
                    <a:pt x="4314" y="51221"/>
                  </a:lnTo>
                  <a:lnTo>
                    <a:pt x="4314" y="28258"/>
                  </a:lnTo>
                  <a:lnTo>
                    <a:pt x="0" y="23944"/>
                  </a:lnTo>
                  <a:lnTo>
                    <a:pt x="0" y="1"/>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15"/>
            <p:cNvSpPr/>
            <p:nvPr/>
          </p:nvSpPr>
          <p:spPr>
            <a:xfrm>
              <a:off x="841275" y="3673200"/>
              <a:ext cx="39975" cy="40550"/>
            </a:xfrm>
            <a:custGeom>
              <a:avLst/>
              <a:gdLst/>
              <a:ahLst/>
              <a:cxnLst/>
              <a:rect l="l" t="t" r="r" b="b"/>
              <a:pathLst>
                <a:path w="1599" h="1622" extrusionOk="0">
                  <a:moveTo>
                    <a:pt x="799" y="1"/>
                  </a:moveTo>
                  <a:cubicBezTo>
                    <a:pt x="343" y="1"/>
                    <a:pt x="0" y="366"/>
                    <a:pt x="0" y="800"/>
                  </a:cubicBezTo>
                  <a:cubicBezTo>
                    <a:pt x="0" y="1256"/>
                    <a:pt x="343" y="1621"/>
                    <a:pt x="799" y="1621"/>
                  </a:cubicBezTo>
                  <a:cubicBezTo>
                    <a:pt x="1233" y="1621"/>
                    <a:pt x="1598" y="1256"/>
                    <a:pt x="1598" y="800"/>
                  </a:cubicBezTo>
                  <a:cubicBezTo>
                    <a:pt x="1598" y="366"/>
                    <a:pt x="1233" y="1"/>
                    <a:pt x="799"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8" name="Google Shape;1398;p15"/>
          <p:cNvSpPr txBox="1">
            <a:spLocks noGrp="1"/>
          </p:cNvSpPr>
          <p:nvPr>
            <p:ph type="title"/>
          </p:nvPr>
        </p:nvSpPr>
        <p:spPr>
          <a:xfrm>
            <a:off x="720000" y="461875"/>
            <a:ext cx="7704000" cy="488400"/>
          </a:xfrm>
          <a:prstGeom prst="rect">
            <a:avLst/>
          </a:prstGeom>
        </p:spPr>
        <p:txBody>
          <a:bodyPr spcFirstLastPara="1" wrap="square" lIns="0" tIns="0" rIns="0" bIns="0" anchor="t" anchorCtr="0">
            <a:noAutofit/>
          </a:bodyPr>
          <a:lstStyle>
            <a:lvl1pPr lvl="0" rtl="0">
              <a:spcBef>
                <a:spcPts val="0"/>
              </a:spcBef>
              <a:spcAft>
                <a:spcPts val="0"/>
              </a:spcAft>
              <a:buSzPts val="3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399" name="Google Shape;1399;p15"/>
          <p:cNvSpPr txBox="1">
            <a:spLocks noGrp="1"/>
          </p:cNvSpPr>
          <p:nvPr>
            <p:ph type="subTitle" idx="1"/>
          </p:nvPr>
        </p:nvSpPr>
        <p:spPr>
          <a:xfrm>
            <a:off x="719994" y="2088317"/>
            <a:ext cx="1751700" cy="645300"/>
          </a:xfrm>
          <a:prstGeom prst="rect">
            <a:avLst/>
          </a:prstGeom>
        </p:spPr>
        <p:txBody>
          <a:bodyPr spcFirstLastPara="1" wrap="square" lIns="0" tIns="0" rIns="0" bIns="0" anchor="ctr" anchorCtr="0">
            <a:noAutofit/>
          </a:bodyPr>
          <a:lstStyle>
            <a:lvl1pPr lvl="0" algn="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400" name="Google Shape;1400;p15"/>
          <p:cNvSpPr txBox="1">
            <a:spLocks noGrp="1"/>
          </p:cNvSpPr>
          <p:nvPr>
            <p:ph type="title" idx="2"/>
          </p:nvPr>
        </p:nvSpPr>
        <p:spPr>
          <a:xfrm>
            <a:off x="720000" y="1607275"/>
            <a:ext cx="1751700" cy="316800"/>
          </a:xfrm>
          <a:prstGeom prst="rect">
            <a:avLst/>
          </a:prstGeom>
        </p:spPr>
        <p:txBody>
          <a:bodyPr spcFirstLastPara="1" wrap="square" lIns="0" tIns="0" rIns="0" bIns="0" anchor="ctr" anchorCtr="0">
            <a:noAutofit/>
          </a:bodyPr>
          <a:lstStyle>
            <a:lvl1pPr lvl="0" algn="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401" name="Google Shape;1401;p15"/>
          <p:cNvSpPr txBox="1">
            <a:spLocks noGrp="1"/>
          </p:cNvSpPr>
          <p:nvPr>
            <p:ph type="subTitle" idx="3"/>
          </p:nvPr>
        </p:nvSpPr>
        <p:spPr>
          <a:xfrm>
            <a:off x="719994" y="3626192"/>
            <a:ext cx="1751700" cy="645300"/>
          </a:xfrm>
          <a:prstGeom prst="rect">
            <a:avLst/>
          </a:prstGeom>
        </p:spPr>
        <p:txBody>
          <a:bodyPr spcFirstLastPara="1" wrap="square" lIns="0" tIns="0" rIns="0" bIns="0" anchor="ctr" anchorCtr="0">
            <a:noAutofit/>
          </a:bodyPr>
          <a:lstStyle>
            <a:lvl1pPr lvl="0" algn="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402" name="Google Shape;1402;p15"/>
          <p:cNvSpPr txBox="1">
            <a:spLocks noGrp="1"/>
          </p:cNvSpPr>
          <p:nvPr>
            <p:ph type="title" idx="4"/>
          </p:nvPr>
        </p:nvSpPr>
        <p:spPr>
          <a:xfrm>
            <a:off x="720000" y="3145150"/>
            <a:ext cx="1751700" cy="316800"/>
          </a:xfrm>
          <a:prstGeom prst="rect">
            <a:avLst/>
          </a:prstGeom>
        </p:spPr>
        <p:txBody>
          <a:bodyPr spcFirstLastPara="1" wrap="square" lIns="0" tIns="0" rIns="0" bIns="0" anchor="ctr" anchorCtr="0">
            <a:noAutofit/>
          </a:bodyPr>
          <a:lstStyle>
            <a:lvl1pPr lvl="0" algn="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403" name="Google Shape;1403;p15"/>
          <p:cNvSpPr txBox="1">
            <a:spLocks noGrp="1"/>
          </p:cNvSpPr>
          <p:nvPr>
            <p:ph type="subTitle" idx="5"/>
          </p:nvPr>
        </p:nvSpPr>
        <p:spPr>
          <a:xfrm>
            <a:off x="6672294" y="2088317"/>
            <a:ext cx="1751700" cy="645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404" name="Google Shape;1404;p15"/>
          <p:cNvSpPr txBox="1">
            <a:spLocks noGrp="1"/>
          </p:cNvSpPr>
          <p:nvPr>
            <p:ph type="title" idx="6"/>
          </p:nvPr>
        </p:nvSpPr>
        <p:spPr>
          <a:xfrm>
            <a:off x="6672300" y="1607275"/>
            <a:ext cx="1751700" cy="316800"/>
          </a:xfrm>
          <a:prstGeom prst="rect">
            <a:avLst/>
          </a:prstGeom>
        </p:spPr>
        <p:txBody>
          <a:bodyPr spcFirstLastPara="1" wrap="square" lIns="0" tIns="0" rIns="0" bIns="0" anchor="ctr" anchorCtr="0">
            <a:noAutofit/>
          </a:bodyPr>
          <a:lstStyle>
            <a:lvl1pPr lvl="0" algn="l"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405" name="Google Shape;1405;p15"/>
          <p:cNvSpPr txBox="1">
            <a:spLocks noGrp="1"/>
          </p:cNvSpPr>
          <p:nvPr>
            <p:ph type="subTitle" idx="7"/>
          </p:nvPr>
        </p:nvSpPr>
        <p:spPr>
          <a:xfrm>
            <a:off x="6672294" y="3626192"/>
            <a:ext cx="1751700" cy="645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406" name="Google Shape;1406;p15"/>
          <p:cNvSpPr txBox="1">
            <a:spLocks noGrp="1"/>
          </p:cNvSpPr>
          <p:nvPr>
            <p:ph type="title" idx="8"/>
          </p:nvPr>
        </p:nvSpPr>
        <p:spPr>
          <a:xfrm>
            <a:off x="6672300" y="3145150"/>
            <a:ext cx="1751700" cy="316800"/>
          </a:xfrm>
          <a:prstGeom prst="rect">
            <a:avLst/>
          </a:prstGeom>
        </p:spPr>
        <p:txBody>
          <a:bodyPr spcFirstLastPara="1" wrap="square" lIns="0" tIns="0" rIns="0" bIns="0" anchor="ctr" anchorCtr="0">
            <a:noAutofit/>
          </a:bodyPr>
          <a:lstStyle>
            <a:lvl1pPr lvl="0" algn="l"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CUSTOM_3">
    <p:spTree>
      <p:nvGrpSpPr>
        <p:cNvPr id="1" name="Shape 1407"/>
        <p:cNvGrpSpPr/>
        <p:nvPr/>
      </p:nvGrpSpPr>
      <p:grpSpPr>
        <a:xfrm>
          <a:off x="0" y="0"/>
          <a:ext cx="0" cy="0"/>
          <a:chOff x="0" y="0"/>
          <a:chExt cx="0" cy="0"/>
        </a:xfrm>
      </p:grpSpPr>
      <p:sp>
        <p:nvSpPr>
          <p:cNvPr id="1408" name="Google Shape;1408;p16"/>
          <p:cNvSpPr txBox="1">
            <a:spLocks noGrp="1"/>
          </p:cNvSpPr>
          <p:nvPr>
            <p:ph type="subTitle" idx="1"/>
          </p:nvPr>
        </p:nvSpPr>
        <p:spPr>
          <a:xfrm>
            <a:off x="2400600" y="2067413"/>
            <a:ext cx="4342800" cy="11352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600"/>
              <a:buNone/>
              <a:defRPr sz="2000"/>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409" name="Google Shape;1409;p16"/>
          <p:cNvSpPr txBox="1">
            <a:spLocks noGrp="1"/>
          </p:cNvSpPr>
          <p:nvPr>
            <p:ph type="title"/>
          </p:nvPr>
        </p:nvSpPr>
        <p:spPr>
          <a:xfrm>
            <a:off x="2400450" y="3332738"/>
            <a:ext cx="4342800" cy="316800"/>
          </a:xfrm>
          <a:prstGeom prst="rect">
            <a:avLst/>
          </a:prstGeom>
        </p:spPr>
        <p:txBody>
          <a:bodyPr spcFirstLastPara="1" wrap="square" lIns="0" tIns="0" rIns="0" bIns="0" anchor="ctr" anchorCtr="0">
            <a:noAutofit/>
          </a:bodyPr>
          <a:lstStyle>
            <a:lvl1pPr lvl="0" algn="r"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grpSp>
        <p:nvGrpSpPr>
          <p:cNvPr id="1410" name="Google Shape;1410;p16"/>
          <p:cNvGrpSpPr/>
          <p:nvPr/>
        </p:nvGrpSpPr>
        <p:grpSpPr>
          <a:xfrm>
            <a:off x="730516" y="4568877"/>
            <a:ext cx="1032712" cy="157579"/>
            <a:chOff x="1675453" y="-1233273"/>
            <a:chExt cx="1032712" cy="157579"/>
          </a:xfrm>
        </p:grpSpPr>
        <p:sp>
          <p:nvSpPr>
            <p:cNvPr id="1411" name="Google Shape;1411;p16"/>
            <p:cNvSpPr/>
            <p:nvPr/>
          </p:nvSpPr>
          <p:spPr>
            <a:xfrm flipH="1">
              <a:off x="2562766" y="-1233273"/>
              <a:ext cx="145399" cy="157579"/>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16"/>
            <p:cNvSpPr/>
            <p:nvPr/>
          </p:nvSpPr>
          <p:spPr>
            <a:xfrm flipH="1">
              <a:off x="2473573" y="-1233273"/>
              <a:ext cx="145982" cy="157579"/>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16"/>
            <p:cNvSpPr/>
            <p:nvPr/>
          </p:nvSpPr>
          <p:spPr>
            <a:xfrm flipH="1">
              <a:off x="2384964" y="-1233273"/>
              <a:ext cx="145982" cy="157579"/>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16"/>
            <p:cNvSpPr/>
            <p:nvPr/>
          </p:nvSpPr>
          <p:spPr>
            <a:xfrm flipH="1">
              <a:off x="2296354" y="-1233273"/>
              <a:ext cx="145982" cy="157579"/>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16"/>
            <p:cNvSpPr/>
            <p:nvPr/>
          </p:nvSpPr>
          <p:spPr>
            <a:xfrm flipH="1">
              <a:off x="2207719" y="-1233273"/>
              <a:ext cx="145982" cy="157579"/>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16"/>
            <p:cNvSpPr/>
            <p:nvPr/>
          </p:nvSpPr>
          <p:spPr>
            <a:xfrm flipH="1">
              <a:off x="2119110" y="-1233273"/>
              <a:ext cx="145982" cy="157579"/>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16"/>
            <p:cNvSpPr/>
            <p:nvPr/>
          </p:nvSpPr>
          <p:spPr>
            <a:xfrm flipH="1">
              <a:off x="2030500" y="-1233273"/>
              <a:ext cx="145982" cy="157579"/>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16"/>
            <p:cNvSpPr/>
            <p:nvPr/>
          </p:nvSpPr>
          <p:spPr>
            <a:xfrm flipH="1">
              <a:off x="1941891" y="-1233273"/>
              <a:ext cx="145399" cy="157579"/>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16"/>
            <p:cNvSpPr/>
            <p:nvPr/>
          </p:nvSpPr>
          <p:spPr>
            <a:xfrm flipH="1">
              <a:off x="1853256" y="-1233273"/>
              <a:ext cx="145399" cy="157579"/>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16"/>
            <p:cNvSpPr/>
            <p:nvPr/>
          </p:nvSpPr>
          <p:spPr>
            <a:xfrm flipH="1">
              <a:off x="1764063" y="-1233273"/>
              <a:ext cx="145982" cy="157579"/>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16"/>
            <p:cNvSpPr/>
            <p:nvPr/>
          </p:nvSpPr>
          <p:spPr>
            <a:xfrm flipH="1">
              <a:off x="1675453" y="-1233273"/>
              <a:ext cx="145982" cy="157579"/>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2" name="Google Shape;1422;p16"/>
          <p:cNvGrpSpPr/>
          <p:nvPr/>
        </p:nvGrpSpPr>
        <p:grpSpPr>
          <a:xfrm>
            <a:off x="8757750" y="2728975"/>
            <a:ext cx="1552150" cy="3475150"/>
            <a:chOff x="327125" y="2375600"/>
            <a:chExt cx="1552150" cy="3475150"/>
          </a:xfrm>
        </p:grpSpPr>
        <p:sp>
          <p:nvSpPr>
            <p:cNvPr id="1423" name="Google Shape;1423;p16"/>
            <p:cNvSpPr/>
            <p:nvPr/>
          </p:nvSpPr>
          <p:spPr>
            <a:xfrm>
              <a:off x="531425" y="2394425"/>
              <a:ext cx="115850" cy="3456325"/>
            </a:xfrm>
            <a:custGeom>
              <a:avLst/>
              <a:gdLst/>
              <a:ahLst/>
              <a:cxnLst/>
              <a:rect l="l" t="t" r="r" b="b"/>
              <a:pathLst>
                <a:path w="4634" h="138253" fill="none" extrusionOk="0">
                  <a:moveTo>
                    <a:pt x="3150" y="138253"/>
                  </a:moveTo>
                  <a:lnTo>
                    <a:pt x="3150" y="54872"/>
                  </a:lnTo>
                  <a:lnTo>
                    <a:pt x="0" y="51722"/>
                  </a:lnTo>
                  <a:lnTo>
                    <a:pt x="0" y="28714"/>
                  </a:lnTo>
                  <a:lnTo>
                    <a:pt x="4634" y="24058"/>
                  </a:lnTo>
                  <a:lnTo>
                    <a:pt x="463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16"/>
            <p:cNvSpPr/>
            <p:nvPr/>
          </p:nvSpPr>
          <p:spPr>
            <a:xfrm>
              <a:off x="627275" y="2375600"/>
              <a:ext cx="39975" cy="39950"/>
            </a:xfrm>
            <a:custGeom>
              <a:avLst/>
              <a:gdLst/>
              <a:ahLst/>
              <a:cxnLst/>
              <a:rect l="l" t="t" r="r" b="b"/>
              <a:pathLst>
                <a:path w="1599" h="1598" extrusionOk="0">
                  <a:moveTo>
                    <a:pt x="800" y="0"/>
                  </a:moveTo>
                  <a:cubicBezTo>
                    <a:pt x="366" y="0"/>
                    <a:pt x="1" y="365"/>
                    <a:pt x="1" y="799"/>
                  </a:cubicBezTo>
                  <a:cubicBezTo>
                    <a:pt x="1" y="1233"/>
                    <a:pt x="366" y="1598"/>
                    <a:pt x="800" y="1598"/>
                  </a:cubicBezTo>
                  <a:cubicBezTo>
                    <a:pt x="1256" y="1598"/>
                    <a:pt x="1599" y="1233"/>
                    <a:pt x="1599" y="799"/>
                  </a:cubicBezTo>
                  <a:cubicBezTo>
                    <a:pt x="1599" y="365"/>
                    <a:pt x="1256"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16"/>
            <p:cNvSpPr/>
            <p:nvPr/>
          </p:nvSpPr>
          <p:spPr>
            <a:xfrm>
              <a:off x="347100" y="2923975"/>
              <a:ext cx="112450" cy="2344175"/>
            </a:xfrm>
            <a:custGeom>
              <a:avLst/>
              <a:gdLst/>
              <a:ahLst/>
              <a:cxnLst/>
              <a:rect l="l" t="t" r="r" b="b"/>
              <a:pathLst>
                <a:path w="4498" h="93767" fill="none" extrusionOk="0">
                  <a:moveTo>
                    <a:pt x="4497" y="93766"/>
                  </a:moveTo>
                  <a:lnTo>
                    <a:pt x="4497" y="50855"/>
                  </a:lnTo>
                  <a:lnTo>
                    <a:pt x="1" y="46358"/>
                  </a:lnTo>
                  <a:lnTo>
                    <a:pt x="1"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16"/>
            <p:cNvSpPr/>
            <p:nvPr/>
          </p:nvSpPr>
          <p:spPr>
            <a:xfrm>
              <a:off x="327125" y="2904575"/>
              <a:ext cx="39975" cy="39950"/>
            </a:xfrm>
            <a:custGeom>
              <a:avLst/>
              <a:gdLst/>
              <a:ahLst/>
              <a:cxnLst/>
              <a:rect l="l" t="t" r="r" b="b"/>
              <a:pathLst>
                <a:path w="1599" h="1598" extrusionOk="0">
                  <a:moveTo>
                    <a:pt x="800" y="0"/>
                  </a:moveTo>
                  <a:cubicBezTo>
                    <a:pt x="366" y="0"/>
                    <a:pt x="1" y="365"/>
                    <a:pt x="1" y="799"/>
                  </a:cubicBezTo>
                  <a:cubicBezTo>
                    <a:pt x="1" y="1255"/>
                    <a:pt x="366" y="1598"/>
                    <a:pt x="800" y="1598"/>
                  </a:cubicBezTo>
                  <a:cubicBezTo>
                    <a:pt x="1233" y="1598"/>
                    <a:pt x="1599" y="1255"/>
                    <a:pt x="1599" y="799"/>
                  </a:cubicBezTo>
                  <a:cubicBezTo>
                    <a:pt x="1599" y="365"/>
                    <a:pt x="1233" y="0"/>
                    <a:pt x="80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16"/>
            <p:cNvSpPr/>
            <p:nvPr/>
          </p:nvSpPr>
          <p:spPr>
            <a:xfrm>
              <a:off x="347100" y="2676875"/>
              <a:ext cx="192900" cy="374375"/>
            </a:xfrm>
            <a:custGeom>
              <a:avLst/>
              <a:gdLst/>
              <a:ahLst/>
              <a:cxnLst/>
              <a:rect l="l" t="t" r="r" b="b"/>
              <a:pathLst>
                <a:path w="7716" h="14975" fill="none" extrusionOk="0">
                  <a:moveTo>
                    <a:pt x="1" y="14974"/>
                  </a:moveTo>
                  <a:lnTo>
                    <a:pt x="7716" y="7259"/>
                  </a:lnTo>
                  <a:lnTo>
                    <a:pt x="7716" y="1"/>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16"/>
            <p:cNvSpPr/>
            <p:nvPr/>
          </p:nvSpPr>
          <p:spPr>
            <a:xfrm>
              <a:off x="520000" y="2658050"/>
              <a:ext cx="39975" cy="3997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16"/>
            <p:cNvSpPr/>
            <p:nvPr/>
          </p:nvSpPr>
          <p:spPr>
            <a:xfrm>
              <a:off x="347100" y="4357400"/>
              <a:ext cx="25" cy="971225"/>
            </a:xfrm>
            <a:custGeom>
              <a:avLst/>
              <a:gdLst/>
              <a:ahLst/>
              <a:cxnLst/>
              <a:rect l="l" t="t" r="r" b="b"/>
              <a:pathLst>
                <a:path w="1" h="38849" fill="none" extrusionOk="0">
                  <a:moveTo>
                    <a:pt x="1" y="38849"/>
                  </a:move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16"/>
            <p:cNvSpPr/>
            <p:nvPr/>
          </p:nvSpPr>
          <p:spPr>
            <a:xfrm>
              <a:off x="327125" y="433855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33" y="1599"/>
                    <a:pt x="1599" y="1234"/>
                    <a:pt x="1599" y="800"/>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16"/>
            <p:cNvSpPr/>
            <p:nvPr/>
          </p:nvSpPr>
          <p:spPr>
            <a:xfrm>
              <a:off x="690625" y="3227550"/>
              <a:ext cx="172925" cy="2083400"/>
            </a:xfrm>
            <a:custGeom>
              <a:avLst/>
              <a:gdLst/>
              <a:ahLst/>
              <a:cxnLst/>
              <a:rect l="l" t="t" r="r" b="b"/>
              <a:pathLst>
                <a:path w="6917" h="83336" fill="none" extrusionOk="0">
                  <a:moveTo>
                    <a:pt x="6917" y="83335"/>
                  </a:moveTo>
                  <a:lnTo>
                    <a:pt x="0" y="76396"/>
                  </a:lnTo>
                  <a:lnTo>
                    <a:pt x="0" y="15841"/>
                  </a:lnTo>
                  <a:lnTo>
                    <a:pt x="4954" y="10865"/>
                  </a:lnTo>
                  <a:lnTo>
                    <a:pt x="495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16"/>
            <p:cNvSpPr/>
            <p:nvPr/>
          </p:nvSpPr>
          <p:spPr>
            <a:xfrm>
              <a:off x="794475" y="320870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56" y="1599"/>
                    <a:pt x="1598" y="1234"/>
                    <a:pt x="1598" y="800"/>
                  </a:cubicBezTo>
                  <a:cubicBezTo>
                    <a:pt x="1598" y="343"/>
                    <a:pt x="1256"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16"/>
            <p:cNvSpPr/>
            <p:nvPr/>
          </p:nvSpPr>
          <p:spPr>
            <a:xfrm>
              <a:off x="776800" y="3899750"/>
              <a:ext cx="25" cy="1084800"/>
            </a:xfrm>
            <a:custGeom>
              <a:avLst/>
              <a:gdLst/>
              <a:ahLst/>
              <a:cxnLst/>
              <a:rect l="l" t="t" r="r" b="b"/>
              <a:pathLst>
                <a:path w="1" h="43392" fill="none" extrusionOk="0">
                  <a:moveTo>
                    <a:pt x="0" y="43391"/>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16"/>
            <p:cNvSpPr/>
            <p:nvPr/>
          </p:nvSpPr>
          <p:spPr>
            <a:xfrm>
              <a:off x="756825" y="4963400"/>
              <a:ext cx="40525" cy="39975"/>
            </a:xfrm>
            <a:custGeom>
              <a:avLst/>
              <a:gdLst/>
              <a:ahLst/>
              <a:cxnLst/>
              <a:rect l="l" t="t" r="r" b="b"/>
              <a:pathLst>
                <a:path w="1621" h="1599" extrusionOk="0">
                  <a:moveTo>
                    <a:pt x="799" y="1"/>
                  </a:moveTo>
                  <a:cubicBezTo>
                    <a:pt x="365" y="1"/>
                    <a:pt x="0" y="366"/>
                    <a:pt x="0" y="800"/>
                  </a:cubicBezTo>
                  <a:cubicBezTo>
                    <a:pt x="0" y="1233"/>
                    <a:pt x="365" y="1598"/>
                    <a:pt x="799" y="1598"/>
                  </a:cubicBezTo>
                  <a:cubicBezTo>
                    <a:pt x="1256" y="1598"/>
                    <a:pt x="1621" y="1233"/>
                    <a:pt x="1621" y="800"/>
                  </a:cubicBezTo>
                  <a:cubicBezTo>
                    <a:pt x="1621" y="366"/>
                    <a:pt x="1256"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16"/>
            <p:cNvSpPr/>
            <p:nvPr/>
          </p:nvSpPr>
          <p:spPr>
            <a:xfrm>
              <a:off x="756825" y="3880925"/>
              <a:ext cx="40525" cy="39950"/>
            </a:xfrm>
            <a:custGeom>
              <a:avLst/>
              <a:gdLst/>
              <a:ahLst/>
              <a:cxnLst/>
              <a:rect l="l" t="t" r="r" b="b"/>
              <a:pathLst>
                <a:path w="1621" h="1598" extrusionOk="0">
                  <a:moveTo>
                    <a:pt x="799" y="0"/>
                  </a:moveTo>
                  <a:cubicBezTo>
                    <a:pt x="365" y="0"/>
                    <a:pt x="0" y="342"/>
                    <a:pt x="0" y="799"/>
                  </a:cubicBezTo>
                  <a:cubicBezTo>
                    <a:pt x="0" y="1233"/>
                    <a:pt x="365" y="1598"/>
                    <a:pt x="799" y="1598"/>
                  </a:cubicBezTo>
                  <a:cubicBezTo>
                    <a:pt x="1256" y="1598"/>
                    <a:pt x="1621" y="1233"/>
                    <a:pt x="1621" y="799"/>
                  </a:cubicBezTo>
                  <a:cubicBezTo>
                    <a:pt x="1621" y="342"/>
                    <a:pt x="1256"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16"/>
            <p:cNvSpPr/>
            <p:nvPr/>
          </p:nvSpPr>
          <p:spPr>
            <a:xfrm>
              <a:off x="861250" y="3692600"/>
              <a:ext cx="445675" cy="1618350"/>
            </a:xfrm>
            <a:custGeom>
              <a:avLst/>
              <a:gdLst/>
              <a:ahLst/>
              <a:cxnLst/>
              <a:rect l="l" t="t" r="r" b="b"/>
              <a:pathLst>
                <a:path w="17827" h="64734" fill="none" extrusionOk="0">
                  <a:moveTo>
                    <a:pt x="17827" y="64733"/>
                  </a:moveTo>
                  <a:lnTo>
                    <a:pt x="4314" y="51221"/>
                  </a:lnTo>
                  <a:lnTo>
                    <a:pt x="4314" y="28258"/>
                  </a:lnTo>
                  <a:lnTo>
                    <a:pt x="0" y="23944"/>
                  </a:lnTo>
                  <a:lnTo>
                    <a:pt x="0"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16"/>
            <p:cNvSpPr/>
            <p:nvPr/>
          </p:nvSpPr>
          <p:spPr>
            <a:xfrm>
              <a:off x="841275" y="3673200"/>
              <a:ext cx="39975" cy="40550"/>
            </a:xfrm>
            <a:custGeom>
              <a:avLst/>
              <a:gdLst/>
              <a:ahLst/>
              <a:cxnLst/>
              <a:rect l="l" t="t" r="r" b="b"/>
              <a:pathLst>
                <a:path w="1599" h="1622" extrusionOk="0">
                  <a:moveTo>
                    <a:pt x="799" y="1"/>
                  </a:moveTo>
                  <a:cubicBezTo>
                    <a:pt x="343" y="1"/>
                    <a:pt x="0" y="366"/>
                    <a:pt x="0" y="800"/>
                  </a:cubicBezTo>
                  <a:cubicBezTo>
                    <a:pt x="0" y="1256"/>
                    <a:pt x="343" y="1621"/>
                    <a:pt x="799" y="1621"/>
                  </a:cubicBezTo>
                  <a:cubicBezTo>
                    <a:pt x="1233" y="1621"/>
                    <a:pt x="1598" y="1256"/>
                    <a:pt x="1598" y="800"/>
                  </a:cubicBezTo>
                  <a:cubicBezTo>
                    <a:pt x="1598" y="366"/>
                    <a:pt x="1233"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16"/>
            <p:cNvSpPr/>
            <p:nvPr/>
          </p:nvSpPr>
          <p:spPr>
            <a:xfrm>
              <a:off x="969100" y="4182200"/>
              <a:ext cx="174625" cy="556975"/>
            </a:xfrm>
            <a:custGeom>
              <a:avLst/>
              <a:gdLst/>
              <a:ahLst/>
              <a:cxnLst/>
              <a:rect l="l" t="t" r="r" b="b"/>
              <a:pathLst>
                <a:path w="6985" h="22279" fill="none" extrusionOk="0">
                  <a:moveTo>
                    <a:pt x="0" y="22278"/>
                  </a:moveTo>
                  <a:lnTo>
                    <a:pt x="6985" y="15294"/>
                  </a:lnTo>
                  <a:lnTo>
                    <a:pt x="6985"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16"/>
            <p:cNvSpPr/>
            <p:nvPr/>
          </p:nvSpPr>
          <p:spPr>
            <a:xfrm>
              <a:off x="1123725" y="4163375"/>
              <a:ext cx="39975" cy="39975"/>
            </a:xfrm>
            <a:custGeom>
              <a:avLst/>
              <a:gdLst/>
              <a:ahLst/>
              <a:cxnLst/>
              <a:rect l="l" t="t" r="r" b="b"/>
              <a:pathLst>
                <a:path w="1599" h="1599" extrusionOk="0">
                  <a:moveTo>
                    <a:pt x="800" y="1"/>
                  </a:moveTo>
                  <a:cubicBezTo>
                    <a:pt x="343" y="1"/>
                    <a:pt x="1" y="343"/>
                    <a:pt x="1" y="799"/>
                  </a:cubicBezTo>
                  <a:cubicBezTo>
                    <a:pt x="1" y="1233"/>
                    <a:pt x="343" y="1598"/>
                    <a:pt x="800" y="1598"/>
                  </a:cubicBezTo>
                  <a:cubicBezTo>
                    <a:pt x="1233" y="1598"/>
                    <a:pt x="1599" y="1233"/>
                    <a:pt x="1599" y="799"/>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16"/>
            <p:cNvSpPr/>
            <p:nvPr/>
          </p:nvSpPr>
          <p:spPr>
            <a:xfrm>
              <a:off x="1393075" y="4882950"/>
              <a:ext cx="25" cy="428000"/>
            </a:xfrm>
            <a:custGeom>
              <a:avLst/>
              <a:gdLst/>
              <a:ahLst/>
              <a:cxnLst/>
              <a:rect l="l" t="t" r="r" b="b"/>
              <a:pathLst>
                <a:path w="1" h="17120" fill="none" extrusionOk="0">
                  <a:moveTo>
                    <a:pt x="0" y="17119"/>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16"/>
            <p:cNvSpPr/>
            <p:nvPr/>
          </p:nvSpPr>
          <p:spPr>
            <a:xfrm>
              <a:off x="1373100" y="4864125"/>
              <a:ext cx="39975" cy="39950"/>
            </a:xfrm>
            <a:custGeom>
              <a:avLst/>
              <a:gdLst/>
              <a:ahLst/>
              <a:cxnLst/>
              <a:rect l="l" t="t" r="r" b="b"/>
              <a:pathLst>
                <a:path w="1599" h="1598" extrusionOk="0">
                  <a:moveTo>
                    <a:pt x="799" y="0"/>
                  </a:moveTo>
                  <a:cubicBezTo>
                    <a:pt x="343" y="0"/>
                    <a:pt x="1" y="365"/>
                    <a:pt x="1" y="799"/>
                  </a:cubicBezTo>
                  <a:cubicBezTo>
                    <a:pt x="1" y="1233"/>
                    <a:pt x="343" y="1598"/>
                    <a:pt x="799" y="1598"/>
                  </a:cubicBezTo>
                  <a:cubicBezTo>
                    <a:pt x="1233" y="1598"/>
                    <a:pt x="1598" y="1233"/>
                    <a:pt x="1598" y="799"/>
                  </a:cubicBezTo>
                  <a:cubicBezTo>
                    <a:pt x="1598" y="365"/>
                    <a:pt x="1233"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16"/>
            <p:cNvSpPr/>
            <p:nvPr/>
          </p:nvSpPr>
          <p:spPr>
            <a:xfrm>
              <a:off x="1714900" y="4922900"/>
              <a:ext cx="164375" cy="388050"/>
            </a:xfrm>
            <a:custGeom>
              <a:avLst/>
              <a:gdLst/>
              <a:ahLst/>
              <a:cxnLst/>
              <a:rect l="l" t="t" r="r" b="b"/>
              <a:pathLst>
                <a:path w="6575" h="15522" fill="none" extrusionOk="0">
                  <a:moveTo>
                    <a:pt x="6575" y="15521"/>
                  </a:moveTo>
                  <a:lnTo>
                    <a:pt x="6575" y="6574"/>
                  </a:ln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16"/>
            <p:cNvSpPr/>
            <p:nvPr/>
          </p:nvSpPr>
          <p:spPr>
            <a:xfrm>
              <a:off x="1693800" y="4903475"/>
              <a:ext cx="43950" cy="40275"/>
            </a:xfrm>
            <a:custGeom>
              <a:avLst/>
              <a:gdLst/>
              <a:ahLst/>
              <a:cxnLst/>
              <a:rect l="l" t="t" r="r" b="b"/>
              <a:pathLst>
                <a:path w="1758" h="1611" extrusionOk="0">
                  <a:moveTo>
                    <a:pt x="868" y="1"/>
                  </a:moveTo>
                  <a:cubicBezTo>
                    <a:pt x="662" y="1"/>
                    <a:pt x="457" y="92"/>
                    <a:pt x="297" y="252"/>
                  </a:cubicBezTo>
                  <a:cubicBezTo>
                    <a:pt x="0" y="549"/>
                    <a:pt x="0" y="1074"/>
                    <a:pt x="297" y="1370"/>
                  </a:cubicBezTo>
                  <a:cubicBezTo>
                    <a:pt x="457" y="1530"/>
                    <a:pt x="662" y="1610"/>
                    <a:pt x="868" y="1610"/>
                  </a:cubicBezTo>
                  <a:cubicBezTo>
                    <a:pt x="1073" y="1610"/>
                    <a:pt x="1279" y="1530"/>
                    <a:pt x="1438" y="1370"/>
                  </a:cubicBezTo>
                  <a:cubicBezTo>
                    <a:pt x="1758" y="1074"/>
                    <a:pt x="1758" y="549"/>
                    <a:pt x="1438" y="252"/>
                  </a:cubicBezTo>
                  <a:cubicBezTo>
                    <a:pt x="1279" y="92"/>
                    <a:pt x="1073" y="1"/>
                    <a:pt x="86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4" name="Google Shape;1444;p16"/>
          <p:cNvGrpSpPr/>
          <p:nvPr/>
        </p:nvGrpSpPr>
        <p:grpSpPr>
          <a:xfrm>
            <a:off x="-274468" y="-1001015"/>
            <a:ext cx="10129998" cy="2559475"/>
            <a:chOff x="-274468" y="-1001015"/>
            <a:chExt cx="10129998" cy="2559475"/>
          </a:xfrm>
        </p:grpSpPr>
        <p:grpSp>
          <p:nvGrpSpPr>
            <p:cNvPr id="1445" name="Google Shape;1445;p16"/>
            <p:cNvGrpSpPr/>
            <p:nvPr/>
          </p:nvGrpSpPr>
          <p:grpSpPr>
            <a:xfrm>
              <a:off x="-274468" y="-1001015"/>
              <a:ext cx="7806725" cy="2559475"/>
              <a:chOff x="-274468" y="-1001015"/>
              <a:chExt cx="7806725" cy="2559475"/>
            </a:xfrm>
          </p:grpSpPr>
          <p:sp>
            <p:nvSpPr>
              <p:cNvPr id="1446" name="Google Shape;1446;p16"/>
              <p:cNvSpPr/>
              <p:nvPr/>
            </p:nvSpPr>
            <p:spPr>
              <a:xfrm flipH="1">
                <a:off x="774235" y="1064966"/>
                <a:ext cx="151184" cy="94420"/>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16"/>
              <p:cNvSpPr/>
              <p:nvPr/>
            </p:nvSpPr>
            <p:spPr>
              <a:xfrm flipH="1">
                <a:off x="660123" y="1064966"/>
                <a:ext cx="151768" cy="94420"/>
              </a:xfrm>
              <a:custGeom>
                <a:avLst/>
                <a:gdLst/>
                <a:ahLst/>
                <a:cxnLst/>
                <a:rect l="l" t="t" r="r" b="b"/>
                <a:pathLst>
                  <a:path w="5981" h="3721" extrusionOk="0">
                    <a:moveTo>
                      <a:pt x="0" y="0"/>
                    </a:moveTo>
                    <a:lnTo>
                      <a:pt x="3584" y="3721"/>
                    </a:lnTo>
                    <a:lnTo>
                      <a:pt x="5980"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16"/>
              <p:cNvSpPr/>
              <p:nvPr/>
            </p:nvSpPr>
            <p:spPr>
              <a:xfrm flipH="1">
                <a:off x="546596" y="1064966"/>
                <a:ext cx="151210" cy="94420"/>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16"/>
              <p:cNvSpPr/>
              <p:nvPr/>
            </p:nvSpPr>
            <p:spPr>
              <a:xfrm flipH="1">
                <a:off x="433093" y="1064966"/>
                <a:ext cx="151184" cy="94420"/>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16"/>
              <p:cNvSpPr/>
              <p:nvPr/>
            </p:nvSpPr>
            <p:spPr>
              <a:xfrm flipH="1">
                <a:off x="318982" y="1064966"/>
                <a:ext cx="151768" cy="94420"/>
              </a:xfrm>
              <a:custGeom>
                <a:avLst/>
                <a:gdLst/>
                <a:ahLst/>
                <a:cxnLst/>
                <a:rect l="l" t="t" r="r" b="b"/>
                <a:pathLst>
                  <a:path w="5981" h="3721" extrusionOk="0">
                    <a:moveTo>
                      <a:pt x="0" y="0"/>
                    </a:moveTo>
                    <a:lnTo>
                      <a:pt x="3607" y="3721"/>
                    </a:lnTo>
                    <a:lnTo>
                      <a:pt x="5980" y="3721"/>
                    </a:lnTo>
                    <a:lnTo>
                      <a:pt x="23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16"/>
              <p:cNvSpPr/>
              <p:nvPr/>
            </p:nvSpPr>
            <p:spPr>
              <a:xfrm flipH="1">
                <a:off x="205454" y="1064966"/>
                <a:ext cx="151210" cy="94420"/>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16"/>
              <p:cNvSpPr/>
              <p:nvPr/>
            </p:nvSpPr>
            <p:spPr>
              <a:xfrm flipH="1">
                <a:off x="91368" y="1064966"/>
                <a:ext cx="151768" cy="94420"/>
              </a:xfrm>
              <a:custGeom>
                <a:avLst/>
                <a:gdLst/>
                <a:ahLst/>
                <a:cxnLst/>
                <a:rect l="l" t="t" r="r" b="b"/>
                <a:pathLst>
                  <a:path w="5981" h="3721" extrusionOk="0">
                    <a:moveTo>
                      <a:pt x="1" y="0"/>
                    </a:moveTo>
                    <a:lnTo>
                      <a:pt x="3584" y="3721"/>
                    </a:lnTo>
                    <a:lnTo>
                      <a:pt x="5981"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16"/>
              <p:cNvSpPr/>
              <p:nvPr/>
            </p:nvSpPr>
            <p:spPr>
              <a:xfrm flipH="1">
                <a:off x="-274468" y="-937882"/>
                <a:ext cx="5466211" cy="1127132"/>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16"/>
              <p:cNvSpPr/>
              <p:nvPr/>
            </p:nvSpPr>
            <p:spPr>
              <a:xfrm flipH="1">
                <a:off x="-43602" y="-764114"/>
                <a:ext cx="6393739" cy="1984325"/>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16"/>
              <p:cNvSpPr/>
              <p:nvPr/>
            </p:nvSpPr>
            <p:spPr>
              <a:xfrm flipH="1">
                <a:off x="-274108" y="-170466"/>
                <a:ext cx="6252400" cy="1112085"/>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16"/>
              <p:cNvSpPr/>
              <p:nvPr/>
            </p:nvSpPr>
            <p:spPr>
              <a:xfrm flipH="1">
                <a:off x="-38958" y="-38389"/>
                <a:ext cx="6722117" cy="1533132"/>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16"/>
              <p:cNvSpPr/>
              <p:nvPr/>
            </p:nvSpPr>
            <p:spPr>
              <a:xfrm flipH="1">
                <a:off x="4070422" y="51946"/>
                <a:ext cx="3461835" cy="538686"/>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16"/>
              <p:cNvSpPr/>
              <p:nvPr/>
            </p:nvSpPr>
            <p:spPr>
              <a:xfrm flipH="1">
                <a:off x="1455350" y="1421739"/>
                <a:ext cx="136721" cy="136721"/>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16"/>
              <p:cNvSpPr/>
              <p:nvPr/>
            </p:nvSpPr>
            <p:spPr>
              <a:xfrm flipH="1">
                <a:off x="1479101" y="1445490"/>
                <a:ext cx="89218" cy="8863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16"/>
              <p:cNvSpPr/>
              <p:nvPr/>
            </p:nvSpPr>
            <p:spPr>
              <a:xfrm flipH="1">
                <a:off x="1995153" y="115662"/>
                <a:ext cx="136720" cy="136721"/>
              </a:xfrm>
              <a:custGeom>
                <a:avLst/>
                <a:gdLst/>
                <a:ahLst/>
                <a:cxnLst/>
                <a:rect l="l" t="t" r="r" b="b"/>
                <a:pathLst>
                  <a:path w="5388" h="5388" extrusionOk="0">
                    <a:moveTo>
                      <a:pt x="2694" y="389"/>
                    </a:moveTo>
                    <a:cubicBezTo>
                      <a:pt x="3972" y="389"/>
                      <a:pt x="4999" y="1416"/>
                      <a:pt x="4999" y="2694"/>
                    </a:cubicBezTo>
                    <a:cubicBezTo>
                      <a:pt x="4999" y="3972"/>
                      <a:pt x="3972" y="5022"/>
                      <a:pt x="2694" y="5022"/>
                    </a:cubicBezTo>
                    <a:cubicBezTo>
                      <a:pt x="1415" y="5022"/>
                      <a:pt x="365" y="3972"/>
                      <a:pt x="365" y="2694"/>
                    </a:cubicBezTo>
                    <a:cubicBezTo>
                      <a:pt x="365" y="1416"/>
                      <a:pt x="1415" y="389"/>
                      <a:pt x="2694" y="389"/>
                    </a:cubicBezTo>
                    <a:close/>
                    <a:moveTo>
                      <a:pt x="2694" y="1"/>
                    </a:moveTo>
                    <a:cubicBezTo>
                      <a:pt x="1210" y="1"/>
                      <a:pt x="0" y="1210"/>
                      <a:pt x="0" y="2694"/>
                    </a:cubicBezTo>
                    <a:cubicBezTo>
                      <a:pt x="0" y="4178"/>
                      <a:pt x="1210" y="5387"/>
                      <a:pt x="2694" y="5387"/>
                    </a:cubicBezTo>
                    <a:cubicBezTo>
                      <a:pt x="4177" y="5387"/>
                      <a:pt x="5387" y="4178"/>
                      <a:pt x="5387" y="2694"/>
                    </a:cubicBezTo>
                    <a:cubicBezTo>
                      <a:pt x="5387" y="1210"/>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16"/>
              <p:cNvSpPr/>
              <p:nvPr/>
            </p:nvSpPr>
            <p:spPr>
              <a:xfrm flipH="1">
                <a:off x="2018904" y="139413"/>
                <a:ext cx="89219" cy="89218"/>
              </a:xfrm>
              <a:custGeom>
                <a:avLst/>
                <a:gdLst/>
                <a:ahLst/>
                <a:cxnLst/>
                <a:rect l="l" t="t" r="r" b="b"/>
                <a:pathLst>
                  <a:path w="3516" h="3516" extrusionOk="0">
                    <a:moveTo>
                      <a:pt x="1758" y="0"/>
                    </a:moveTo>
                    <a:cubicBezTo>
                      <a:pt x="776" y="0"/>
                      <a:pt x="0" y="799"/>
                      <a:pt x="0" y="1758"/>
                    </a:cubicBezTo>
                    <a:cubicBezTo>
                      <a:pt x="0" y="2739"/>
                      <a:pt x="776" y="3516"/>
                      <a:pt x="1758" y="3516"/>
                    </a:cubicBezTo>
                    <a:cubicBezTo>
                      <a:pt x="2716" y="3516"/>
                      <a:pt x="3515" y="2739"/>
                      <a:pt x="3515" y="1758"/>
                    </a:cubicBezTo>
                    <a:cubicBezTo>
                      <a:pt x="3515" y="799"/>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16"/>
              <p:cNvSpPr/>
              <p:nvPr/>
            </p:nvSpPr>
            <p:spPr>
              <a:xfrm flipH="1">
                <a:off x="2737118" y="-209848"/>
                <a:ext cx="89219" cy="89219"/>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16"/>
              <p:cNvSpPr/>
              <p:nvPr/>
            </p:nvSpPr>
            <p:spPr>
              <a:xfrm flipH="1">
                <a:off x="394853" y="497937"/>
                <a:ext cx="89219" cy="8863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16"/>
              <p:cNvSpPr/>
              <p:nvPr/>
            </p:nvSpPr>
            <p:spPr>
              <a:xfrm flipH="1">
                <a:off x="3942405" y="449267"/>
                <a:ext cx="136721" cy="136721"/>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16"/>
              <p:cNvSpPr/>
              <p:nvPr/>
            </p:nvSpPr>
            <p:spPr>
              <a:xfrm flipH="1">
                <a:off x="3966156" y="473018"/>
                <a:ext cx="89218" cy="89219"/>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16"/>
              <p:cNvSpPr/>
              <p:nvPr/>
            </p:nvSpPr>
            <p:spPr>
              <a:xfrm flipH="1">
                <a:off x="5181872" y="-1001015"/>
                <a:ext cx="136721" cy="136721"/>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16"/>
              <p:cNvSpPr/>
              <p:nvPr/>
            </p:nvSpPr>
            <p:spPr>
              <a:xfrm flipH="1">
                <a:off x="5206207" y="-977264"/>
                <a:ext cx="88635" cy="89218"/>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16"/>
              <p:cNvSpPr/>
              <p:nvPr/>
            </p:nvSpPr>
            <p:spPr>
              <a:xfrm flipH="1">
                <a:off x="4591117" y="-986526"/>
                <a:ext cx="107742" cy="107742"/>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16"/>
              <p:cNvSpPr/>
              <p:nvPr/>
            </p:nvSpPr>
            <p:spPr>
              <a:xfrm flipH="1">
                <a:off x="983325" y="130151"/>
                <a:ext cx="107742" cy="107742"/>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16"/>
              <p:cNvSpPr/>
              <p:nvPr/>
            </p:nvSpPr>
            <p:spPr>
              <a:xfrm flipH="1">
                <a:off x="1211522" y="1175576"/>
                <a:ext cx="70695" cy="70695"/>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16"/>
              <p:cNvSpPr/>
              <p:nvPr/>
            </p:nvSpPr>
            <p:spPr>
              <a:xfrm flipH="1">
                <a:off x="2746380" y="901627"/>
                <a:ext cx="70695" cy="70111"/>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16"/>
              <p:cNvSpPr/>
              <p:nvPr/>
            </p:nvSpPr>
            <p:spPr>
              <a:xfrm flipH="1">
                <a:off x="3865950" y="245405"/>
                <a:ext cx="141922" cy="141339"/>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16"/>
              <p:cNvSpPr/>
              <p:nvPr/>
            </p:nvSpPr>
            <p:spPr>
              <a:xfrm flipH="1">
                <a:off x="1991702" y="865722"/>
                <a:ext cx="141922" cy="141922"/>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16"/>
              <p:cNvSpPr/>
              <p:nvPr/>
            </p:nvSpPr>
            <p:spPr>
              <a:xfrm flipH="1">
                <a:off x="4207092" y="-360424"/>
                <a:ext cx="66051" cy="66051"/>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16"/>
              <p:cNvSpPr/>
              <p:nvPr/>
            </p:nvSpPr>
            <p:spPr>
              <a:xfrm flipH="1">
                <a:off x="3934310" y="-632647"/>
                <a:ext cx="145982" cy="146566"/>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16"/>
              <p:cNvSpPr/>
              <p:nvPr/>
            </p:nvSpPr>
            <p:spPr>
              <a:xfrm flipH="1">
                <a:off x="3959787" y="-606586"/>
                <a:ext cx="95004" cy="94446"/>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16"/>
              <p:cNvSpPr/>
              <p:nvPr/>
            </p:nvSpPr>
            <p:spPr>
              <a:xfrm flipH="1">
                <a:off x="4344954" y="-969728"/>
                <a:ext cx="73588" cy="74146"/>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16"/>
              <p:cNvSpPr/>
              <p:nvPr/>
            </p:nvSpPr>
            <p:spPr>
              <a:xfrm flipH="1">
                <a:off x="6303193" y="-791342"/>
                <a:ext cx="74171" cy="74146"/>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16"/>
              <p:cNvSpPr/>
              <p:nvPr/>
            </p:nvSpPr>
            <p:spPr>
              <a:xfrm flipH="1">
                <a:off x="451617" y="-170010"/>
                <a:ext cx="2335337" cy="717199"/>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16"/>
              <p:cNvSpPr/>
              <p:nvPr/>
            </p:nvSpPr>
            <p:spPr>
              <a:xfrm flipH="1">
                <a:off x="3911701" y="-120655"/>
                <a:ext cx="151793" cy="94446"/>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16"/>
              <p:cNvSpPr/>
              <p:nvPr/>
            </p:nvSpPr>
            <p:spPr>
              <a:xfrm flipH="1">
                <a:off x="3798199" y="-120655"/>
                <a:ext cx="151184" cy="94446"/>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16"/>
              <p:cNvSpPr/>
              <p:nvPr/>
            </p:nvSpPr>
            <p:spPr>
              <a:xfrm flipH="1">
                <a:off x="3684087" y="-120655"/>
                <a:ext cx="151768" cy="94446"/>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16"/>
              <p:cNvSpPr/>
              <p:nvPr/>
            </p:nvSpPr>
            <p:spPr>
              <a:xfrm flipH="1">
                <a:off x="3570560" y="-120655"/>
                <a:ext cx="151210" cy="94446"/>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16"/>
              <p:cNvSpPr/>
              <p:nvPr/>
            </p:nvSpPr>
            <p:spPr>
              <a:xfrm flipH="1">
                <a:off x="3457057" y="-120655"/>
                <a:ext cx="151184" cy="94446"/>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16"/>
              <p:cNvSpPr/>
              <p:nvPr/>
            </p:nvSpPr>
            <p:spPr>
              <a:xfrm flipH="1">
                <a:off x="3342946" y="-120655"/>
                <a:ext cx="151768" cy="94446"/>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16"/>
              <p:cNvSpPr/>
              <p:nvPr/>
            </p:nvSpPr>
            <p:spPr>
              <a:xfrm flipH="1">
                <a:off x="3229418" y="-120655"/>
                <a:ext cx="151210" cy="94446"/>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16"/>
              <p:cNvSpPr/>
              <p:nvPr/>
            </p:nvSpPr>
            <p:spPr>
              <a:xfrm flipH="1">
                <a:off x="3115332" y="-120655"/>
                <a:ext cx="151768" cy="94446"/>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16"/>
              <p:cNvSpPr/>
              <p:nvPr/>
            </p:nvSpPr>
            <p:spPr>
              <a:xfrm flipH="1">
                <a:off x="4594568" y="667645"/>
                <a:ext cx="280952" cy="175519"/>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16"/>
              <p:cNvSpPr/>
              <p:nvPr/>
            </p:nvSpPr>
            <p:spPr>
              <a:xfrm flipH="1">
                <a:off x="4383752" y="667645"/>
                <a:ext cx="280927" cy="175519"/>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16"/>
              <p:cNvSpPr/>
              <p:nvPr/>
            </p:nvSpPr>
            <p:spPr>
              <a:xfrm flipH="1">
                <a:off x="4172937" y="667645"/>
                <a:ext cx="280927" cy="175519"/>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16"/>
              <p:cNvSpPr/>
              <p:nvPr/>
            </p:nvSpPr>
            <p:spPr>
              <a:xfrm flipH="1">
                <a:off x="3961512" y="667645"/>
                <a:ext cx="280952" cy="175519"/>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16"/>
              <p:cNvSpPr/>
              <p:nvPr/>
            </p:nvSpPr>
            <p:spPr>
              <a:xfrm flipH="1">
                <a:off x="3750697" y="667645"/>
                <a:ext cx="280927" cy="175519"/>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16"/>
              <p:cNvSpPr/>
              <p:nvPr/>
            </p:nvSpPr>
            <p:spPr>
              <a:xfrm flipH="1">
                <a:off x="3539881" y="667645"/>
                <a:ext cx="280927" cy="175519"/>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94" name="Google Shape;1494;p16"/>
            <p:cNvSpPr/>
            <p:nvPr/>
          </p:nvSpPr>
          <p:spPr>
            <a:xfrm flipH="1">
              <a:off x="7520192" y="-127210"/>
              <a:ext cx="2335337" cy="717199"/>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One Columns 1">
  <p:cSld name="CUSTOM_4_1">
    <p:spTree>
      <p:nvGrpSpPr>
        <p:cNvPr id="1" name="Shape 1544"/>
        <p:cNvGrpSpPr/>
        <p:nvPr/>
      </p:nvGrpSpPr>
      <p:grpSpPr>
        <a:xfrm>
          <a:off x="0" y="0"/>
          <a:ext cx="0" cy="0"/>
          <a:chOff x="0" y="0"/>
          <a:chExt cx="0" cy="0"/>
        </a:xfrm>
      </p:grpSpPr>
      <p:grpSp>
        <p:nvGrpSpPr>
          <p:cNvPr id="1545" name="Google Shape;1545;p18"/>
          <p:cNvGrpSpPr/>
          <p:nvPr/>
        </p:nvGrpSpPr>
        <p:grpSpPr>
          <a:xfrm flipH="1">
            <a:off x="1364650" y="-536790"/>
            <a:ext cx="8377976" cy="1614718"/>
            <a:chOff x="-566246" y="-831315"/>
            <a:chExt cx="8377976" cy="1614718"/>
          </a:xfrm>
        </p:grpSpPr>
        <p:sp>
          <p:nvSpPr>
            <p:cNvPr id="1546" name="Google Shape;1546;p18"/>
            <p:cNvSpPr/>
            <p:nvPr/>
          </p:nvSpPr>
          <p:spPr>
            <a:xfrm rot="10800000">
              <a:off x="-178627" y="-831315"/>
              <a:ext cx="5711267" cy="1569921"/>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18"/>
            <p:cNvSpPr/>
            <p:nvPr/>
          </p:nvSpPr>
          <p:spPr>
            <a:xfrm rot="10800000">
              <a:off x="2097663" y="-149871"/>
              <a:ext cx="3817027" cy="933273"/>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18"/>
            <p:cNvSpPr/>
            <p:nvPr/>
          </p:nvSpPr>
          <p:spPr>
            <a:xfrm rot="10800000">
              <a:off x="5347154" y="-352704"/>
              <a:ext cx="2464576" cy="481412"/>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18"/>
            <p:cNvSpPr/>
            <p:nvPr/>
          </p:nvSpPr>
          <p:spPr>
            <a:xfrm rot="10800000">
              <a:off x="5904951" y="-196402"/>
              <a:ext cx="115339" cy="115339"/>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18"/>
            <p:cNvSpPr/>
            <p:nvPr/>
          </p:nvSpPr>
          <p:spPr>
            <a:xfrm rot="10800000">
              <a:off x="5926467" y="-174886"/>
              <a:ext cx="72977" cy="72977"/>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18"/>
            <p:cNvSpPr/>
            <p:nvPr/>
          </p:nvSpPr>
          <p:spPr>
            <a:xfrm rot="10800000">
              <a:off x="1516950" y="116870"/>
              <a:ext cx="3646848" cy="11838"/>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18"/>
            <p:cNvSpPr/>
            <p:nvPr/>
          </p:nvSpPr>
          <p:spPr>
            <a:xfrm rot="10800000">
              <a:off x="5146391" y="78677"/>
              <a:ext cx="88954" cy="88924"/>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18"/>
            <p:cNvSpPr/>
            <p:nvPr/>
          </p:nvSpPr>
          <p:spPr>
            <a:xfrm rot="10800000">
              <a:off x="1478757" y="78677"/>
              <a:ext cx="88924" cy="88924"/>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18"/>
            <p:cNvSpPr/>
            <p:nvPr/>
          </p:nvSpPr>
          <p:spPr>
            <a:xfrm rot="10800000">
              <a:off x="-398137" y="-606937"/>
              <a:ext cx="1361489" cy="1360302"/>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18"/>
            <p:cNvSpPr/>
            <p:nvPr/>
          </p:nvSpPr>
          <p:spPr>
            <a:xfrm rot="10800000">
              <a:off x="-566246" y="-681953"/>
              <a:ext cx="1361520" cy="1360272"/>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18"/>
            <p:cNvSpPr/>
            <p:nvPr/>
          </p:nvSpPr>
          <p:spPr>
            <a:xfrm rot="10800000">
              <a:off x="161730" y="401657"/>
              <a:ext cx="336918" cy="210502"/>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18"/>
            <p:cNvSpPr/>
            <p:nvPr/>
          </p:nvSpPr>
          <p:spPr>
            <a:xfrm rot="10800000">
              <a:off x="414563" y="401657"/>
              <a:ext cx="336949" cy="210502"/>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18"/>
            <p:cNvSpPr/>
            <p:nvPr/>
          </p:nvSpPr>
          <p:spPr>
            <a:xfrm rot="10800000">
              <a:off x="667426" y="401657"/>
              <a:ext cx="336918" cy="210502"/>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18"/>
            <p:cNvSpPr/>
            <p:nvPr/>
          </p:nvSpPr>
          <p:spPr>
            <a:xfrm rot="10800000">
              <a:off x="920960" y="401657"/>
              <a:ext cx="336918" cy="210502"/>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18"/>
            <p:cNvSpPr/>
            <p:nvPr/>
          </p:nvSpPr>
          <p:spPr>
            <a:xfrm rot="10800000">
              <a:off x="1173823" y="401657"/>
              <a:ext cx="336918" cy="210502"/>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18"/>
            <p:cNvSpPr/>
            <p:nvPr/>
          </p:nvSpPr>
          <p:spPr>
            <a:xfrm rot="10800000">
              <a:off x="1426656" y="401657"/>
              <a:ext cx="336918" cy="210502"/>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18"/>
            <p:cNvSpPr/>
            <p:nvPr/>
          </p:nvSpPr>
          <p:spPr>
            <a:xfrm rot="10800000">
              <a:off x="1679490" y="401657"/>
              <a:ext cx="336949" cy="210502"/>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18"/>
            <p:cNvSpPr/>
            <p:nvPr/>
          </p:nvSpPr>
          <p:spPr>
            <a:xfrm rot="10800000">
              <a:off x="1933053" y="401657"/>
              <a:ext cx="336918" cy="210502"/>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18"/>
            <p:cNvSpPr/>
            <p:nvPr/>
          </p:nvSpPr>
          <p:spPr>
            <a:xfrm rot="10800000">
              <a:off x="1858707" y="-175586"/>
              <a:ext cx="174378" cy="188986"/>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18"/>
            <p:cNvSpPr/>
            <p:nvPr/>
          </p:nvSpPr>
          <p:spPr>
            <a:xfrm rot="10800000">
              <a:off x="1751736" y="-175586"/>
              <a:ext cx="175078" cy="188986"/>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18"/>
            <p:cNvSpPr/>
            <p:nvPr/>
          </p:nvSpPr>
          <p:spPr>
            <a:xfrm rot="10800000">
              <a:off x="1645466" y="-175586"/>
              <a:ext cx="175078" cy="188986"/>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18"/>
            <p:cNvSpPr/>
            <p:nvPr/>
          </p:nvSpPr>
          <p:spPr>
            <a:xfrm rot="10800000">
              <a:off x="1539196" y="-175586"/>
              <a:ext cx="175078" cy="188986"/>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18"/>
            <p:cNvSpPr/>
            <p:nvPr/>
          </p:nvSpPr>
          <p:spPr>
            <a:xfrm rot="10800000">
              <a:off x="1432895" y="-175586"/>
              <a:ext cx="175078" cy="188986"/>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18"/>
            <p:cNvSpPr/>
            <p:nvPr/>
          </p:nvSpPr>
          <p:spPr>
            <a:xfrm rot="10800000">
              <a:off x="1326625" y="-175586"/>
              <a:ext cx="175078" cy="188986"/>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18"/>
            <p:cNvSpPr/>
            <p:nvPr/>
          </p:nvSpPr>
          <p:spPr>
            <a:xfrm rot="10800000">
              <a:off x="1220355" y="-175586"/>
              <a:ext cx="175078" cy="188986"/>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18"/>
            <p:cNvSpPr/>
            <p:nvPr/>
          </p:nvSpPr>
          <p:spPr>
            <a:xfrm rot="10800000">
              <a:off x="1114084" y="-175586"/>
              <a:ext cx="174378" cy="188986"/>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18"/>
            <p:cNvSpPr/>
            <p:nvPr/>
          </p:nvSpPr>
          <p:spPr>
            <a:xfrm rot="10800000">
              <a:off x="1007784" y="-175586"/>
              <a:ext cx="174378" cy="188986"/>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18"/>
            <p:cNvSpPr/>
            <p:nvPr/>
          </p:nvSpPr>
          <p:spPr>
            <a:xfrm rot="10800000">
              <a:off x="900813" y="-175586"/>
              <a:ext cx="175078" cy="188986"/>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18"/>
            <p:cNvSpPr/>
            <p:nvPr/>
          </p:nvSpPr>
          <p:spPr>
            <a:xfrm rot="10800000">
              <a:off x="794543" y="-175586"/>
              <a:ext cx="175078" cy="188986"/>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5" name="Google Shape;1575;p18"/>
          <p:cNvGrpSpPr/>
          <p:nvPr/>
        </p:nvGrpSpPr>
        <p:grpSpPr>
          <a:xfrm rot="-5400000" flipH="1">
            <a:off x="7579155" y="3321200"/>
            <a:ext cx="979800" cy="3475150"/>
            <a:chOff x="327125" y="2375600"/>
            <a:chExt cx="979800" cy="3475150"/>
          </a:xfrm>
        </p:grpSpPr>
        <p:sp>
          <p:nvSpPr>
            <p:cNvPr id="1576" name="Google Shape;1576;p18"/>
            <p:cNvSpPr/>
            <p:nvPr/>
          </p:nvSpPr>
          <p:spPr>
            <a:xfrm>
              <a:off x="531425" y="2394425"/>
              <a:ext cx="115850" cy="3456325"/>
            </a:xfrm>
            <a:custGeom>
              <a:avLst/>
              <a:gdLst/>
              <a:ahLst/>
              <a:cxnLst/>
              <a:rect l="l" t="t" r="r" b="b"/>
              <a:pathLst>
                <a:path w="4634" h="138253" fill="none" extrusionOk="0">
                  <a:moveTo>
                    <a:pt x="3150" y="138253"/>
                  </a:moveTo>
                  <a:lnTo>
                    <a:pt x="3150" y="54872"/>
                  </a:lnTo>
                  <a:lnTo>
                    <a:pt x="0" y="51722"/>
                  </a:lnTo>
                  <a:lnTo>
                    <a:pt x="0" y="28714"/>
                  </a:lnTo>
                  <a:lnTo>
                    <a:pt x="4634" y="24058"/>
                  </a:lnTo>
                  <a:lnTo>
                    <a:pt x="463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18"/>
            <p:cNvSpPr/>
            <p:nvPr/>
          </p:nvSpPr>
          <p:spPr>
            <a:xfrm>
              <a:off x="627275" y="2375600"/>
              <a:ext cx="39975" cy="39950"/>
            </a:xfrm>
            <a:custGeom>
              <a:avLst/>
              <a:gdLst/>
              <a:ahLst/>
              <a:cxnLst/>
              <a:rect l="l" t="t" r="r" b="b"/>
              <a:pathLst>
                <a:path w="1599" h="1598" extrusionOk="0">
                  <a:moveTo>
                    <a:pt x="800" y="0"/>
                  </a:moveTo>
                  <a:cubicBezTo>
                    <a:pt x="366" y="0"/>
                    <a:pt x="1" y="365"/>
                    <a:pt x="1" y="799"/>
                  </a:cubicBezTo>
                  <a:cubicBezTo>
                    <a:pt x="1" y="1233"/>
                    <a:pt x="366" y="1598"/>
                    <a:pt x="800" y="1598"/>
                  </a:cubicBezTo>
                  <a:cubicBezTo>
                    <a:pt x="1256" y="1598"/>
                    <a:pt x="1599" y="1233"/>
                    <a:pt x="1599" y="799"/>
                  </a:cubicBezTo>
                  <a:cubicBezTo>
                    <a:pt x="1599" y="365"/>
                    <a:pt x="1256"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18"/>
            <p:cNvSpPr/>
            <p:nvPr/>
          </p:nvSpPr>
          <p:spPr>
            <a:xfrm>
              <a:off x="347100" y="2923975"/>
              <a:ext cx="112450" cy="2344175"/>
            </a:xfrm>
            <a:custGeom>
              <a:avLst/>
              <a:gdLst/>
              <a:ahLst/>
              <a:cxnLst/>
              <a:rect l="l" t="t" r="r" b="b"/>
              <a:pathLst>
                <a:path w="4498" h="93767" fill="none" extrusionOk="0">
                  <a:moveTo>
                    <a:pt x="4497" y="93766"/>
                  </a:moveTo>
                  <a:lnTo>
                    <a:pt x="4497" y="50855"/>
                  </a:lnTo>
                  <a:lnTo>
                    <a:pt x="1" y="46358"/>
                  </a:lnTo>
                  <a:lnTo>
                    <a:pt x="1"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18"/>
            <p:cNvSpPr/>
            <p:nvPr/>
          </p:nvSpPr>
          <p:spPr>
            <a:xfrm>
              <a:off x="327125" y="2904575"/>
              <a:ext cx="39975" cy="39950"/>
            </a:xfrm>
            <a:custGeom>
              <a:avLst/>
              <a:gdLst/>
              <a:ahLst/>
              <a:cxnLst/>
              <a:rect l="l" t="t" r="r" b="b"/>
              <a:pathLst>
                <a:path w="1599" h="1598" extrusionOk="0">
                  <a:moveTo>
                    <a:pt x="800" y="0"/>
                  </a:moveTo>
                  <a:cubicBezTo>
                    <a:pt x="366" y="0"/>
                    <a:pt x="1" y="365"/>
                    <a:pt x="1" y="799"/>
                  </a:cubicBezTo>
                  <a:cubicBezTo>
                    <a:pt x="1" y="1255"/>
                    <a:pt x="366" y="1598"/>
                    <a:pt x="800" y="1598"/>
                  </a:cubicBezTo>
                  <a:cubicBezTo>
                    <a:pt x="1233" y="1598"/>
                    <a:pt x="1599" y="1255"/>
                    <a:pt x="1599" y="799"/>
                  </a:cubicBezTo>
                  <a:cubicBezTo>
                    <a:pt x="1599" y="365"/>
                    <a:pt x="1233" y="0"/>
                    <a:pt x="80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18"/>
            <p:cNvSpPr/>
            <p:nvPr/>
          </p:nvSpPr>
          <p:spPr>
            <a:xfrm>
              <a:off x="347100" y="2676875"/>
              <a:ext cx="192900" cy="374375"/>
            </a:xfrm>
            <a:custGeom>
              <a:avLst/>
              <a:gdLst/>
              <a:ahLst/>
              <a:cxnLst/>
              <a:rect l="l" t="t" r="r" b="b"/>
              <a:pathLst>
                <a:path w="7716" h="14975" fill="none" extrusionOk="0">
                  <a:moveTo>
                    <a:pt x="1" y="14974"/>
                  </a:moveTo>
                  <a:lnTo>
                    <a:pt x="7716" y="7259"/>
                  </a:lnTo>
                  <a:lnTo>
                    <a:pt x="7716" y="1"/>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18"/>
            <p:cNvSpPr/>
            <p:nvPr/>
          </p:nvSpPr>
          <p:spPr>
            <a:xfrm>
              <a:off x="520000" y="2658050"/>
              <a:ext cx="39975" cy="3997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18"/>
            <p:cNvSpPr/>
            <p:nvPr/>
          </p:nvSpPr>
          <p:spPr>
            <a:xfrm>
              <a:off x="347100" y="4357400"/>
              <a:ext cx="25" cy="971225"/>
            </a:xfrm>
            <a:custGeom>
              <a:avLst/>
              <a:gdLst/>
              <a:ahLst/>
              <a:cxnLst/>
              <a:rect l="l" t="t" r="r" b="b"/>
              <a:pathLst>
                <a:path w="1" h="38849" fill="none" extrusionOk="0">
                  <a:moveTo>
                    <a:pt x="1" y="38849"/>
                  </a:move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18"/>
            <p:cNvSpPr/>
            <p:nvPr/>
          </p:nvSpPr>
          <p:spPr>
            <a:xfrm>
              <a:off x="327125" y="433855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33" y="1599"/>
                    <a:pt x="1599" y="1234"/>
                    <a:pt x="1599" y="800"/>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18"/>
            <p:cNvSpPr/>
            <p:nvPr/>
          </p:nvSpPr>
          <p:spPr>
            <a:xfrm>
              <a:off x="690625" y="3227550"/>
              <a:ext cx="172925" cy="2083400"/>
            </a:xfrm>
            <a:custGeom>
              <a:avLst/>
              <a:gdLst/>
              <a:ahLst/>
              <a:cxnLst/>
              <a:rect l="l" t="t" r="r" b="b"/>
              <a:pathLst>
                <a:path w="6917" h="83336" fill="none" extrusionOk="0">
                  <a:moveTo>
                    <a:pt x="6917" y="83335"/>
                  </a:moveTo>
                  <a:lnTo>
                    <a:pt x="0" y="76396"/>
                  </a:lnTo>
                  <a:lnTo>
                    <a:pt x="0" y="15841"/>
                  </a:lnTo>
                  <a:lnTo>
                    <a:pt x="4954" y="10865"/>
                  </a:lnTo>
                  <a:lnTo>
                    <a:pt x="495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18"/>
            <p:cNvSpPr/>
            <p:nvPr/>
          </p:nvSpPr>
          <p:spPr>
            <a:xfrm>
              <a:off x="794475" y="320870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56" y="1599"/>
                    <a:pt x="1598" y="1234"/>
                    <a:pt x="1598" y="800"/>
                  </a:cubicBezTo>
                  <a:cubicBezTo>
                    <a:pt x="1598" y="343"/>
                    <a:pt x="1256"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18"/>
            <p:cNvSpPr/>
            <p:nvPr/>
          </p:nvSpPr>
          <p:spPr>
            <a:xfrm>
              <a:off x="776800" y="3899750"/>
              <a:ext cx="25" cy="1084800"/>
            </a:xfrm>
            <a:custGeom>
              <a:avLst/>
              <a:gdLst/>
              <a:ahLst/>
              <a:cxnLst/>
              <a:rect l="l" t="t" r="r" b="b"/>
              <a:pathLst>
                <a:path w="1" h="43392" fill="none" extrusionOk="0">
                  <a:moveTo>
                    <a:pt x="0" y="43391"/>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18"/>
            <p:cNvSpPr/>
            <p:nvPr/>
          </p:nvSpPr>
          <p:spPr>
            <a:xfrm>
              <a:off x="756825" y="4963400"/>
              <a:ext cx="40525" cy="39975"/>
            </a:xfrm>
            <a:custGeom>
              <a:avLst/>
              <a:gdLst/>
              <a:ahLst/>
              <a:cxnLst/>
              <a:rect l="l" t="t" r="r" b="b"/>
              <a:pathLst>
                <a:path w="1621" h="1599" extrusionOk="0">
                  <a:moveTo>
                    <a:pt x="799" y="1"/>
                  </a:moveTo>
                  <a:cubicBezTo>
                    <a:pt x="365" y="1"/>
                    <a:pt x="0" y="366"/>
                    <a:pt x="0" y="800"/>
                  </a:cubicBezTo>
                  <a:cubicBezTo>
                    <a:pt x="0" y="1233"/>
                    <a:pt x="365" y="1598"/>
                    <a:pt x="799" y="1598"/>
                  </a:cubicBezTo>
                  <a:cubicBezTo>
                    <a:pt x="1256" y="1598"/>
                    <a:pt x="1621" y="1233"/>
                    <a:pt x="1621" y="800"/>
                  </a:cubicBezTo>
                  <a:cubicBezTo>
                    <a:pt x="1621" y="366"/>
                    <a:pt x="1256"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18"/>
            <p:cNvSpPr/>
            <p:nvPr/>
          </p:nvSpPr>
          <p:spPr>
            <a:xfrm>
              <a:off x="756825" y="3880925"/>
              <a:ext cx="40525" cy="39950"/>
            </a:xfrm>
            <a:custGeom>
              <a:avLst/>
              <a:gdLst/>
              <a:ahLst/>
              <a:cxnLst/>
              <a:rect l="l" t="t" r="r" b="b"/>
              <a:pathLst>
                <a:path w="1621" h="1598" extrusionOk="0">
                  <a:moveTo>
                    <a:pt x="799" y="0"/>
                  </a:moveTo>
                  <a:cubicBezTo>
                    <a:pt x="365" y="0"/>
                    <a:pt x="0" y="342"/>
                    <a:pt x="0" y="799"/>
                  </a:cubicBezTo>
                  <a:cubicBezTo>
                    <a:pt x="0" y="1233"/>
                    <a:pt x="365" y="1598"/>
                    <a:pt x="799" y="1598"/>
                  </a:cubicBezTo>
                  <a:cubicBezTo>
                    <a:pt x="1256" y="1598"/>
                    <a:pt x="1621" y="1233"/>
                    <a:pt x="1621" y="799"/>
                  </a:cubicBezTo>
                  <a:cubicBezTo>
                    <a:pt x="1621" y="342"/>
                    <a:pt x="1256"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18"/>
            <p:cNvSpPr/>
            <p:nvPr/>
          </p:nvSpPr>
          <p:spPr>
            <a:xfrm>
              <a:off x="861250" y="3692600"/>
              <a:ext cx="445675" cy="1618350"/>
            </a:xfrm>
            <a:custGeom>
              <a:avLst/>
              <a:gdLst/>
              <a:ahLst/>
              <a:cxnLst/>
              <a:rect l="l" t="t" r="r" b="b"/>
              <a:pathLst>
                <a:path w="17827" h="64734" fill="none" extrusionOk="0">
                  <a:moveTo>
                    <a:pt x="17827" y="64733"/>
                  </a:moveTo>
                  <a:lnTo>
                    <a:pt x="4314" y="51221"/>
                  </a:lnTo>
                  <a:lnTo>
                    <a:pt x="4314" y="28258"/>
                  </a:lnTo>
                  <a:lnTo>
                    <a:pt x="0" y="23944"/>
                  </a:lnTo>
                  <a:lnTo>
                    <a:pt x="0"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18"/>
            <p:cNvSpPr/>
            <p:nvPr/>
          </p:nvSpPr>
          <p:spPr>
            <a:xfrm>
              <a:off x="841275" y="3673200"/>
              <a:ext cx="39975" cy="40550"/>
            </a:xfrm>
            <a:custGeom>
              <a:avLst/>
              <a:gdLst/>
              <a:ahLst/>
              <a:cxnLst/>
              <a:rect l="l" t="t" r="r" b="b"/>
              <a:pathLst>
                <a:path w="1599" h="1622" extrusionOk="0">
                  <a:moveTo>
                    <a:pt x="799" y="1"/>
                  </a:moveTo>
                  <a:cubicBezTo>
                    <a:pt x="343" y="1"/>
                    <a:pt x="0" y="366"/>
                    <a:pt x="0" y="800"/>
                  </a:cubicBezTo>
                  <a:cubicBezTo>
                    <a:pt x="0" y="1256"/>
                    <a:pt x="343" y="1621"/>
                    <a:pt x="799" y="1621"/>
                  </a:cubicBezTo>
                  <a:cubicBezTo>
                    <a:pt x="1233" y="1621"/>
                    <a:pt x="1598" y="1256"/>
                    <a:pt x="1598" y="800"/>
                  </a:cubicBezTo>
                  <a:cubicBezTo>
                    <a:pt x="1598" y="366"/>
                    <a:pt x="1233"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91" name="Google Shape;1591;p18"/>
          <p:cNvSpPr txBox="1">
            <a:spLocks noGrp="1"/>
          </p:cNvSpPr>
          <p:nvPr>
            <p:ph type="title"/>
          </p:nvPr>
        </p:nvSpPr>
        <p:spPr>
          <a:xfrm>
            <a:off x="5173500" y="1639950"/>
            <a:ext cx="3250500" cy="508800"/>
          </a:xfrm>
          <a:prstGeom prst="rect">
            <a:avLst/>
          </a:prstGeom>
        </p:spPr>
        <p:txBody>
          <a:bodyPr spcFirstLastPara="1" wrap="square" lIns="0" tIns="0" rIns="0" bIns="0" anchor="ctr" anchorCtr="0">
            <a:noAutofit/>
          </a:bodyPr>
          <a:lstStyle>
            <a:lvl1pPr lvl="0" algn="l" rtl="0">
              <a:spcBef>
                <a:spcPts val="0"/>
              </a:spcBef>
              <a:spcAft>
                <a:spcPts val="0"/>
              </a:spcAft>
              <a:buSzPts val="24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592" name="Google Shape;1592;p18"/>
          <p:cNvSpPr txBox="1">
            <a:spLocks noGrp="1"/>
          </p:cNvSpPr>
          <p:nvPr>
            <p:ph type="subTitle" idx="1"/>
          </p:nvPr>
        </p:nvSpPr>
        <p:spPr>
          <a:xfrm>
            <a:off x="5173375" y="2571750"/>
            <a:ext cx="3250500" cy="1503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21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Six Columns">
  <p:cSld name="CUSTOM_5">
    <p:spTree>
      <p:nvGrpSpPr>
        <p:cNvPr id="1" name="Shape 1593"/>
        <p:cNvGrpSpPr/>
        <p:nvPr/>
      </p:nvGrpSpPr>
      <p:grpSpPr>
        <a:xfrm>
          <a:off x="0" y="0"/>
          <a:ext cx="0" cy="0"/>
          <a:chOff x="0" y="0"/>
          <a:chExt cx="0" cy="0"/>
        </a:xfrm>
      </p:grpSpPr>
      <p:grpSp>
        <p:nvGrpSpPr>
          <p:cNvPr id="1594" name="Google Shape;1594;p19"/>
          <p:cNvGrpSpPr/>
          <p:nvPr/>
        </p:nvGrpSpPr>
        <p:grpSpPr>
          <a:xfrm flipH="1">
            <a:off x="-370165" y="-2483486"/>
            <a:ext cx="7884219" cy="3433770"/>
            <a:chOff x="24125" y="294775"/>
            <a:chExt cx="7767703" cy="3383025"/>
          </a:xfrm>
        </p:grpSpPr>
        <p:sp>
          <p:nvSpPr>
            <p:cNvPr id="1595" name="Google Shape;1595;p19"/>
            <p:cNvSpPr/>
            <p:nvPr/>
          </p:nvSpPr>
          <p:spPr>
            <a:xfrm>
              <a:off x="1686375" y="607200"/>
              <a:ext cx="142125" cy="129550"/>
            </a:xfrm>
            <a:custGeom>
              <a:avLst/>
              <a:gdLst/>
              <a:ahLst/>
              <a:cxnLst/>
              <a:rect l="l" t="t" r="r" b="b"/>
              <a:pathLst>
                <a:path w="5685" h="5182" extrusionOk="0">
                  <a:moveTo>
                    <a:pt x="2834" y="1"/>
                  </a:moveTo>
                  <a:cubicBezTo>
                    <a:pt x="2169" y="1"/>
                    <a:pt x="1507" y="252"/>
                    <a:pt x="1005" y="754"/>
                  </a:cubicBezTo>
                  <a:cubicBezTo>
                    <a:pt x="1" y="1781"/>
                    <a:pt x="1" y="3402"/>
                    <a:pt x="1005" y="4429"/>
                  </a:cubicBezTo>
                  <a:cubicBezTo>
                    <a:pt x="1507" y="4931"/>
                    <a:pt x="2169" y="5182"/>
                    <a:pt x="2834" y="5182"/>
                  </a:cubicBezTo>
                  <a:cubicBezTo>
                    <a:pt x="3499" y="5182"/>
                    <a:pt x="4166" y="4931"/>
                    <a:pt x="4680" y="4429"/>
                  </a:cubicBezTo>
                  <a:cubicBezTo>
                    <a:pt x="5684" y="3402"/>
                    <a:pt x="5684" y="1781"/>
                    <a:pt x="4680" y="754"/>
                  </a:cubicBezTo>
                  <a:cubicBezTo>
                    <a:pt x="4166" y="252"/>
                    <a:pt x="3499" y="1"/>
                    <a:pt x="28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19"/>
            <p:cNvSpPr/>
            <p:nvPr/>
          </p:nvSpPr>
          <p:spPr>
            <a:xfrm>
              <a:off x="66098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19"/>
            <p:cNvSpPr/>
            <p:nvPr/>
          </p:nvSpPr>
          <p:spPr>
            <a:xfrm>
              <a:off x="6721650" y="3191600"/>
              <a:ext cx="149525" cy="93025"/>
            </a:xfrm>
            <a:custGeom>
              <a:avLst/>
              <a:gdLst/>
              <a:ahLst/>
              <a:cxnLst/>
              <a:rect l="l" t="t" r="r" b="b"/>
              <a:pathLst>
                <a:path w="5981" h="3721" extrusionOk="0">
                  <a:moveTo>
                    <a:pt x="0" y="0"/>
                  </a:moveTo>
                  <a:lnTo>
                    <a:pt x="3584" y="3721"/>
                  </a:lnTo>
                  <a:lnTo>
                    <a:pt x="5980"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19"/>
            <p:cNvSpPr/>
            <p:nvPr/>
          </p:nvSpPr>
          <p:spPr>
            <a:xfrm>
              <a:off x="68340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19"/>
            <p:cNvSpPr/>
            <p:nvPr/>
          </p:nvSpPr>
          <p:spPr>
            <a:xfrm>
              <a:off x="69459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19"/>
            <p:cNvSpPr/>
            <p:nvPr/>
          </p:nvSpPr>
          <p:spPr>
            <a:xfrm>
              <a:off x="7057750" y="3191600"/>
              <a:ext cx="149525" cy="93025"/>
            </a:xfrm>
            <a:custGeom>
              <a:avLst/>
              <a:gdLst/>
              <a:ahLst/>
              <a:cxnLst/>
              <a:rect l="l" t="t" r="r" b="b"/>
              <a:pathLst>
                <a:path w="5981" h="3721" extrusionOk="0">
                  <a:moveTo>
                    <a:pt x="0" y="0"/>
                  </a:moveTo>
                  <a:lnTo>
                    <a:pt x="3607" y="3721"/>
                  </a:lnTo>
                  <a:lnTo>
                    <a:pt x="5980" y="3721"/>
                  </a:lnTo>
                  <a:lnTo>
                    <a:pt x="23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19"/>
            <p:cNvSpPr/>
            <p:nvPr/>
          </p:nvSpPr>
          <p:spPr>
            <a:xfrm>
              <a:off x="71701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19"/>
            <p:cNvSpPr/>
            <p:nvPr/>
          </p:nvSpPr>
          <p:spPr>
            <a:xfrm>
              <a:off x="7282000" y="3191600"/>
              <a:ext cx="149525" cy="93025"/>
            </a:xfrm>
            <a:custGeom>
              <a:avLst/>
              <a:gdLst/>
              <a:ahLst/>
              <a:cxnLst/>
              <a:rect l="l" t="t" r="r" b="b"/>
              <a:pathLst>
                <a:path w="5981" h="3721" extrusionOk="0">
                  <a:moveTo>
                    <a:pt x="1" y="0"/>
                  </a:moveTo>
                  <a:lnTo>
                    <a:pt x="3584" y="3721"/>
                  </a:lnTo>
                  <a:lnTo>
                    <a:pt x="5981"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19"/>
            <p:cNvSpPr/>
            <p:nvPr/>
          </p:nvSpPr>
          <p:spPr>
            <a:xfrm>
              <a:off x="2406525" y="1218350"/>
              <a:ext cx="5385303" cy="1110475"/>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19"/>
            <p:cNvSpPr/>
            <p:nvPr/>
          </p:nvSpPr>
          <p:spPr>
            <a:xfrm>
              <a:off x="987925" y="355975"/>
              <a:ext cx="6210225" cy="1468400"/>
            </a:xfrm>
            <a:custGeom>
              <a:avLst/>
              <a:gdLst/>
              <a:ahLst/>
              <a:cxnLst/>
              <a:rect l="l" t="t" r="r" b="b"/>
              <a:pathLst>
                <a:path w="248409" h="58736" extrusionOk="0">
                  <a:moveTo>
                    <a:pt x="248203" y="1"/>
                  </a:moveTo>
                  <a:cubicBezTo>
                    <a:pt x="248151" y="1"/>
                    <a:pt x="248100" y="18"/>
                    <a:pt x="248066" y="52"/>
                  </a:cubicBezTo>
                  <a:lnTo>
                    <a:pt x="196663" y="51455"/>
                  </a:lnTo>
                  <a:lnTo>
                    <a:pt x="175778" y="51455"/>
                  </a:lnTo>
                  <a:lnTo>
                    <a:pt x="155760" y="31460"/>
                  </a:lnTo>
                  <a:lnTo>
                    <a:pt x="121112" y="31460"/>
                  </a:lnTo>
                  <a:lnTo>
                    <a:pt x="94200" y="58371"/>
                  </a:lnTo>
                  <a:lnTo>
                    <a:pt x="183" y="58371"/>
                  </a:lnTo>
                  <a:cubicBezTo>
                    <a:pt x="92" y="58371"/>
                    <a:pt x="0" y="58439"/>
                    <a:pt x="0" y="58553"/>
                  </a:cubicBezTo>
                  <a:cubicBezTo>
                    <a:pt x="0" y="58645"/>
                    <a:pt x="92" y="58736"/>
                    <a:pt x="183" y="58736"/>
                  </a:cubicBezTo>
                  <a:lnTo>
                    <a:pt x="94360" y="58736"/>
                  </a:lnTo>
                  <a:lnTo>
                    <a:pt x="121248" y="31848"/>
                  </a:lnTo>
                  <a:lnTo>
                    <a:pt x="155623" y="31848"/>
                  </a:lnTo>
                  <a:lnTo>
                    <a:pt x="175618" y="51843"/>
                  </a:lnTo>
                  <a:lnTo>
                    <a:pt x="196823" y="51843"/>
                  </a:lnTo>
                  <a:lnTo>
                    <a:pt x="248340" y="326"/>
                  </a:lnTo>
                  <a:cubicBezTo>
                    <a:pt x="248408" y="235"/>
                    <a:pt x="248408" y="121"/>
                    <a:pt x="248340" y="52"/>
                  </a:cubicBezTo>
                  <a:cubicBezTo>
                    <a:pt x="248306" y="18"/>
                    <a:pt x="248254" y="1"/>
                    <a:pt x="248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19"/>
            <p:cNvSpPr/>
            <p:nvPr/>
          </p:nvSpPr>
          <p:spPr>
            <a:xfrm>
              <a:off x="1265250" y="1389550"/>
              <a:ext cx="6299250" cy="1955000"/>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19"/>
            <p:cNvSpPr/>
            <p:nvPr/>
          </p:nvSpPr>
          <p:spPr>
            <a:xfrm>
              <a:off x="1631600" y="1974425"/>
              <a:ext cx="6160000" cy="1095650"/>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19"/>
            <p:cNvSpPr/>
            <p:nvPr/>
          </p:nvSpPr>
          <p:spPr>
            <a:xfrm>
              <a:off x="1978550" y="331575"/>
              <a:ext cx="4691750" cy="1289675"/>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19"/>
            <p:cNvSpPr/>
            <p:nvPr/>
          </p:nvSpPr>
          <p:spPr>
            <a:xfrm>
              <a:off x="937150" y="2104550"/>
              <a:ext cx="6622775" cy="1510475"/>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19"/>
            <p:cNvSpPr/>
            <p:nvPr/>
          </p:nvSpPr>
          <p:spPr>
            <a:xfrm>
              <a:off x="1664700" y="294775"/>
              <a:ext cx="3135650" cy="7666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19"/>
            <p:cNvSpPr/>
            <p:nvPr/>
          </p:nvSpPr>
          <p:spPr>
            <a:xfrm>
              <a:off x="100600" y="2193550"/>
              <a:ext cx="3410675" cy="530725"/>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19"/>
            <p:cNvSpPr/>
            <p:nvPr/>
          </p:nvSpPr>
          <p:spPr>
            <a:xfrm>
              <a:off x="106300" y="832600"/>
              <a:ext cx="2024625" cy="395475"/>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19"/>
            <p:cNvSpPr/>
            <p:nvPr/>
          </p:nvSpPr>
          <p:spPr>
            <a:xfrm>
              <a:off x="24125" y="1108225"/>
              <a:ext cx="1654850" cy="513025"/>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19"/>
            <p:cNvSpPr/>
            <p:nvPr/>
          </p:nvSpPr>
          <p:spPr>
            <a:xfrm>
              <a:off x="24125" y="1371850"/>
              <a:ext cx="979225" cy="45197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19"/>
            <p:cNvSpPr/>
            <p:nvPr/>
          </p:nvSpPr>
          <p:spPr>
            <a:xfrm>
              <a:off x="5585500" y="1408375"/>
              <a:ext cx="1529900" cy="580350"/>
            </a:xfrm>
            <a:custGeom>
              <a:avLst/>
              <a:gdLst/>
              <a:ahLst/>
              <a:cxnLst/>
              <a:rect l="l" t="t" r="r" b="b"/>
              <a:pathLst>
                <a:path w="61196" h="23214" extrusionOk="0">
                  <a:moveTo>
                    <a:pt x="49121" y="0"/>
                  </a:moveTo>
                  <a:lnTo>
                    <a:pt x="26661" y="22460"/>
                  </a:lnTo>
                  <a:lnTo>
                    <a:pt x="389" y="22460"/>
                  </a:lnTo>
                  <a:cubicBezTo>
                    <a:pt x="161" y="22460"/>
                    <a:pt x="1" y="22620"/>
                    <a:pt x="1" y="22848"/>
                  </a:cubicBezTo>
                  <a:cubicBezTo>
                    <a:pt x="1" y="23054"/>
                    <a:pt x="161" y="23214"/>
                    <a:pt x="389" y="23214"/>
                  </a:cubicBezTo>
                  <a:lnTo>
                    <a:pt x="26980" y="23214"/>
                  </a:lnTo>
                  <a:lnTo>
                    <a:pt x="49441" y="776"/>
                  </a:lnTo>
                  <a:lnTo>
                    <a:pt x="60808" y="776"/>
                  </a:lnTo>
                  <a:cubicBezTo>
                    <a:pt x="61013" y="776"/>
                    <a:pt x="61196" y="594"/>
                    <a:pt x="61196" y="388"/>
                  </a:cubicBezTo>
                  <a:cubicBezTo>
                    <a:pt x="61196" y="183"/>
                    <a:pt x="61013" y="0"/>
                    <a:pt x="60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19"/>
            <p:cNvSpPr/>
            <p:nvPr/>
          </p:nvSpPr>
          <p:spPr>
            <a:xfrm>
              <a:off x="5953000" y="3543100"/>
              <a:ext cx="134700" cy="134700"/>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19"/>
            <p:cNvSpPr/>
            <p:nvPr/>
          </p:nvSpPr>
          <p:spPr>
            <a:xfrm>
              <a:off x="5976400" y="3566500"/>
              <a:ext cx="87900" cy="8732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19"/>
            <p:cNvSpPr/>
            <p:nvPr/>
          </p:nvSpPr>
          <p:spPr>
            <a:xfrm>
              <a:off x="5421175" y="2256325"/>
              <a:ext cx="134700" cy="134700"/>
            </a:xfrm>
            <a:custGeom>
              <a:avLst/>
              <a:gdLst/>
              <a:ahLst/>
              <a:cxnLst/>
              <a:rect l="l" t="t" r="r" b="b"/>
              <a:pathLst>
                <a:path w="5388" h="5388" extrusionOk="0">
                  <a:moveTo>
                    <a:pt x="2694" y="389"/>
                  </a:moveTo>
                  <a:cubicBezTo>
                    <a:pt x="3972" y="389"/>
                    <a:pt x="4999" y="1416"/>
                    <a:pt x="4999" y="2694"/>
                  </a:cubicBezTo>
                  <a:cubicBezTo>
                    <a:pt x="4999" y="3972"/>
                    <a:pt x="3972" y="5022"/>
                    <a:pt x="2694" y="5022"/>
                  </a:cubicBezTo>
                  <a:cubicBezTo>
                    <a:pt x="1415" y="5022"/>
                    <a:pt x="365" y="3972"/>
                    <a:pt x="365" y="2694"/>
                  </a:cubicBezTo>
                  <a:cubicBezTo>
                    <a:pt x="365" y="1416"/>
                    <a:pt x="1415" y="389"/>
                    <a:pt x="2694" y="389"/>
                  </a:cubicBezTo>
                  <a:close/>
                  <a:moveTo>
                    <a:pt x="2694" y="1"/>
                  </a:moveTo>
                  <a:cubicBezTo>
                    <a:pt x="1210" y="1"/>
                    <a:pt x="0" y="1210"/>
                    <a:pt x="0" y="2694"/>
                  </a:cubicBezTo>
                  <a:cubicBezTo>
                    <a:pt x="0" y="4178"/>
                    <a:pt x="1210" y="5387"/>
                    <a:pt x="2694" y="5387"/>
                  </a:cubicBezTo>
                  <a:cubicBezTo>
                    <a:pt x="4177" y="5387"/>
                    <a:pt x="5387" y="4178"/>
                    <a:pt x="5387" y="2694"/>
                  </a:cubicBezTo>
                  <a:cubicBezTo>
                    <a:pt x="5387" y="1210"/>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19"/>
            <p:cNvSpPr/>
            <p:nvPr/>
          </p:nvSpPr>
          <p:spPr>
            <a:xfrm>
              <a:off x="5444575" y="2279725"/>
              <a:ext cx="87900" cy="87900"/>
            </a:xfrm>
            <a:custGeom>
              <a:avLst/>
              <a:gdLst/>
              <a:ahLst/>
              <a:cxnLst/>
              <a:rect l="l" t="t" r="r" b="b"/>
              <a:pathLst>
                <a:path w="3516" h="3516" extrusionOk="0">
                  <a:moveTo>
                    <a:pt x="1758" y="0"/>
                  </a:moveTo>
                  <a:cubicBezTo>
                    <a:pt x="776" y="0"/>
                    <a:pt x="0" y="799"/>
                    <a:pt x="0" y="1758"/>
                  </a:cubicBezTo>
                  <a:cubicBezTo>
                    <a:pt x="0" y="2739"/>
                    <a:pt x="776" y="3516"/>
                    <a:pt x="1758" y="3516"/>
                  </a:cubicBezTo>
                  <a:cubicBezTo>
                    <a:pt x="2716" y="3516"/>
                    <a:pt x="3515" y="2739"/>
                    <a:pt x="3515" y="1758"/>
                  </a:cubicBezTo>
                  <a:cubicBezTo>
                    <a:pt x="3515" y="799"/>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19"/>
            <p:cNvSpPr/>
            <p:nvPr/>
          </p:nvSpPr>
          <p:spPr>
            <a:xfrm>
              <a:off x="5459400" y="1912225"/>
              <a:ext cx="134700" cy="134700"/>
            </a:xfrm>
            <a:custGeom>
              <a:avLst/>
              <a:gdLst/>
              <a:ahLst/>
              <a:cxnLst/>
              <a:rect l="l" t="t" r="r" b="b"/>
              <a:pathLst>
                <a:path w="5388" h="5388" extrusionOk="0">
                  <a:moveTo>
                    <a:pt x="2694" y="366"/>
                  </a:moveTo>
                  <a:cubicBezTo>
                    <a:pt x="3972" y="366"/>
                    <a:pt x="4999" y="1416"/>
                    <a:pt x="4999" y="2694"/>
                  </a:cubicBezTo>
                  <a:cubicBezTo>
                    <a:pt x="4999" y="3973"/>
                    <a:pt x="3972" y="5000"/>
                    <a:pt x="2694" y="5000"/>
                  </a:cubicBezTo>
                  <a:cubicBezTo>
                    <a:pt x="1416" y="5000"/>
                    <a:pt x="389" y="3973"/>
                    <a:pt x="389" y="2694"/>
                  </a:cubicBezTo>
                  <a:cubicBezTo>
                    <a:pt x="389" y="1416"/>
                    <a:pt x="1416" y="366"/>
                    <a:pt x="2694" y="366"/>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19"/>
            <p:cNvSpPr/>
            <p:nvPr/>
          </p:nvSpPr>
          <p:spPr>
            <a:xfrm>
              <a:off x="5482800" y="1935625"/>
              <a:ext cx="87900" cy="87900"/>
            </a:xfrm>
            <a:custGeom>
              <a:avLst/>
              <a:gdLst/>
              <a:ahLst/>
              <a:cxnLst/>
              <a:rect l="l" t="t" r="r" b="b"/>
              <a:pathLst>
                <a:path w="3516" h="3516" extrusionOk="0">
                  <a:moveTo>
                    <a:pt x="1758" y="1"/>
                  </a:moveTo>
                  <a:cubicBezTo>
                    <a:pt x="799" y="1"/>
                    <a:pt x="0" y="777"/>
                    <a:pt x="0" y="1758"/>
                  </a:cubicBezTo>
                  <a:cubicBezTo>
                    <a:pt x="0" y="2717"/>
                    <a:pt x="799" y="3516"/>
                    <a:pt x="1758" y="3516"/>
                  </a:cubicBezTo>
                  <a:cubicBezTo>
                    <a:pt x="2739" y="3516"/>
                    <a:pt x="3515" y="2717"/>
                    <a:pt x="3515" y="1758"/>
                  </a:cubicBezTo>
                  <a:cubicBezTo>
                    <a:pt x="3515" y="777"/>
                    <a:pt x="2739"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19"/>
            <p:cNvSpPr/>
            <p:nvPr/>
          </p:nvSpPr>
          <p:spPr>
            <a:xfrm>
              <a:off x="4736975" y="1935625"/>
              <a:ext cx="87900" cy="87900"/>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19"/>
            <p:cNvSpPr/>
            <p:nvPr/>
          </p:nvSpPr>
          <p:spPr>
            <a:xfrm>
              <a:off x="7044625" y="2632950"/>
              <a:ext cx="87900" cy="8732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19"/>
            <p:cNvSpPr/>
            <p:nvPr/>
          </p:nvSpPr>
          <p:spPr>
            <a:xfrm>
              <a:off x="4222850" y="1085400"/>
              <a:ext cx="134675" cy="134675"/>
            </a:xfrm>
            <a:custGeom>
              <a:avLst/>
              <a:gdLst/>
              <a:ahLst/>
              <a:cxnLst/>
              <a:rect l="l" t="t" r="r" b="b"/>
              <a:pathLst>
                <a:path w="5387" h="5387" extrusionOk="0">
                  <a:moveTo>
                    <a:pt x="2694" y="388"/>
                  </a:moveTo>
                  <a:cubicBezTo>
                    <a:pt x="3972" y="388"/>
                    <a:pt x="5022" y="1415"/>
                    <a:pt x="5022" y="2694"/>
                  </a:cubicBezTo>
                  <a:cubicBezTo>
                    <a:pt x="5022" y="3972"/>
                    <a:pt x="3972" y="4999"/>
                    <a:pt x="2694" y="4999"/>
                  </a:cubicBezTo>
                  <a:cubicBezTo>
                    <a:pt x="1415" y="4999"/>
                    <a:pt x="388" y="3972"/>
                    <a:pt x="388" y="2694"/>
                  </a:cubicBezTo>
                  <a:cubicBezTo>
                    <a:pt x="388" y="1415"/>
                    <a:pt x="1415" y="388"/>
                    <a:pt x="2694" y="388"/>
                  </a:cubicBezTo>
                  <a:close/>
                  <a:moveTo>
                    <a:pt x="2694" y="0"/>
                  </a:moveTo>
                  <a:cubicBezTo>
                    <a:pt x="1210" y="0"/>
                    <a:pt x="0" y="1210"/>
                    <a:pt x="0" y="2694"/>
                  </a:cubicBezTo>
                  <a:cubicBezTo>
                    <a:pt x="0" y="4177"/>
                    <a:pt x="1210" y="5387"/>
                    <a:pt x="2694" y="5387"/>
                  </a:cubicBezTo>
                  <a:cubicBezTo>
                    <a:pt x="4177" y="5387"/>
                    <a:pt x="5387" y="4177"/>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19"/>
            <p:cNvSpPr/>
            <p:nvPr/>
          </p:nvSpPr>
          <p:spPr>
            <a:xfrm>
              <a:off x="4246800" y="1108775"/>
              <a:ext cx="87350" cy="87925"/>
            </a:xfrm>
            <a:custGeom>
              <a:avLst/>
              <a:gdLst/>
              <a:ahLst/>
              <a:cxnLst/>
              <a:rect l="l" t="t" r="r" b="b"/>
              <a:pathLst>
                <a:path w="3494" h="3517" extrusionOk="0">
                  <a:moveTo>
                    <a:pt x="1736" y="1"/>
                  </a:moveTo>
                  <a:cubicBezTo>
                    <a:pt x="777" y="1"/>
                    <a:pt x="1" y="800"/>
                    <a:pt x="1" y="1759"/>
                  </a:cubicBezTo>
                  <a:cubicBezTo>
                    <a:pt x="1" y="2717"/>
                    <a:pt x="777" y="3516"/>
                    <a:pt x="1736" y="3516"/>
                  </a:cubicBezTo>
                  <a:cubicBezTo>
                    <a:pt x="2717" y="3516"/>
                    <a:pt x="3493" y="2717"/>
                    <a:pt x="3493" y="1759"/>
                  </a:cubicBezTo>
                  <a:cubicBezTo>
                    <a:pt x="3493" y="800"/>
                    <a:pt x="2717" y="1"/>
                    <a:pt x="17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19"/>
            <p:cNvSpPr/>
            <p:nvPr/>
          </p:nvSpPr>
          <p:spPr>
            <a:xfrm>
              <a:off x="3502700" y="2585000"/>
              <a:ext cx="134700" cy="134700"/>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19"/>
            <p:cNvSpPr/>
            <p:nvPr/>
          </p:nvSpPr>
          <p:spPr>
            <a:xfrm>
              <a:off x="3526100" y="2608400"/>
              <a:ext cx="87900" cy="87900"/>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19"/>
            <p:cNvSpPr/>
            <p:nvPr/>
          </p:nvSpPr>
          <p:spPr>
            <a:xfrm>
              <a:off x="2281550" y="1156150"/>
              <a:ext cx="134700" cy="134700"/>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19"/>
            <p:cNvSpPr/>
            <p:nvPr/>
          </p:nvSpPr>
          <p:spPr>
            <a:xfrm>
              <a:off x="2304950" y="1179550"/>
              <a:ext cx="87325" cy="87900"/>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19"/>
            <p:cNvSpPr/>
            <p:nvPr/>
          </p:nvSpPr>
          <p:spPr>
            <a:xfrm>
              <a:off x="1577950" y="1004925"/>
              <a:ext cx="94750" cy="94750"/>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19"/>
            <p:cNvSpPr/>
            <p:nvPr/>
          </p:nvSpPr>
          <p:spPr>
            <a:xfrm>
              <a:off x="1595075" y="1022050"/>
              <a:ext cx="59950" cy="59950"/>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19"/>
            <p:cNvSpPr/>
            <p:nvPr/>
          </p:nvSpPr>
          <p:spPr>
            <a:xfrm>
              <a:off x="2892125" y="11704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19"/>
            <p:cNvSpPr/>
            <p:nvPr/>
          </p:nvSpPr>
          <p:spPr>
            <a:xfrm>
              <a:off x="7004675" y="1366150"/>
              <a:ext cx="106150" cy="106150"/>
            </a:xfrm>
            <a:custGeom>
              <a:avLst/>
              <a:gdLst/>
              <a:ahLst/>
              <a:cxnLst/>
              <a:rect l="l" t="t" r="r" b="b"/>
              <a:pathLst>
                <a:path w="4246" h="4246" extrusionOk="0">
                  <a:moveTo>
                    <a:pt x="2123" y="0"/>
                  </a:moveTo>
                  <a:cubicBezTo>
                    <a:pt x="936" y="0"/>
                    <a:pt x="0" y="959"/>
                    <a:pt x="0" y="2123"/>
                  </a:cubicBezTo>
                  <a:cubicBezTo>
                    <a:pt x="0" y="3310"/>
                    <a:pt x="936" y="4246"/>
                    <a:pt x="2123" y="4246"/>
                  </a:cubicBezTo>
                  <a:cubicBezTo>
                    <a:pt x="3287" y="4246"/>
                    <a:pt x="4246" y="3310"/>
                    <a:pt x="4246" y="2123"/>
                  </a:cubicBezTo>
                  <a:cubicBezTo>
                    <a:pt x="4246" y="959"/>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19"/>
            <p:cNvSpPr/>
            <p:nvPr/>
          </p:nvSpPr>
          <p:spPr>
            <a:xfrm>
              <a:off x="6446600" y="2270600"/>
              <a:ext cx="106150" cy="106150"/>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19"/>
            <p:cNvSpPr/>
            <p:nvPr/>
          </p:nvSpPr>
          <p:spPr>
            <a:xfrm>
              <a:off x="6258275" y="3300575"/>
              <a:ext cx="69650" cy="69650"/>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19"/>
            <p:cNvSpPr/>
            <p:nvPr/>
          </p:nvSpPr>
          <p:spPr>
            <a:xfrm>
              <a:off x="4746100" y="3030675"/>
              <a:ext cx="69650" cy="69075"/>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19"/>
            <p:cNvSpPr/>
            <p:nvPr/>
          </p:nvSpPr>
          <p:spPr>
            <a:xfrm>
              <a:off x="5111875" y="1378700"/>
              <a:ext cx="106175" cy="106150"/>
            </a:xfrm>
            <a:custGeom>
              <a:avLst/>
              <a:gdLst/>
              <a:ahLst/>
              <a:cxnLst/>
              <a:rect l="l" t="t" r="r" b="b"/>
              <a:pathLst>
                <a:path w="4247" h="4246" extrusionOk="0">
                  <a:moveTo>
                    <a:pt x="2124" y="0"/>
                  </a:moveTo>
                  <a:cubicBezTo>
                    <a:pt x="960" y="0"/>
                    <a:pt x="1" y="959"/>
                    <a:pt x="1" y="2123"/>
                  </a:cubicBezTo>
                  <a:cubicBezTo>
                    <a:pt x="1" y="3310"/>
                    <a:pt x="960" y="4246"/>
                    <a:pt x="2124" y="4246"/>
                  </a:cubicBezTo>
                  <a:cubicBezTo>
                    <a:pt x="3288" y="4246"/>
                    <a:pt x="4246" y="3310"/>
                    <a:pt x="4246" y="2123"/>
                  </a:cubicBezTo>
                  <a:cubicBezTo>
                    <a:pt x="4246" y="959"/>
                    <a:pt x="3288" y="0"/>
                    <a:pt x="21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19"/>
            <p:cNvSpPr/>
            <p:nvPr/>
          </p:nvSpPr>
          <p:spPr>
            <a:xfrm>
              <a:off x="5692225" y="1404950"/>
              <a:ext cx="75350" cy="74775"/>
            </a:xfrm>
            <a:custGeom>
              <a:avLst/>
              <a:gdLst/>
              <a:ahLst/>
              <a:cxnLst/>
              <a:rect l="l" t="t" r="r" b="b"/>
              <a:pathLst>
                <a:path w="3014" h="2991" extrusionOk="0">
                  <a:moveTo>
                    <a:pt x="1507" y="0"/>
                  </a:moveTo>
                  <a:cubicBezTo>
                    <a:pt x="685" y="0"/>
                    <a:pt x="0" y="662"/>
                    <a:pt x="0" y="1507"/>
                  </a:cubicBezTo>
                  <a:cubicBezTo>
                    <a:pt x="0" y="2328"/>
                    <a:pt x="685" y="2990"/>
                    <a:pt x="1507" y="2990"/>
                  </a:cubicBezTo>
                  <a:cubicBezTo>
                    <a:pt x="2328" y="2990"/>
                    <a:pt x="3013" y="2328"/>
                    <a:pt x="3013" y="1507"/>
                  </a:cubicBezTo>
                  <a:cubicBezTo>
                    <a:pt x="3013" y="662"/>
                    <a:pt x="2328"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19"/>
            <p:cNvSpPr/>
            <p:nvPr/>
          </p:nvSpPr>
          <p:spPr>
            <a:xfrm>
              <a:off x="5821750" y="1469425"/>
              <a:ext cx="79350" cy="79350"/>
            </a:xfrm>
            <a:custGeom>
              <a:avLst/>
              <a:gdLst/>
              <a:ahLst/>
              <a:cxnLst/>
              <a:rect l="l" t="t" r="r" b="b"/>
              <a:pathLst>
                <a:path w="3174" h="3174" extrusionOk="0">
                  <a:moveTo>
                    <a:pt x="1598" y="1"/>
                  </a:moveTo>
                  <a:cubicBezTo>
                    <a:pt x="708" y="1"/>
                    <a:pt x="1" y="708"/>
                    <a:pt x="1" y="1575"/>
                  </a:cubicBezTo>
                  <a:cubicBezTo>
                    <a:pt x="1" y="2466"/>
                    <a:pt x="708" y="3173"/>
                    <a:pt x="1598" y="3173"/>
                  </a:cubicBezTo>
                  <a:cubicBezTo>
                    <a:pt x="2466" y="3173"/>
                    <a:pt x="3173" y="2466"/>
                    <a:pt x="3173" y="1575"/>
                  </a:cubicBezTo>
                  <a:cubicBezTo>
                    <a:pt x="3173" y="708"/>
                    <a:pt x="2466"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19"/>
            <p:cNvSpPr/>
            <p:nvPr/>
          </p:nvSpPr>
          <p:spPr>
            <a:xfrm>
              <a:off x="3572900" y="2384150"/>
              <a:ext cx="139825" cy="139250"/>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19"/>
            <p:cNvSpPr/>
            <p:nvPr/>
          </p:nvSpPr>
          <p:spPr>
            <a:xfrm>
              <a:off x="5419450" y="2995300"/>
              <a:ext cx="139825" cy="139825"/>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19"/>
            <p:cNvSpPr/>
            <p:nvPr/>
          </p:nvSpPr>
          <p:spPr>
            <a:xfrm>
              <a:off x="3311550" y="1787275"/>
              <a:ext cx="65075" cy="65075"/>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19"/>
            <p:cNvSpPr/>
            <p:nvPr/>
          </p:nvSpPr>
          <p:spPr>
            <a:xfrm>
              <a:off x="3501550" y="1519075"/>
              <a:ext cx="143825" cy="144400"/>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19"/>
            <p:cNvSpPr/>
            <p:nvPr/>
          </p:nvSpPr>
          <p:spPr>
            <a:xfrm>
              <a:off x="3526675" y="1544750"/>
              <a:ext cx="93600" cy="93050"/>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19"/>
            <p:cNvSpPr/>
            <p:nvPr/>
          </p:nvSpPr>
          <p:spPr>
            <a:xfrm>
              <a:off x="1930050" y="1563575"/>
              <a:ext cx="106150" cy="106175"/>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19"/>
            <p:cNvSpPr/>
            <p:nvPr/>
          </p:nvSpPr>
          <p:spPr>
            <a:xfrm>
              <a:off x="1621325" y="1563575"/>
              <a:ext cx="106175" cy="106175"/>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19"/>
            <p:cNvSpPr/>
            <p:nvPr/>
          </p:nvSpPr>
          <p:spPr>
            <a:xfrm>
              <a:off x="944550" y="1765575"/>
              <a:ext cx="106175" cy="106175"/>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19"/>
            <p:cNvSpPr/>
            <p:nvPr/>
          </p:nvSpPr>
          <p:spPr>
            <a:xfrm>
              <a:off x="496050" y="13239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19"/>
            <p:cNvSpPr/>
            <p:nvPr/>
          </p:nvSpPr>
          <p:spPr>
            <a:xfrm>
              <a:off x="3168300" y="1186975"/>
              <a:ext cx="72500" cy="73050"/>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19"/>
            <p:cNvSpPr/>
            <p:nvPr/>
          </p:nvSpPr>
          <p:spPr>
            <a:xfrm>
              <a:off x="1238425" y="1362725"/>
              <a:ext cx="73075" cy="73050"/>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19"/>
            <p:cNvSpPr/>
            <p:nvPr/>
          </p:nvSpPr>
          <p:spPr>
            <a:xfrm>
              <a:off x="2281550" y="832600"/>
              <a:ext cx="2995850" cy="9725"/>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19"/>
            <p:cNvSpPr/>
            <p:nvPr/>
          </p:nvSpPr>
          <p:spPr>
            <a:xfrm>
              <a:off x="2222775" y="800650"/>
              <a:ext cx="73075" cy="73050"/>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19"/>
            <p:cNvSpPr/>
            <p:nvPr/>
          </p:nvSpPr>
          <p:spPr>
            <a:xfrm>
              <a:off x="5235725" y="800650"/>
              <a:ext cx="73050" cy="73050"/>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19"/>
            <p:cNvSpPr/>
            <p:nvPr/>
          </p:nvSpPr>
          <p:spPr>
            <a:xfrm>
              <a:off x="5732175" y="319450"/>
              <a:ext cx="1118450" cy="1117475"/>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19"/>
            <p:cNvSpPr/>
            <p:nvPr/>
          </p:nvSpPr>
          <p:spPr>
            <a:xfrm>
              <a:off x="5870250" y="381100"/>
              <a:ext cx="1118475" cy="1117450"/>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19"/>
            <p:cNvSpPr/>
            <p:nvPr/>
          </p:nvSpPr>
          <p:spPr>
            <a:xfrm>
              <a:off x="4775775" y="1974875"/>
              <a:ext cx="2300825" cy="706600"/>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19"/>
            <p:cNvSpPr/>
            <p:nvPr/>
          </p:nvSpPr>
          <p:spPr>
            <a:xfrm>
              <a:off x="3518100" y="2023500"/>
              <a:ext cx="149550" cy="93050"/>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19"/>
            <p:cNvSpPr/>
            <p:nvPr/>
          </p:nvSpPr>
          <p:spPr>
            <a:xfrm>
              <a:off x="3630525" y="2023500"/>
              <a:ext cx="148950" cy="93050"/>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19"/>
            <p:cNvSpPr/>
            <p:nvPr/>
          </p:nvSpPr>
          <p:spPr>
            <a:xfrm>
              <a:off x="3742375" y="2023500"/>
              <a:ext cx="149525" cy="93050"/>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19"/>
            <p:cNvSpPr/>
            <p:nvPr/>
          </p:nvSpPr>
          <p:spPr>
            <a:xfrm>
              <a:off x="38547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19"/>
            <p:cNvSpPr/>
            <p:nvPr/>
          </p:nvSpPr>
          <p:spPr>
            <a:xfrm>
              <a:off x="3966625" y="2023500"/>
              <a:ext cx="148950" cy="93050"/>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19"/>
            <p:cNvSpPr/>
            <p:nvPr/>
          </p:nvSpPr>
          <p:spPr>
            <a:xfrm>
              <a:off x="4078475" y="2023500"/>
              <a:ext cx="149525" cy="93050"/>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19"/>
            <p:cNvSpPr/>
            <p:nvPr/>
          </p:nvSpPr>
          <p:spPr>
            <a:xfrm>
              <a:off x="41908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19"/>
            <p:cNvSpPr/>
            <p:nvPr/>
          </p:nvSpPr>
          <p:spPr>
            <a:xfrm>
              <a:off x="4302725" y="2023500"/>
              <a:ext cx="149525" cy="93050"/>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19"/>
            <p:cNvSpPr/>
            <p:nvPr/>
          </p:nvSpPr>
          <p:spPr>
            <a:xfrm>
              <a:off x="2718075" y="2800150"/>
              <a:ext cx="276800" cy="172925"/>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19"/>
            <p:cNvSpPr/>
            <p:nvPr/>
          </p:nvSpPr>
          <p:spPr>
            <a:xfrm>
              <a:off x="2925800" y="2800150"/>
              <a:ext cx="276775" cy="172925"/>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19"/>
            <p:cNvSpPr/>
            <p:nvPr/>
          </p:nvSpPr>
          <p:spPr>
            <a:xfrm>
              <a:off x="3133500" y="2800150"/>
              <a:ext cx="276775" cy="172925"/>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19"/>
            <p:cNvSpPr/>
            <p:nvPr/>
          </p:nvSpPr>
          <p:spPr>
            <a:xfrm>
              <a:off x="3341775" y="2800150"/>
              <a:ext cx="276800" cy="172925"/>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19"/>
            <p:cNvSpPr/>
            <p:nvPr/>
          </p:nvSpPr>
          <p:spPr>
            <a:xfrm>
              <a:off x="3549500" y="2800150"/>
              <a:ext cx="276775" cy="172925"/>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19"/>
            <p:cNvSpPr/>
            <p:nvPr/>
          </p:nvSpPr>
          <p:spPr>
            <a:xfrm>
              <a:off x="3757200" y="2800150"/>
              <a:ext cx="276775" cy="172925"/>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19"/>
            <p:cNvSpPr/>
            <p:nvPr/>
          </p:nvSpPr>
          <p:spPr>
            <a:xfrm>
              <a:off x="61139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19"/>
            <p:cNvSpPr/>
            <p:nvPr/>
          </p:nvSpPr>
          <p:spPr>
            <a:xfrm>
              <a:off x="5906200" y="435450"/>
              <a:ext cx="276800" cy="172925"/>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19"/>
            <p:cNvSpPr/>
            <p:nvPr/>
          </p:nvSpPr>
          <p:spPr>
            <a:xfrm>
              <a:off x="5698500" y="435450"/>
              <a:ext cx="276775" cy="172925"/>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19"/>
            <p:cNvSpPr/>
            <p:nvPr/>
          </p:nvSpPr>
          <p:spPr>
            <a:xfrm>
              <a:off x="54902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19"/>
            <p:cNvSpPr/>
            <p:nvPr/>
          </p:nvSpPr>
          <p:spPr>
            <a:xfrm>
              <a:off x="5282500" y="435450"/>
              <a:ext cx="276775" cy="172925"/>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19"/>
            <p:cNvSpPr/>
            <p:nvPr/>
          </p:nvSpPr>
          <p:spPr>
            <a:xfrm>
              <a:off x="5074800" y="435450"/>
              <a:ext cx="276775" cy="172925"/>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19"/>
            <p:cNvSpPr/>
            <p:nvPr/>
          </p:nvSpPr>
          <p:spPr>
            <a:xfrm>
              <a:off x="4867075" y="435450"/>
              <a:ext cx="276800" cy="172925"/>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19"/>
            <p:cNvSpPr/>
            <p:nvPr/>
          </p:nvSpPr>
          <p:spPr>
            <a:xfrm>
              <a:off x="4658800" y="435450"/>
              <a:ext cx="276775" cy="172925"/>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19"/>
            <p:cNvSpPr/>
            <p:nvPr/>
          </p:nvSpPr>
          <p:spPr>
            <a:xfrm>
              <a:off x="4853400"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19"/>
            <p:cNvSpPr/>
            <p:nvPr/>
          </p:nvSpPr>
          <p:spPr>
            <a:xfrm>
              <a:off x="4940700"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19"/>
            <p:cNvSpPr/>
            <p:nvPr/>
          </p:nvSpPr>
          <p:spPr>
            <a:xfrm>
              <a:off x="5028000"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19"/>
            <p:cNvSpPr/>
            <p:nvPr/>
          </p:nvSpPr>
          <p:spPr>
            <a:xfrm>
              <a:off x="5115300" y="927325"/>
              <a:ext cx="143825" cy="155250"/>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19"/>
            <p:cNvSpPr/>
            <p:nvPr/>
          </p:nvSpPr>
          <p:spPr>
            <a:xfrm>
              <a:off x="5202625" y="927325"/>
              <a:ext cx="143825" cy="155250"/>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19"/>
            <p:cNvSpPr/>
            <p:nvPr/>
          </p:nvSpPr>
          <p:spPr>
            <a:xfrm>
              <a:off x="5289925" y="927325"/>
              <a:ext cx="143825" cy="155250"/>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19"/>
            <p:cNvSpPr/>
            <p:nvPr/>
          </p:nvSpPr>
          <p:spPr>
            <a:xfrm>
              <a:off x="5377225" y="927325"/>
              <a:ext cx="143825" cy="155250"/>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19"/>
            <p:cNvSpPr/>
            <p:nvPr/>
          </p:nvSpPr>
          <p:spPr>
            <a:xfrm>
              <a:off x="5465100" y="927325"/>
              <a:ext cx="143250" cy="155250"/>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19"/>
            <p:cNvSpPr/>
            <p:nvPr/>
          </p:nvSpPr>
          <p:spPr>
            <a:xfrm>
              <a:off x="5552425"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19"/>
            <p:cNvSpPr/>
            <p:nvPr/>
          </p:nvSpPr>
          <p:spPr>
            <a:xfrm>
              <a:off x="5639725"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19"/>
            <p:cNvSpPr/>
            <p:nvPr/>
          </p:nvSpPr>
          <p:spPr>
            <a:xfrm>
              <a:off x="5727025"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9" name="Google Shape;1689;p19"/>
          <p:cNvGrpSpPr/>
          <p:nvPr/>
        </p:nvGrpSpPr>
        <p:grpSpPr>
          <a:xfrm>
            <a:off x="7222182" y="4568872"/>
            <a:ext cx="881035" cy="290677"/>
            <a:chOff x="7222182" y="4568872"/>
            <a:chExt cx="881035" cy="290677"/>
          </a:xfrm>
        </p:grpSpPr>
        <p:sp>
          <p:nvSpPr>
            <p:cNvPr id="1690" name="Google Shape;1690;p19"/>
            <p:cNvSpPr/>
            <p:nvPr/>
          </p:nvSpPr>
          <p:spPr>
            <a:xfrm>
              <a:off x="7222182" y="4568872"/>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19"/>
            <p:cNvSpPr/>
            <p:nvPr/>
          </p:nvSpPr>
          <p:spPr>
            <a:xfrm>
              <a:off x="7370543" y="4568872"/>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19"/>
            <p:cNvSpPr/>
            <p:nvPr/>
          </p:nvSpPr>
          <p:spPr>
            <a:xfrm>
              <a:off x="7515820" y="4568872"/>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19"/>
            <p:cNvSpPr/>
            <p:nvPr/>
          </p:nvSpPr>
          <p:spPr>
            <a:xfrm>
              <a:off x="7664180" y="4568872"/>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19"/>
            <p:cNvSpPr/>
            <p:nvPr/>
          </p:nvSpPr>
          <p:spPr>
            <a:xfrm>
              <a:off x="7809457" y="4568872"/>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19"/>
            <p:cNvSpPr/>
            <p:nvPr/>
          </p:nvSpPr>
          <p:spPr>
            <a:xfrm>
              <a:off x="7957817" y="4568872"/>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96" name="Google Shape;1696;p19"/>
          <p:cNvSpPr txBox="1">
            <a:spLocks noGrp="1"/>
          </p:cNvSpPr>
          <p:nvPr>
            <p:ph type="title"/>
          </p:nvPr>
        </p:nvSpPr>
        <p:spPr>
          <a:xfrm>
            <a:off x="720000" y="461875"/>
            <a:ext cx="7704000" cy="488400"/>
          </a:xfrm>
          <a:prstGeom prst="rect">
            <a:avLst/>
          </a:prstGeom>
        </p:spPr>
        <p:txBody>
          <a:bodyPr spcFirstLastPara="1" wrap="square" lIns="0" tIns="0" rIns="0" bIns="0" anchor="t" anchorCtr="0">
            <a:noAutofit/>
          </a:bodyPr>
          <a:lstStyle>
            <a:lvl1pPr lvl="0" rtl="0">
              <a:spcBef>
                <a:spcPts val="0"/>
              </a:spcBef>
              <a:spcAft>
                <a:spcPts val="0"/>
              </a:spcAft>
              <a:buSzPts val="3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97" name="Google Shape;1697;p19"/>
          <p:cNvSpPr txBox="1">
            <a:spLocks noGrp="1"/>
          </p:cNvSpPr>
          <p:nvPr>
            <p:ph type="subTitle" idx="1"/>
          </p:nvPr>
        </p:nvSpPr>
        <p:spPr>
          <a:xfrm>
            <a:off x="720001" y="2142418"/>
            <a:ext cx="2166300" cy="6453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698" name="Google Shape;1698;p19"/>
          <p:cNvSpPr txBox="1">
            <a:spLocks noGrp="1"/>
          </p:cNvSpPr>
          <p:nvPr>
            <p:ph type="title" idx="2"/>
          </p:nvPr>
        </p:nvSpPr>
        <p:spPr>
          <a:xfrm>
            <a:off x="720009" y="1748275"/>
            <a:ext cx="2166300" cy="316800"/>
          </a:xfrm>
          <a:prstGeom prst="rect">
            <a:avLst/>
          </a:prstGeom>
        </p:spPr>
        <p:txBody>
          <a:bodyPr spcFirstLastPara="1" wrap="square" lIns="0" tIns="0" rIns="0" bIns="0" anchor="ctr" anchorCtr="0">
            <a:noAutofit/>
          </a:bodyPr>
          <a:lstStyle>
            <a:lvl1pPr lvl="0"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699" name="Google Shape;1699;p19"/>
          <p:cNvSpPr txBox="1">
            <a:spLocks noGrp="1"/>
          </p:cNvSpPr>
          <p:nvPr>
            <p:ph type="subTitle" idx="3"/>
          </p:nvPr>
        </p:nvSpPr>
        <p:spPr>
          <a:xfrm>
            <a:off x="720001" y="3680298"/>
            <a:ext cx="2166300" cy="6453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700" name="Google Shape;1700;p19"/>
          <p:cNvSpPr txBox="1">
            <a:spLocks noGrp="1"/>
          </p:cNvSpPr>
          <p:nvPr>
            <p:ph type="title" idx="4"/>
          </p:nvPr>
        </p:nvSpPr>
        <p:spPr>
          <a:xfrm>
            <a:off x="720009" y="3286155"/>
            <a:ext cx="2166300" cy="316800"/>
          </a:xfrm>
          <a:prstGeom prst="rect">
            <a:avLst/>
          </a:prstGeom>
        </p:spPr>
        <p:txBody>
          <a:bodyPr spcFirstLastPara="1" wrap="square" lIns="0" tIns="0" rIns="0" bIns="0" anchor="ctr" anchorCtr="0">
            <a:noAutofit/>
          </a:bodyPr>
          <a:lstStyle>
            <a:lvl1pPr lvl="0"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701" name="Google Shape;1701;p19"/>
          <p:cNvSpPr txBox="1">
            <a:spLocks noGrp="1"/>
          </p:cNvSpPr>
          <p:nvPr>
            <p:ph type="subTitle" idx="5"/>
          </p:nvPr>
        </p:nvSpPr>
        <p:spPr>
          <a:xfrm>
            <a:off x="3488851" y="2142418"/>
            <a:ext cx="2166300" cy="6453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702" name="Google Shape;1702;p19"/>
          <p:cNvSpPr txBox="1">
            <a:spLocks noGrp="1"/>
          </p:cNvSpPr>
          <p:nvPr>
            <p:ph type="title" idx="6"/>
          </p:nvPr>
        </p:nvSpPr>
        <p:spPr>
          <a:xfrm>
            <a:off x="3488859" y="1748275"/>
            <a:ext cx="2166300" cy="316800"/>
          </a:xfrm>
          <a:prstGeom prst="rect">
            <a:avLst/>
          </a:prstGeom>
        </p:spPr>
        <p:txBody>
          <a:bodyPr spcFirstLastPara="1" wrap="square" lIns="0" tIns="0" rIns="0" bIns="0" anchor="ctr" anchorCtr="0">
            <a:noAutofit/>
          </a:bodyPr>
          <a:lstStyle>
            <a:lvl1pPr lvl="0"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703" name="Google Shape;1703;p19"/>
          <p:cNvSpPr txBox="1">
            <a:spLocks noGrp="1"/>
          </p:cNvSpPr>
          <p:nvPr>
            <p:ph type="subTitle" idx="7"/>
          </p:nvPr>
        </p:nvSpPr>
        <p:spPr>
          <a:xfrm>
            <a:off x="3488851" y="3680298"/>
            <a:ext cx="2166300" cy="6453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704" name="Google Shape;1704;p19"/>
          <p:cNvSpPr txBox="1">
            <a:spLocks noGrp="1"/>
          </p:cNvSpPr>
          <p:nvPr>
            <p:ph type="title" idx="8"/>
          </p:nvPr>
        </p:nvSpPr>
        <p:spPr>
          <a:xfrm>
            <a:off x="3488859" y="3286155"/>
            <a:ext cx="2166300" cy="316800"/>
          </a:xfrm>
          <a:prstGeom prst="rect">
            <a:avLst/>
          </a:prstGeom>
        </p:spPr>
        <p:txBody>
          <a:bodyPr spcFirstLastPara="1" wrap="square" lIns="0" tIns="0" rIns="0" bIns="0" anchor="ctr" anchorCtr="0">
            <a:noAutofit/>
          </a:bodyPr>
          <a:lstStyle>
            <a:lvl1pPr lvl="0"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705" name="Google Shape;1705;p19"/>
          <p:cNvSpPr txBox="1">
            <a:spLocks noGrp="1"/>
          </p:cNvSpPr>
          <p:nvPr>
            <p:ph type="subTitle" idx="9"/>
          </p:nvPr>
        </p:nvSpPr>
        <p:spPr>
          <a:xfrm>
            <a:off x="6257701" y="2142418"/>
            <a:ext cx="2166300" cy="6453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706" name="Google Shape;1706;p19"/>
          <p:cNvSpPr txBox="1">
            <a:spLocks noGrp="1"/>
          </p:cNvSpPr>
          <p:nvPr>
            <p:ph type="title" idx="13"/>
          </p:nvPr>
        </p:nvSpPr>
        <p:spPr>
          <a:xfrm>
            <a:off x="6257709" y="1748275"/>
            <a:ext cx="2166300" cy="316800"/>
          </a:xfrm>
          <a:prstGeom prst="rect">
            <a:avLst/>
          </a:prstGeom>
        </p:spPr>
        <p:txBody>
          <a:bodyPr spcFirstLastPara="1" wrap="square" lIns="0" tIns="0" rIns="0" bIns="0" anchor="ctr" anchorCtr="0">
            <a:noAutofit/>
          </a:bodyPr>
          <a:lstStyle>
            <a:lvl1pPr lvl="0"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707" name="Google Shape;1707;p19"/>
          <p:cNvSpPr txBox="1">
            <a:spLocks noGrp="1"/>
          </p:cNvSpPr>
          <p:nvPr>
            <p:ph type="subTitle" idx="14"/>
          </p:nvPr>
        </p:nvSpPr>
        <p:spPr>
          <a:xfrm>
            <a:off x="6257701" y="3680298"/>
            <a:ext cx="2166300" cy="6453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708" name="Google Shape;1708;p19"/>
          <p:cNvSpPr txBox="1">
            <a:spLocks noGrp="1"/>
          </p:cNvSpPr>
          <p:nvPr>
            <p:ph type="title" idx="15"/>
          </p:nvPr>
        </p:nvSpPr>
        <p:spPr>
          <a:xfrm>
            <a:off x="6257709" y="3286155"/>
            <a:ext cx="2166300" cy="316800"/>
          </a:xfrm>
          <a:prstGeom prst="rect">
            <a:avLst/>
          </a:prstGeom>
        </p:spPr>
        <p:txBody>
          <a:bodyPr spcFirstLastPara="1" wrap="square" lIns="0" tIns="0" rIns="0" bIns="0" anchor="ctr" anchorCtr="0">
            <a:noAutofit/>
          </a:bodyPr>
          <a:lstStyle>
            <a:lvl1pPr lvl="0"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hanks">
  <p:cSld name="CUSTOM_6">
    <p:spTree>
      <p:nvGrpSpPr>
        <p:cNvPr id="1" name="Shape 1709"/>
        <p:cNvGrpSpPr/>
        <p:nvPr/>
      </p:nvGrpSpPr>
      <p:grpSpPr>
        <a:xfrm>
          <a:off x="0" y="0"/>
          <a:ext cx="0" cy="0"/>
          <a:chOff x="0" y="0"/>
          <a:chExt cx="0" cy="0"/>
        </a:xfrm>
      </p:grpSpPr>
      <p:grpSp>
        <p:nvGrpSpPr>
          <p:cNvPr id="1710" name="Google Shape;1710;p20"/>
          <p:cNvGrpSpPr/>
          <p:nvPr/>
        </p:nvGrpSpPr>
        <p:grpSpPr>
          <a:xfrm>
            <a:off x="730476" y="4569012"/>
            <a:ext cx="1602149" cy="244468"/>
            <a:chOff x="1675453" y="-1233273"/>
            <a:chExt cx="1032712" cy="157579"/>
          </a:xfrm>
        </p:grpSpPr>
        <p:sp>
          <p:nvSpPr>
            <p:cNvPr id="1711" name="Google Shape;1711;p20"/>
            <p:cNvSpPr/>
            <p:nvPr/>
          </p:nvSpPr>
          <p:spPr>
            <a:xfrm flipH="1">
              <a:off x="2562766" y="-1233273"/>
              <a:ext cx="145399" cy="157579"/>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20"/>
            <p:cNvSpPr/>
            <p:nvPr/>
          </p:nvSpPr>
          <p:spPr>
            <a:xfrm flipH="1">
              <a:off x="2473573" y="-1233273"/>
              <a:ext cx="145982" cy="157579"/>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20"/>
            <p:cNvSpPr/>
            <p:nvPr/>
          </p:nvSpPr>
          <p:spPr>
            <a:xfrm flipH="1">
              <a:off x="2384964" y="-1233273"/>
              <a:ext cx="145982" cy="157579"/>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20"/>
            <p:cNvSpPr/>
            <p:nvPr/>
          </p:nvSpPr>
          <p:spPr>
            <a:xfrm flipH="1">
              <a:off x="2296354" y="-1233273"/>
              <a:ext cx="145982" cy="157579"/>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20"/>
            <p:cNvSpPr/>
            <p:nvPr/>
          </p:nvSpPr>
          <p:spPr>
            <a:xfrm flipH="1">
              <a:off x="2207719" y="-1233273"/>
              <a:ext cx="145982" cy="157579"/>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20"/>
            <p:cNvSpPr/>
            <p:nvPr/>
          </p:nvSpPr>
          <p:spPr>
            <a:xfrm flipH="1">
              <a:off x="2119110" y="-1233273"/>
              <a:ext cx="145982" cy="157579"/>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20"/>
            <p:cNvSpPr/>
            <p:nvPr/>
          </p:nvSpPr>
          <p:spPr>
            <a:xfrm flipH="1">
              <a:off x="2030500" y="-1233273"/>
              <a:ext cx="145982" cy="157579"/>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20"/>
            <p:cNvSpPr/>
            <p:nvPr/>
          </p:nvSpPr>
          <p:spPr>
            <a:xfrm flipH="1">
              <a:off x="1941891" y="-1233273"/>
              <a:ext cx="145399" cy="157579"/>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20"/>
            <p:cNvSpPr/>
            <p:nvPr/>
          </p:nvSpPr>
          <p:spPr>
            <a:xfrm flipH="1">
              <a:off x="1853256" y="-1233273"/>
              <a:ext cx="145399" cy="157579"/>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20"/>
            <p:cNvSpPr/>
            <p:nvPr/>
          </p:nvSpPr>
          <p:spPr>
            <a:xfrm flipH="1">
              <a:off x="1764063" y="-1233273"/>
              <a:ext cx="145982" cy="157579"/>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20"/>
            <p:cNvSpPr/>
            <p:nvPr/>
          </p:nvSpPr>
          <p:spPr>
            <a:xfrm flipH="1">
              <a:off x="1675453" y="-1233273"/>
              <a:ext cx="145982" cy="157579"/>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2" name="Google Shape;1722;p20"/>
          <p:cNvGrpSpPr/>
          <p:nvPr/>
        </p:nvGrpSpPr>
        <p:grpSpPr>
          <a:xfrm>
            <a:off x="8488400" y="2728975"/>
            <a:ext cx="1552150" cy="3475150"/>
            <a:chOff x="327125" y="2375600"/>
            <a:chExt cx="1552150" cy="3475150"/>
          </a:xfrm>
        </p:grpSpPr>
        <p:sp>
          <p:nvSpPr>
            <p:cNvPr id="1723" name="Google Shape;1723;p20"/>
            <p:cNvSpPr/>
            <p:nvPr/>
          </p:nvSpPr>
          <p:spPr>
            <a:xfrm>
              <a:off x="531425" y="2394425"/>
              <a:ext cx="115850" cy="3456325"/>
            </a:xfrm>
            <a:custGeom>
              <a:avLst/>
              <a:gdLst/>
              <a:ahLst/>
              <a:cxnLst/>
              <a:rect l="l" t="t" r="r" b="b"/>
              <a:pathLst>
                <a:path w="4634" h="138253" fill="none" extrusionOk="0">
                  <a:moveTo>
                    <a:pt x="3150" y="138253"/>
                  </a:moveTo>
                  <a:lnTo>
                    <a:pt x="3150" y="54872"/>
                  </a:lnTo>
                  <a:lnTo>
                    <a:pt x="0" y="51722"/>
                  </a:lnTo>
                  <a:lnTo>
                    <a:pt x="0" y="28714"/>
                  </a:lnTo>
                  <a:lnTo>
                    <a:pt x="4634" y="24058"/>
                  </a:lnTo>
                  <a:lnTo>
                    <a:pt x="463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20"/>
            <p:cNvSpPr/>
            <p:nvPr/>
          </p:nvSpPr>
          <p:spPr>
            <a:xfrm>
              <a:off x="627275" y="2375600"/>
              <a:ext cx="39975" cy="39950"/>
            </a:xfrm>
            <a:custGeom>
              <a:avLst/>
              <a:gdLst/>
              <a:ahLst/>
              <a:cxnLst/>
              <a:rect l="l" t="t" r="r" b="b"/>
              <a:pathLst>
                <a:path w="1599" h="1598" extrusionOk="0">
                  <a:moveTo>
                    <a:pt x="800" y="0"/>
                  </a:moveTo>
                  <a:cubicBezTo>
                    <a:pt x="366" y="0"/>
                    <a:pt x="1" y="365"/>
                    <a:pt x="1" y="799"/>
                  </a:cubicBezTo>
                  <a:cubicBezTo>
                    <a:pt x="1" y="1233"/>
                    <a:pt x="366" y="1598"/>
                    <a:pt x="800" y="1598"/>
                  </a:cubicBezTo>
                  <a:cubicBezTo>
                    <a:pt x="1256" y="1598"/>
                    <a:pt x="1599" y="1233"/>
                    <a:pt x="1599" y="799"/>
                  </a:cubicBezTo>
                  <a:cubicBezTo>
                    <a:pt x="1599" y="365"/>
                    <a:pt x="1256"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20"/>
            <p:cNvSpPr/>
            <p:nvPr/>
          </p:nvSpPr>
          <p:spPr>
            <a:xfrm>
              <a:off x="347100" y="2923975"/>
              <a:ext cx="112450" cy="2344175"/>
            </a:xfrm>
            <a:custGeom>
              <a:avLst/>
              <a:gdLst/>
              <a:ahLst/>
              <a:cxnLst/>
              <a:rect l="l" t="t" r="r" b="b"/>
              <a:pathLst>
                <a:path w="4498" h="93767" fill="none" extrusionOk="0">
                  <a:moveTo>
                    <a:pt x="4497" y="93766"/>
                  </a:moveTo>
                  <a:lnTo>
                    <a:pt x="4497" y="50855"/>
                  </a:lnTo>
                  <a:lnTo>
                    <a:pt x="1" y="46358"/>
                  </a:lnTo>
                  <a:lnTo>
                    <a:pt x="1"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20"/>
            <p:cNvSpPr/>
            <p:nvPr/>
          </p:nvSpPr>
          <p:spPr>
            <a:xfrm>
              <a:off x="327125" y="2904575"/>
              <a:ext cx="39975" cy="39950"/>
            </a:xfrm>
            <a:custGeom>
              <a:avLst/>
              <a:gdLst/>
              <a:ahLst/>
              <a:cxnLst/>
              <a:rect l="l" t="t" r="r" b="b"/>
              <a:pathLst>
                <a:path w="1599" h="1598" extrusionOk="0">
                  <a:moveTo>
                    <a:pt x="800" y="0"/>
                  </a:moveTo>
                  <a:cubicBezTo>
                    <a:pt x="366" y="0"/>
                    <a:pt x="1" y="365"/>
                    <a:pt x="1" y="799"/>
                  </a:cubicBezTo>
                  <a:cubicBezTo>
                    <a:pt x="1" y="1255"/>
                    <a:pt x="366" y="1598"/>
                    <a:pt x="800" y="1598"/>
                  </a:cubicBezTo>
                  <a:cubicBezTo>
                    <a:pt x="1233" y="1598"/>
                    <a:pt x="1599" y="1255"/>
                    <a:pt x="1599" y="799"/>
                  </a:cubicBezTo>
                  <a:cubicBezTo>
                    <a:pt x="1599" y="365"/>
                    <a:pt x="1233" y="0"/>
                    <a:pt x="80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20"/>
            <p:cNvSpPr/>
            <p:nvPr/>
          </p:nvSpPr>
          <p:spPr>
            <a:xfrm>
              <a:off x="347100" y="2676875"/>
              <a:ext cx="192900" cy="374375"/>
            </a:xfrm>
            <a:custGeom>
              <a:avLst/>
              <a:gdLst/>
              <a:ahLst/>
              <a:cxnLst/>
              <a:rect l="l" t="t" r="r" b="b"/>
              <a:pathLst>
                <a:path w="7716" h="14975" fill="none" extrusionOk="0">
                  <a:moveTo>
                    <a:pt x="1" y="14974"/>
                  </a:moveTo>
                  <a:lnTo>
                    <a:pt x="7716" y="7259"/>
                  </a:lnTo>
                  <a:lnTo>
                    <a:pt x="7716" y="1"/>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20"/>
            <p:cNvSpPr/>
            <p:nvPr/>
          </p:nvSpPr>
          <p:spPr>
            <a:xfrm>
              <a:off x="520000" y="2658050"/>
              <a:ext cx="39975" cy="3997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20"/>
            <p:cNvSpPr/>
            <p:nvPr/>
          </p:nvSpPr>
          <p:spPr>
            <a:xfrm>
              <a:off x="347100" y="4357400"/>
              <a:ext cx="25" cy="971225"/>
            </a:xfrm>
            <a:custGeom>
              <a:avLst/>
              <a:gdLst/>
              <a:ahLst/>
              <a:cxnLst/>
              <a:rect l="l" t="t" r="r" b="b"/>
              <a:pathLst>
                <a:path w="1" h="38849" fill="none" extrusionOk="0">
                  <a:moveTo>
                    <a:pt x="1" y="38849"/>
                  </a:move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20"/>
            <p:cNvSpPr/>
            <p:nvPr/>
          </p:nvSpPr>
          <p:spPr>
            <a:xfrm>
              <a:off x="327125" y="433855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33" y="1599"/>
                    <a:pt x="1599" y="1234"/>
                    <a:pt x="1599" y="800"/>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20"/>
            <p:cNvSpPr/>
            <p:nvPr/>
          </p:nvSpPr>
          <p:spPr>
            <a:xfrm>
              <a:off x="690625" y="3227550"/>
              <a:ext cx="172925" cy="2083400"/>
            </a:xfrm>
            <a:custGeom>
              <a:avLst/>
              <a:gdLst/>
              <a:ahLst/>
              <a:cxnLst/>
              <a:rect l="l" t="t" r="r" b="b"/>
              <a:pathLst>
                <a:path w="6917" h="83336" fill="none" extrusionOk="0">
                  <a:moveTo>
                    <a:pt x="6917" y="83335"/>
                  </a:moveTo>
                  <a:lnTo>
                    <a:pt x="0" y="76396"/>
                  </a:lnTo>
                  <a:lnTo>
                    <a:pt x="0" y="15841"/>
                  </a:lnTo>
                  <a:lnTo>
                    <a:pt x="4954" y="10865"/>
                  </a:lnTo>
                  <a:lnTo>
                    <a:pt x="495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20"/>
            <p:cNvSpPr/>
            <p:nvPr/>
          </p:nvSpPr>
          <p:spPr>
            <a:xfrm>
              <a:off x="794475" y="320870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56" y="1599"/>
                    <a:pt x="1598" y="1234"/>
                    <a:pt x="1598" y="800"/>
                  </a:cubicBezTo>
                  <a:cubicBezTo>
                    <a:pt x="1598" y="343"/>
                    <a:pt x="1256"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20"/>
            <p:cNvSpPr/>
            <p:nvPr/>
          </p:nvSpPr>
          <p:spPr>
            <a:xfrm>
              <a:off x="776800" y="3899750"/>
              <a:ext cx="25" cy="1084800"/>
            </a:xfrm>
            <a:custGeom>
              <a:avLst/>
              <a:gdLst/>
              <a:ahLst/>
              <a:cxnLst/>
              <a:rect l="l" t="t" r="r" b="b"/>
              <a:pathLst>
                <a:path w="1" h="43392" fill="none" extrusionOk="0">
                  <a:moveTo>
                    <a:pt x="0" y="43391"/>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20"/>
            <p:cNvSpPr/>
            <p:nvPr/>
          </p:nvSpPr>
          <p:spPr>
            <a:xfrm>
              <a:off x="756825" y="4963400"/>
              <a:ext cx="40525" cy="39975"/>
            </a:xfrm>
            <a:custGeom>
              <a:avLst/>
              <a:gdLst/>
              <a:ahLst/>
              <a:cxnLst/>
              <a:rect l="l" t="t" r="r" b="b"/>
              <a:pathLst>
                <a:path w="1621" h="1599" extrusionOk="0">
                  <a:moveTo>
                    <a:pt x="799" y="1"/>
                  </a:moveTo>
                  <a:cubicBezTo>
                    <a:pt x="365" y="1"/>
                    <a:pt x="0" y="366"/>
                    <a:pt x="0" y="800"/>
                  </a:cubicBezTo>
                  <a:cubicBezTo>
                    <a:pt x="0" y="1233"/>
                    <a:pt x="365" y="1598"/>
                    <a:pt x="799" y="1598"/>
                  </a:cubicBezTo>
                  <a:cubicBezTo>
                    <a:pt x="1256" y="1598"/>
                    <a:pt x="1621" y="1233"/>
                    <a:pt x="1621" y="800"/>
                  </a:cubicBezTo>
                  <a:cubicBezTo>
                    <a:pt x="1621" y="366"/>
                    <a:pt x="1256"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20"/>
            <p:cNvSpPr/>
            <p:nvPr/>
          </p:nvSpPr>
          <p:spPr>
            <a:xfrm>
              <a:off x="756825" y="3880925"/>
              <a:ext cx="40525" cy="39950"/>
            </a:xfrm>
            <a:custGeom>
              <a:avLst/>
              <a:gdLst/>
              <a:ahLst/>
              <a:cxnLst/>
              <a:rect l="l" t="t" r="r" b="b"/>
              <a:pathLst>
                <a:path w="1621" h="1598" extrusionOk="0">
                  <a:moveTo>
                    <a:pt x="799" y="0"/>
                  </a:moveTo>
                  <a:cubicBezTo>
                    <a:pt x="365" y="0"/>
                    <a:pt x="0" y="342"/>
                    <a:pt x="0" y="799"/>
                  </a:cubicBezTo>
                  <a:cubicBezTo>
                    <a:pt x="0" y="1233"/>
                    <a:pt x="365" y="1598"/>
                    <a:pt x="799" y="1598"/>
                  </a:cubicBezTo>
                  <a:cubicBezTo>
                    <a:pt x="1256" y="1598"/>
                    <a:pt x="1621" y="1233"/>
                    <a:pt x="1621" y="799"/>
                  </a:cubicBezTo>
                  <a:cubicBezTo>
                    <a:pt x="1621" y="342"/>
                    <a:pt x="1256"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20"/>
            <p:cNvSpPr/>
            <p:nvPr/>
          </p:nvSpPr>
          <p:spPr>
            <a:xfrm>
              <a:off x="861250" y="3692600"/>
              <a:ext cx="445675" cy="1618350"/>
            </a:xfrm>
            <a:custGeom>
              <a:avLst/>
              <a:gdLst/>
              <a:ahLst/>
              <a:cxnLst/>
              <a:rect l="l" t="t" r="r" b="b"/>
              <a:pathLst>
                <a:path w="17827" h="64734" fill="none" extrusionOk="0">
                  <a:moveTo>
                    <a:pt x="17827" y="64733"/>
                  </a:moveTo>
                  <a:lnTo>
                    <a:pt x="4314" y="51221"/>
                  </a:lnTo>
                  <a:lnTo>
                    <a:pt x="4314" y="28258"/>
                  </a:lnTo>
                  <a:lnTo>
                    <a:pt x="0" y="23944"/>
                  </a:lnTo>
                  <a:lnTo>
                    <a:pt x="0"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20"/>
            <p:cNvSpPr/>
            <p:nvPr/>
          </p:nvSpPr>
          <p:spPr>
            <a:xfrm>
              <a:off x="841275" y="3673200"/>
              <a:ext cx="39975" cy="40550"/>
            </a:xfrm>
            <a:custGeom>
              <a:avLst/>
              <a:gdLst/>
              <a:ahLst/>
              <a:cxnLst/>
              <a:rect l="l" t="t" r="r" b="b"/>
              <a:pathLst>
                <a:path w="1599" h="1622" extrusionOk="0">
                  <a:moveTo>
                    <a:pt x="799" y="1"/>
                  </a:moveTo>
                  <a:cubicBezTo>
                    <a:pt x="343" y="1"/>
                    <a:pt x="0" y="366"/>
                    <a:pt x="0" y="800"/>
                  </a:cubicBezTo>
                  <a:cubicBezTo>
                    <a:pt x="0" y="1256"/>
                    <a:pt x="343" y="1621"/>
                    <a:pt x="799" y="1621"/>
                  </a:cubicBezTo>
                  <a:cubicBezTo>
                    <a:pt x="1233" y="1621"/>
                    <a:pt x="1598" y="1256"/>
                    <a:pt x="1598" y="800"/>
                  </a:cubicBezTo>
                  <a:cubicBezTo>
                    <a:pt x="1598" y="366"/>
                    <a:pt x="1233"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20"/>
            <p:cNvSpPr/>
            <p:nvPr/>
          </p:nvSpPr>
          <p:spPr>
            <a:xfrm>
              <a:off x="969100" y="4182200"/>
              <a:ext cx="174625" cy="556975"/>
            </a:xfrm>
            <a:custGeom>
              <a:avLst/>
              <a:gdLst/>
              <a:ahLst/>
              <a:cxnLst/>
              <a:rect l="l" t="t" r="r" b="b"/>
              <a:pathLst>
                <a:path w="6985" h="22279" fill="none" extrusionOk="0">
                  <a:moveTo>
                    <a:pt x="0" y="22278"/>
                  </a:moveTo>
                  <a:lnTo>
                    <a:pt x="6985" y="15294"/>
                  </a:lnTo>
                  <a:lnTo>
                    <a:pt x="6985"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20"/>
            <p:cNvSpPr/>
            <p:nvPr/>
          </p:nvSpPr>
          <p:spPr>
            <a:xfrm>
              <a:off x="1123725" y="4163375"/>
              <a:ext cx="39975" cy="39975"/>
            </a:xfrm>
            <a:custGeom>
              <a:avLst/>
              <a:gdLst/>
              <a:ahLst/>
              <a:cxnLst/>
              <a:rect l="l" t="t" r="r" b="b"/>
              <a:pathLst>
                <a:path w="1599" h="1599" extrusionOk="0">
                  <a:moveTo>
                    <a:pt x="800" y="1"/>
                  </a:moveTo>
                  <a:cubicBezTo>
                    <a:pt x="343" y="1"/>
                    <a:pt x="1" y="343"/>
                    <a:pt x="1" y="799"/>
                  </a:cubicBezTo>
                  <a:cubicBezTo>
                    <a:pt x="1" y="1233"/>
                    <a:pt x="343" y="1598"/>
                    <a:pt x="800" y="1598"/>
                  </a:cubicBezTo>
                  <a:cubicBezTo>
                    <a:pt x="1233" y="1598"/>
                    <a:pt x="1599" y="1233"/>
                    <a:pt x="1599" y="799"/>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20"/>
            <p:cNvSpPr/>
            <p:nvPr/>
          </p:nvSpPr>
          <p:spPr>
            <a:xfrm>
              <a:off x="1393075" y="4882950"/>
              <a:ext cx="25" cy="428000"/>
            </a:xfrm>
            <a:custGeom>
              <a:avLst/>
              <a:gdLst/>
              <a:ahLst/>
              <a:cxnLst/>
              <a:rect l="l" t="t" r="r" b="b"/>
              <a:pathLst>
                <a:path w="1" h="17120" fill="none" extrusionOk="0">
                  <a:moveTo>
                    <a:pt x="0" y="17119"/>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20"/>
            <p:cNvSpPr/>
            <p:nvPr/>
          </p:nvSpPr>
          <p:spPr>
            <a:xfrm>
              <a:off x="1373100" y="4864125"/>
              <a:ext cx="39975" cy="39950"/>
            </a:xfrm>
            <a:custGeom>
              <a:avLst/>
              <a:gdLst/>
              <a:ahLst/>
              <a:cxnLst/>
              <a:rect l="l" t="t" r="r" b="b"/>
              <a:pathLst>
                <a:path w="1599" h="1598" extrusionOk="0">
                  <a:moveTo>
                    <a:pt x="799" y="0"/>
                  </a:moveTo>
                  <a:cubicBezTo>
                    <a:pt x="343" y="0"/>
                    <a:pt x="1" y="365"/>
                    <a:pt x="1" y="799"/>
                  </a:cubicBezTo>
                  <a:cubicBezTo>
                    <a:pt x="1" y="1233"/>
                    <a:pt x="343" y="1598"/>
                    <a:pt x="799" y="1598"/>
                  </a:cubicBezTo>
                  <a:cubicBezTo>
                    <a:pt x="1233" y="1598"/>
                    <a:pt x="1598" y="1233"/>
                    <a:pt x="1598" y="799"/>
                  </a:cubicBezTo>
                  <a:cubicBezTo>
                    <a:pt x="1598" y="365"/>
                    <a:pt x="1233"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20"/>
            <p:cNvSpPr/>
            <p:nvPr/>
          </p:nvSpPr>
          <p:spPr>
            <a:xfrm>
              <a:off x="1714900" y="4922900"/>
              <a:ext cx="164375" cy="388050"/>
            </a:xfrm>
            <a:custGeom>
              <a:avLst/>
              <a:gdLst/>
              <a:ahLst/>
              <a:cxnLst/>
              <a:rect l="l" t="t" r="r" b="b"/>
              <a:pathLst>
                <a:path w="6575" h="15522" fill="none" extrusionOk="0">
                  <a:moveTo>
                    <a:pt x="6575" y="15521"/>
                  </a:moveTo>
                  <a:lnTo>
                    <a:pt x="6575" y="6574"/>
                  </a:ln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20"/>
            <p:cNvSpPr/>
            <p:nvPr/>
          </p:nvSpPr>
          <p:spPr>
            <a:xfrm>
              <a:off x="1693800" y="4903475"/>
              <a:ext cx="43950" cy="40275"/>
            </a:xfrm>
            <a:custGeom>
              <a:avLst/>
              <a:gdLst/>
              <a:ahLst/>
              <a:cxnLst/>
              <a:rect l="l" t="t" r="r" b="b"/>
              <a:pathLst>
                <a:path w="1758" h="1611" extrusionOk="0">
                  <a:moveTo>
                    <a:pt x="868" y="1"/>
                  </a:moveTo>
                  <a:cubicBezTo>
                    <a:pt x="662" y="1"/>
                    <a:pt x="457" y="92"/>
                    <a:pt x="297" y="252"/>
                  </a:cubicBezTo>
                  <a:cubicBezTo>
                    <a:pt x="0" y="549"/>
                    <a:pt x="0" y="1074"/>
                    <a:pt x="297" y="1370"/>
                  </a:cubicBezTo>
                  <a:cubicBezTo>
                    <a:pt x="457" y="1530"/>
                    <a:pt x="662" y="1610"/>
                    <a:pt x="868" y="1610"/>
                  </a:cubicBezTo>
                  <a:cubicBezTo>
                    <a:pt x="1073" y="1610"/>
                    <a:pt x="1279" y="1530"/>
                    <a:pt x="1438" y="1370"/>
                  </a:cubicBezTo>
                  <a:cubicBezTo>
                    <a:pt x="1758" y="1074"/>
                    <a:pt x="1758" y="549"/>
                    <a:pt x="1438" y="252"/>
                  </a:cubicBezTo>
                  <a:cubicBezTo>
                    <a:pt x="1279" y="92"/>
                    <a:pt x="1073" y="1"/>
                    <a:pt x="86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4" name="Google Shape;1744;p20"/>
          <p:cNvGrpSpPr/>
          <p:nvPr/>
        </p:nvGrpSpPr>
        <p:grpSpPr>
          <a:xfrm>
            <a:off x="-364925" y="-2353500"/>
            <a:ext cx="9644000" cy="3383025"/>
            <a:chOff x="-364925" y="-2353500"/>
            <a:chExt cx="9644000" cy="3383025"/>
          </a:xfrm>
        </p:grpSpPr>
        <p:grpSp>
          <p:nvGrpSpPr>
            <p:cNvPr id="1745" name="Google Shape;1745;p20"/>
            <p:cNvGrpSpPr/>
            <p:nvPr/>
          </p:nvGrpSpPr>
          <p:grpSpPr>
            <a:xfrm>
              <a:off x="-364925" y="-2353500"/>
              <a:ext cx="9644000" cy="3383025"/>
              <a:chOff x="-364925" y="-1720950"/>
              <a:chExt cx="9644000" cy="3383025"/>
            </a:xfrm>
          </p:grpSpPr>
          <p:grpSp>
            <p:nvGrpSpPr>
              <p:cNvPr id="1746" name="Google Shape;1746;p20"/>
              <p:cNvGrpSpPr/>
              <p:nvPr/>
            </p:nvGrpSpPr>
            <p:grpSpPr>
              <a:xfrm flipH="1">
                <a:off x="-364925" y="-1720950"/>
                <a:ext cx="8364453" cy="3383025"/>
                <a:chOff x="-572625" y="294775"/>
                <a:chExt cx="8364453" cy="3383025"/>
              </a:xfrm>
            </p:grpSpPr>
            <p:sp>
              <p:nvSpPr>
                <p:cNvPr id="1747" name="Google Shape;1747;p20"/>
                <p:cNvSpPr/>
                <p:nvPr/>
              </p:nvSpPr>
              <p:spPr>
                <a:xfrm>
                  <a:off x="1686375" y="607200"/>
                  <a:ext cx="142125" cy="129550"/>
                </a:xfrm>
                <a:custGeom>
                  <a:avLst/>
                  <a:gdLst/>
                  <a:ahLst/>
                  <a:cxnLst/>
                  <a:rect l="l" t="t" r="r" b="b"/>
                  <a:pathLst>
                    <a:path w="5685" h="5182" extrusionOk="0">
                      <a:moveTo>
                        <a:pt x="2834" y="1"/>
                      </a:moveTo>
                      <a:cubicBezTo>
                        <a:pt x="2169" y="1"/>
                        <a:pt x="1507" y="252"/>
                        <a:pt x="1005" y="754"/>
                      </a:cubicBezTo>
                      <a:cubicBezTo>
                        <a:pt x="1" y="1781"/>
                        <a:pt x="1" y="3402"/>
                        <a:pt x="1005" y="4429"/>
                      </a:cubicBezTo>
                      <a:cubicBezTo>
                        <a:pt x="1507" y="4931"/>
                        <a:pt x="2169" y="5182"/>
                        <a:pt x="2834" y="5182"/>
                      </a:cubicBezTo>
                      <a:cubicBezTo>
                        <a:pt x="3499" y="5182"/>
                        <a:pt x="4166" y="4931"/>
                        <a:pt x="4680" y="4429"/>
                      </a:cubicBezTo>
                      <a:cubicBezTo>
                        <a:pt x="5684" y="3402"/>
                        <a:pt x="5684" y="1781"/>
                        <a:pt x="4680" y="754"/>
                      </a:cubicBezTo>
                      <a:cubicBezTo>
                        <a:pt x="4166" y="252"/>
                        <a:pt x="3499" y="1"/>
                        <a:pt x="28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20"/>
                <p:cNvSpPr/>
                <p:nvPr/>
              </p:nvSpPr>
              <p:spPr>
                <a:xfrm>
                  <a:off x="66098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20"/>
                <p:cNvSpPr/>
                <p:nvPr/>
              </p:nvSpPr>
              <p:spPr>
                <a:xfrm>
                  <a:off x="6721650" y="3191600"/>
                  <a:ext cx="149525" cy="93025"/>
                </a:xfrm>
                <a:custGeom>
                  <a:avLst/>
                  <a:gdLst/>
                  <a:ahLst/>
                  <a:cxnLst/>
                  <a:rect l="l" t="t" r="r" b="b"/>
                  <a:pathLst>
                    <a:path w="5981" h="3721" extrusionOk="0">
                      <a:moveTo>
                        <a:pt x="0" y="0"/>
                      </a:moveTo>
                      <a:lnTo>
                        <a:pt x="3584" y="3721"/>
                      </a:lnTo>
                      <a:lnTo>
                        <a:pt x="5980"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20"/>
                <p:cNvSpPr/>
                <p:nvPr/>
              </p:nvSpPr>
              <p:spPr>
                <a:xfrm>
                  <a:off x="68340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20"/>
                <p:cNvSpPr/>
                <p:nvPr/>
              </p:nvSpPr>
              <p:spPr>
                <a:xfrm>
                  <a:off x="69459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20"/>
                <p:cNvSpPr/>
                <p:nvPr/>
              </p:nvSpPr>
              <p:spPr>
                <a:xfrm>
                  <a:off x="7057750" y="3191600"/>
                  <a:ext cx="149525" cy="93025"/>
                </a:xfrm>
                <a:custGeom>
                  <a:avLst/>
                  <a:gdLst/>
                  <a:ahLst/>
                  <a:cxnLst/>
                  <a:rect l="l" t="t" r="r" b="b"/>
                  <a:pathLst>
                    <a:path w="5981" h="3721" extrusionOk="0">
                      <a:moveTo>
                        <a:pt x="0" y="0"/>
                      </a:moveTo>
                      <a:lnTo>
                        <a:pt x="3607" y="3721"/>
                      </a:lnTo>
                      <a:lnTo>
                        <a:pt x="5980" y="3721"/>
                      </a:lnTo>
                      <a:lnTo>
                        <a:pt x="239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20"/>
                <p:cNvSpPr/>
                <p:nvPr/>
              </p:nvSpPr>
              <p:spPr>
                <a:xfrm>
                  <a:off x="71701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20"/>
                <p:cNvSpPr/>
                <p:nvPr/>
              </p:nvSpPr>
              <p:spPr>
                <a:xfrm>
                  <a:off x="7282000" y="3191600"/>
                  <a:ext cx="149525" cy="93025"/>
                </a:xfrm>
                <a:custGeom>
                  <a:avLst/>
                  <a:gdLst/>
                  <a:ahLst/>
                  <a:cxnLst/>
                  <a:rect l="l" t="t" r="r" b="b"/>
                  <a:pathLst>
                    <a:path w="5981" h="3721" extrusionOk="0">
                      <a:moveTo>
                        <a:pt x="1" y="0"/>
                      </a:moveTo>
                      <a:lnTo>
                        <a:pt x="3584" y="3721"/>
                      </a:lnTo>
                      <a:lnTo>
                        <a:pt x="5981"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20"/>
                <p:cNvSpPr/>
                <p:nvPr/>
              </p:nvSpPr>
              <p:spPr>
                <a:xfrm>
                  <a:off x="2406525" y="1218350"/>
                  <a:ext cx="5385303" cy="1110475"/>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20"/>
                <p:cNvSpPr/>
                <p:nvPr/>
              </p:nvSpPr>
              <p:spPr>
                <a:xfrm>
                  <a:off x="987925" y="355975"/>
                  <a:ext cx="6210225" cy="1468400"/>
                </a:xfrm>
                <a:custGeom>
                  <a:avLst/>
                  <a:gdLst/>
                  <a:ahLst/>
                  <a:cxnLst/>
                  <a:rect l="l" t="t" r="r" b="b"/>
                  <a:pathLst>
                    <a:path w="248409" h="58736" extrusionOk="0">
                      <a:moveTo>
                        <a:pt x="248203" y="1"/>
                      </a:moveTo>
                      <a:cubicBezTo>
                        <a:pt x="248151" y="1"/>
                        <a:pt x="248100" y="18"/>
                        <a:pt x="248066" y="52"/>
                      </a:cubicBezTo>
                      <a:lnTo>
                        <a:pt x="196663" y="51455"/>
                      </a:lnTo>
                      <a:lnTo>
                        <a:pt x="175778" y="51455"/>
                      </a:lnTo>
                      <a:lnTo>
                        <a:pt x="155760" y="31460"/>
                      </a:lnTo>
                      <a:lnTo>
                        <a:pt x="121112" y="31460"/>
                      </a:lnTo>
                      <a:lnTo>
                        <a:pt x="94200" y="58371"/>
                      </a:lnTo>
                      <a:lnTo>
                        <a:pt x="183" y="58371"/>
                      </a:lnTo>
                      <a:cubicBezTo>
                        <a:pt x="92" y="58371"/>
                        <a:pt x="0" y="58439"/>
                        <a:pt x="0" y="58553"/>
                      </a:cubicBezTo>
                      <a:cubicBezTo>
                        <a:pt x="0" y="58645"/>
                        <a:pt x="92" y="58736"/>
                        <a:pt x="183" y="58736"/>
                      </a:cubicBezTo>
                      <a:lnTo>
                        <a:pt x="94360" y="58736"/>
                      </a:lnTo>
                      <a:lnTo>
                        <a:pt x="121248" y="31848"/>
                      </a:lnTo>
                      <a:lnTo>
                        <a:pt x="155623" y="31848"/>
                      </a:lnTo>
                      <a:lnTo>
                        <a:pt x="175618" y="51843"/>
                      </a:lnTo>
                      <a:lnTo>
                        <a:pt x="196823" y="51843"/>
                      </a:lnTo>
                      <a:lnTo>
                        <a:pt x="248340" y="326"/>
                      </a:lnTo>
                      <a:cubicBezTo>
                        <a:pt x="248408" y="235"/>
                        <a:pt x="248408" y="121"/>
                        <a:pt x="248340" y="52"/>
                      </a:cubicBezTo>
                      <a:cubicBezTo>
                        <a:pt x="248306" y="18"/>
                        <a:pt x="248254" y="1"/>
                        <a:pt x="248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20"/>
                <p:cNvSpPr/>
                <p:nvPr/>
              </p:nvSpPr>
              <p:spPr>
                <a:xfrm>
                  <a:off x="1265250" y="1389550"/>
                  <a:ext cx="6299250" cy="1955000"/>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20"/>
                <p:cNvSpPr/>
                <p:nvPr/>
              </p:nvSpPr>
              <p:spPr>
                <a:xfrm>
                  <a:off x="1631600" y="1974425"/>
                  <a:ext cx="6160000" cy="1095650"/>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20"/>
                <p:cNvSpPr/>
                <p:nvPr/>
              </p:nvSpPr>
              <p:spPr>
                <a:xfrm>
                  <a:off x="1978550" y="331575"/>
                  <a:ext cx="4691750" cy="1289675"/>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20"/>
                <p:cNvSpPr/>
                <p:nvPr/>
              </p:nvSpPr>
              <p:spPr>
                <a:xfrm>
                  <a:off x="937150" y="2104550"/>
                  <a:ext cx="6622775" cy="1510475"/>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20"/>
                <p:cNvSpPr/>
                <p:nvPr/>
              </p:nvSpPr>
              <p:spPr>
                <a:xfrm>
                  <a:off x="1664700" y="294775"/>
                  <a:ext cx="3135650" cy="7666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20"/>
                <p:cNvSpPr/>
                <p:nvPr/>
              </p:nvSpPr>
              <p:spPr>
                <a:xfrm>
                  <a:off x="100600" y="2193550"/>
                  <a:ext cx="3410675" cy="530725"/>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20"/>
                <p:cNvSpPr/>
                <p:nvPr/>
              </p:nvSpPr>
              <p:spPr>
                <a:xfrm>
                  <a:off x="106300" y="832600"/>
                  <a:ext cx="2024625" cy="395475"/>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20"/>
                <p:cNvSpPr/>
                <p:nvPr/>
              </p:nvSpPr>
              <p:spPr>
                <a:xfrm>
                  <a:off x="24125" y="1108225"/>
                  <a:ext cx="1654850" cy="513025"/>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20"/>
                <p:cNvSpPr/>
                <p:nvPr/>
              </p:nvSpPr>
              <p:spPr>
                <a:xfrm>
                  <a:off x="24125" y="1371850"/>
                  <a:ext cx="979225" cy="45197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20"/>
                <p:cNvSpPr/>
                <p:nvPr/>
              </p:nvSpPr>
              <p:spPr>
                <a:xfrm>
                  <a:off x="5585500" y="1408375"/>
                  <a:ext cx="1529900" cy="580350"/>
                </a:xfrm>
                <a:custGeom>
                  <a:avLst/>
                  <a:gdLst/>
                  <a:ahLst/>
                  <a:cxnLst/>
                  <a:rect l="l" t="t" r="r" b="b"/>
                  <a:pathLst>
                    <a:path w="61196" h="23214" extrusionOk="0">
                      <a:moveTo>
                        <a:pt x="49121" y="0"/>
                      </a:moveTo>
                      <a:lnTo>
                        <a:pt x="26661" y="22460"/>
                      </a:lnTo>
                      <a:lnTo>
                        <a:pt x="389" y="22460"/>
                      </a:lnTo>
                      <a:cubicBezTo>
                        <a:pt x="161" y="22460"/>
                        <a:pt x="1" y="22620"/>
                        <a:pt x="1" y="22848"/>
                      </a:cubicBezTo>
                      <a:cubicBezTo>
                        <a:pt x="1" y="23054"/>
                        <a:pt x="161" y="23214"/>
                        <a:pt x="389" y="23214"/>
                      </a:cubicBezTo>
                      <a:lnTo>
                        <a:pt x="26980" y="23214"/>
                      </a:lnTo>
                      <a:lnTo>
                        <a:pt x="49441" y="776"/>
                      </a:lnTo>
                      <a:lnTo>
                        <a:pt x="60808" y="776"/>
                      </a:lnTo>
                      <a:cubicBezTo>
                        <a:pt x="61013" y="776"/>
                        <a:pt x="61196" y="594"/>
                        <a:pt x="61196" y="388"/>
                      </a:cubicBezTo>
                      <a:cubicBezTo>
                        <a:pt x="61196" y="183"/>
                        <a:pt x="61013" y="0"/>
                        <a:pt x="60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20"/>
                <p:cNvSpPr/>
                <p:nvPr/>
              </p:nvSpPr>
              <p:spPr>
                <a:xfrm>
                  <a:off x="5953000" y="3543100"/>
                  <a:ext cx="134700" cy="134700"/>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20"/>
                <p:cNvSpPr/>
                <p:nvPr/>
              </p:nvSpPr>
              <p:spPr>
                <a:xfrm>
                  <a:off x="5976400" y="3566500"/>
                  <a:ext cx="87900" cy="8732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20"/>
                <p:cNvSpPr/>
                <p:nvPr/>
              </p:nvSpPr>
              <p:spPr>
                <a:xfrm>
                  <a:off x="5421175" y="2256325"/>
                  <a:ext cx="134700" cy="134700"/>
                </a:xfrm>
                <a:custGeom>
                  <a:avLst/>
                  <a:gdLst/>
                  <a:ahLst/>
                  <a:cxnLst/>
                  <a:rect l="l" t="t" r="r" b="b"/>
                  <a:pathLst>
                    <a:path w="5388" h="5388" extrusionOk="0">
                      <a:moveTo>
                        <a:pt x="2694" y="389"/>
                      </a:moveTo>
                      <a:cubicBezTo>
                        <a:pt x="3972" y="389"/>
                        <a:pt x="4999" y="1416"/>
                        <a:pt x="4999" y="2694"/>
                      </a:cubicBezTo>
                      <a:cubicBezTo>
                        <a:pt x="4999" y="3972"/>
                        <a:pt x="3972" y="5022"/>
                        <a:pt x="2694" y="5022"/>
                      </a:cubicBezTo>
                      <a:cubicBezTo>
                        <a:pt x="1415" y="5022"/>
                        <a:pt x="365" y="3972"/>
                        <a:pt x="365" y="2694"/>
                      </a:cubicBezTo>
                      <a:cubicBezTo>
                        <a:pt x="365" y="1416"/>
                        <a:pt x="1415" y="389"/>
                        <a:pt x="2694" y="389"/>
                      </a:cubicBezTo>
                      <a:close/>
                      <a:moveTo>
                        <a:pt x="2694" y="1"/>
                      </a:moveTo>
                      <a:cubicBezTo>
                        <a:pt x="1210" y="1"/>
                        <a:pt x="0" y="1210"/>
                        <a:pt x="0" y="2694"/>
                      </a:cubicBezTo>
                      <a:cubicBezTo>
                        <a:pt x="0" y="4178"/>
                        <a:pt x="1210" y="5387"/>
                        <a:pt x="2694" y="5387"/>
                      </a:cubicBezTo>
                      <a:cubicBezTo>
                        <a:pt x="4177" y="5387"/>
                        <a:pt x="5387" y="4178"/>
                        <a:pt x="5387" y="2694"/>
                      </a:cubicBezTo>
                      <a:cubicBezTo>
                        <a:pt x="5387" y="1210"/>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20"/>
                <p:cNvSpPr/>
                <p:nvPr/>
              </p:nvSpPr>
              <p:spPr>
                <a:xfrm>
                  <a:off x="5444575" y="2279725"/>
                  <a:ext cx="87900" cy="87900"/>
                </a:xfrm>
                <a:custGeom>
                  <a:avLst/>
                  <a:gdLst/>
                  <a:ahLst/>
                  <a:cxnLst/>
                  <a:rect l="l" t="t" r="r" b="b"/>
                  <a:pathLst>
                    <a:path w="3516" h="3516" extrusionOk="0">
                      <a:moveTo>
                        <a:pt x="1758" y="0"/>
                      </a:moveTo>
                      <a:cubicBezTo>
                        <a:pt x="776" y="0"/>
                        <a:pt x="0" y="799"/>
                        <a:pt x="0" y="1758"/>
                      </a:cubicBezTo>
                      <a:cubicBezTo>
                        <a:pt x="0" y="2739"/>
                        <a:pt x="776" y="3516"/>
                        <a:pt x="1758" y="3516"/>
                      </a:cubicBezTo>
                      <a:cubicBezTo>
                        <a:pt x="2716" y="3516"/>
                        <a:pt x="3515" y="2739"/>
                        <a:pt x="3515" y="1758"/>
                      </a:cubicBezTo>
                      <a:cubicBezTo>
                        <a:pt x="3515" y="799"/>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20"/>
                <p:cNvSpPr/>
                <p:nvPr/>
              </p:nvSpPr>
              <p:spPr>
                <a:xfrm>
                  <a:off x="5459400" y="1912225"/>
                  <a:ext cx="134700" cy="134700"/>
                </a:xfrm>
                <a:custGeom>
                  <a:avLst/>
                  <a:gdLst/>
                  <a:ahLst/>
                  <a:cxnLst/>
                  <a:rect l="l" t="t" r="r" b="b"/>
                  <a:pathLst>
                    <a:path w="5388" h="5388" extrusionOk="0">
                      <a:moveTo>
                        <a:pt x="2694" y="366"/>
                      </a:moveTo>
                      <a:cubicBezTo>
                        <a:pt x="3972" y="366"/>
                        <a:pt x="4999" y="1416"/>
                        <a:pt x="4999" y="2694"/>
                      </a:cubicBezTo>
                      <a:cubicBezTo>
                        <a:pt x="4999" y="3973"/>
                        <a:pt x="3972" y="5000"/>
                        <a:pt x="2694" y="5000"/>
                      </a:cubicBezTo>
                      <a:cubicBezTo>
                        <a:pt x="1416" y="5000"/>
                        <a:pt x="389" y="3973"/>
                        <a:pt x="389" y="2694"/>
                      </a:cubicBezTo>
                      <a:cubicBezTo>
                        <a:pt x="389" y="1416"/>
                        <a:pt x="1416" y="366"/>
                        <a:pt x="2694" y="366"/>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20"/>
                <p:cNvSpPr/>
                <p:nvPr/>
              </p:nvSpPr>
              <p:spPr>
                <a:xfrm>
                  <a:off x="5482800" y="1935625"/>
                  <a:ext cx="87900" cy="87900"/>
                </a:xfrm>
                <a:custGeom>
                  <a:avLst/>
                  <a:gdLst/>
                  <a:ahLst/>
                  <a:cxnLst/>
                  <a:rect l="l" t="t" r="r" b="b"/>
                  <a:pathLst>
                    <a:path w="3516" h="3516" extrusionOk="0">
                      <a:moveTo>
                        <a:pt x="1758" y="1"/>
                      </a:moveTo>
                      <a:cubicBezTo>
                        <a:pt x="799" y="1"/>
                        <a:pt x="0" y="777"/>
                        <a:pt x="0" y="1758"/>
                      </a:cubicBezTo>
                      <a:cubicBezTo>
                        <a:pt x="0" y="2717"/>
                        <a:pt x="799" y="3516"/>
                        <a:pt x="1758" y="3516"/>
                      </a:cubicBezTo>
                      <a:cubicBezTo>
                        <a:pt x="2739" y="3516"/>
                        <a:pt x="3515" y="2717"/>
                        <a:pt x="3515" y="1758"/>
                      </a:cubicBezTo>
                      <a:cubicBezTo>
                        <a:pt x="3515" y="777"/>
                        <a:pt x="2739"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20"/>
                <p:cNvSpPr/>
                <p:nvPr/>
              </p:nvSpPr>
              <p:spPr>
                <a:xfrm>
                  <a:off x="4736975" y="1935625"/>
                  <a:ext cx="87900" cy="87900"/>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20"/>
                <p:cNvSpPr/>
                <p:nvPr/>
              </p:nvSpPr>
              <p:spPr>
                <a:xfrm>
                  <a:off x="7044625" y="2632950"/>
                  <a:ext cx="87900" cy="8732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20"/>
                <p:cNvSpPr/>
                <p:nvPr/>
              </p:nvSpPr>
              <p:spPr>
                <a:xfrm>
                  <a:off x="4222850" y="1085400"/>
                  <a:ext cx="134675" cy="134675"/>
                </a:xfrm>
                <a:custGeom>
                  <a:avLst/>
                  <a:gdLst/>
                  <a:ahLst/>
                  <a:cxnLst/>
                  <a:rect l="l" t="t" r="r" b="b"/>
                  <a:pathLst>
                    <a:path w="5387" h="5387" extrusionOk="0">
                      <a:moveTo>
                        <a:pt x="2694" y="388"/>
                      </a:moveTo>
                      <a:cubicBezTo>
                        <a:pt x="3972" y="388"/>
                        <a:pt x="5022" y="1415"/>
                        <a:pt x="5022" y="2694"/>
                      </a:cubicBezTo>
                      <a:cubicBezTo>
                        <a:pt x="5022" y="3972"/>
                        <a:pt x="3972" y="4999"/>
                        <a:pt x="2694" y="4999"/>
                      </a:cubicBezTo>
                      <a:cubicBezTo>
                        <a:pt x="1415" y="4999"/>
                        <a:pt x="388" y="3972"/>
                        <a:pt x="388" y="2694"/>
                      </a:cubicBezTo>
                      <a:cubicBezTo>
                        <a:pt x="388" y="1415"/>
                        <a:pt x="1415" y="388"/>
                        <a:pt x="2694" y="388"/>
                      </a:cubicBezTo>
                      <a:close/>
                      <a:moveTo>
                        <a:pt x="2694" y="0"/>
                      </a:moveTo>
                      <a:cubicBezTo>
                        <a:pt x="1210" y="0"/>
                        <a:pt x="0" y="1210"/>
                        <a:pt x="0" y="2694"/>
                      </a:cubicBezTo>
                      <a:cubicBezTo>
                        <a:pt x="0" y="4177"/>
                        <a:pt x="1210" y="5387"/>
                        <a:pt x="2694" y="5387"/>
                      </a:cubicBezTo>
                      <a:cubicBezTo>
                        <a:pt x="4177" y="5387"/>
                        <a:pt x="5387" y="4177"/>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20"/>
                <p:cNvSpPr/>
                <p:nvPr/>
              </p:nvSpPr>
              <p:spPr>
                <a:xfrm>
                  <a:off x="4246800" y="1108775"/>
                  <a:ext cx="87350" cy="87925"/>
                </a:xfrm>
                <a:custGeom>
                  <a:avLst/>
                  <a:gdLst/>
                  <a:ahLst/>
                  <a:cxnLst/>
                  <a:rect l="l" t="t" r="r" b="b"/>
                  <a:pathLst>
                    <a:path w="3494" h="3517" extrusionOk="0">
                      <a:moveTo>
                        <a:pt x="1736" y="1"/>
                      </a:moveTo>
                      <a:cubicBezTo>
                        <a:pt x="777" y="1"/>
                        <a:pt x="1" y="800"/>
                        <a:pt x="1" y="1759"/>
                      </a:cubicBezTo>
                      <a:cubicBezTo>
                        <a:pt x="1" y="2717"/>
                        <a:pt x="777" y="3516"/>
                        <a:pt x="1736" y="3516"/>
                      </a:cubicBezTo>
                      <a:cubicBezTo>
                        <a:pt x="2717" y="3516"/>
                        <a:pt x="3493" y="2717"/>
                        <a:pt x="3493" y="1759"/>
                      </a:cubicBezTo>
                      <a:cubicBezTo>
                        <a:pt x="3493" y="800"/>
                        <a:pt x="2717" y="1"/>
                        <a:pt x="17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20"/>
                <p:cNvSpPr/>
                <p:nvPr/>
              </p:nvSpPr>
              <p:spPr>
                <a:xfrm>
                  <a:off x="3502700" y="2585000"/>
                  <a:ext cx="134700" cy="134700"/>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20"/>
                <p:cNvSpPr/>
                <p:nvPr/>
              </p:nvSpPr>
              <p:spPr>
                <a:xfrm>
                  <a:off x="3526100" y="2608400"/>
                  <a:ext cx="87900" cy="87900"/>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20"/>
                <p:cNvSpPr/>
                <p:nvPr/>
              </p:nvSpPr>
              <p:spPr>
                <a:xfrm>
                  <a:off x="2281550" y="1156150"/>
                  <a:ext cx="134700" cy="134700"/>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20"/>
                <p:cNvSpPr/>
                <p:nvPr/>
              </p:nvSpPr>
              <p:spPr>
                <a:xfrm>
                  <a:off x="2304950" y="1179550"/>
                  <a:ext cx="87325" cy="87900"/>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20"/>
                <p:cNvSpPr/>
                <p:nvPr/>
              </p:nvSpPr>
              <p:spPr>
                <a:xfrm>
                  <a:off x="1577950" y="1004925"/>
                  <a:ext cx="94750" cy="94750"/>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20"/>
                <p:cNvSpPr/>
                <p:nvPr/>
              </p:nvSpPr>
              <p:spPr>
                <a:xfrm>
                  <a:off x="1595075" y="1022050"/>
                  <a:ext cx="59950" cy="59950"/>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20"/>
                <p:cNvSpPr/>
                <p:nvPr/>
              </p:nvSpPr>
              <p:spPr>
                <a:xfrm>
                  <a:off x="2892125" y="11704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20"/>
                <p:cNvSpPr/>
                <p:nvPr/>
              </p:nvSpPr>
              <p:spPr>
                <a:xfrm>
                  <a:off x="7004675" y="1366150"/>
                  <a:ext cx="106150" cy="106150"/>
                </a:xfrm>
                <a:custGeom>
                  <a:avLst/>
                  <a:gdLst/>
                  <a:ahLst/>
                  <a:cxnLst/>
                  <a:rect l="l" t="t" r="r" b="b"/>
                  <a:pathLst>
                    <a:path w="4246" h="4246" extrusionOk="0">
                      <a:moveTo>
                        <a:pt x="2123" y="0"/>
                      </a:moveTo>
                      <a:cubicBezTo>
                        <a:pt x="936" y="0"/>
                        <a:pt x="0" y="959"/>
                        <a:pt x="0" y="2123"/>
                      </a:cubicBezTo>
                      <a:cubicBezTo>
                        <a:pt x="0" y="3310"/>
                        <a:pt x="936" y="4246"/>
                        <a:pt x="2123" y="4246"/>
                      </a:cubicBezTo>
                      <a:cubicBezTo>
                        <a:pt x="3287" y="4246"/>
                        <a:pt x="4246" y="3310"/>
                        <a:pt x="4246" y="2123"/>
                      </a:cubicBezTo>
                      <a:cubicBezTo>
                        <a:pt x="4246" y="959"/>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20"/>
                <p:cNvSpPr/>
                <p:nvPr/>
              </p:nvSpPr>
              <p:spPr>
                <a:xfrm>
                  <a:off x="6446600" y="2270600"/>
                  <a:ext cx="106150" cy="106150"/>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20"/>
                <p:cNvSpPr/>
                <p:nvPr/>
              </p:nvSpPr>
              <p:spPr>
                <a:xfrm>
                  <a:off x="6258275" y="3300575"/>
                  <a:ext cx="69650" cy="69650"/>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20"/>
                <p:cNvSpPr/>
                <p:nvPr/>
              </p:nvSpPr>
              <p:spPr>
                <a:xfrm>
                  <a:off x="4746100" y="3030675"/>
                  <a:ext cx="69650" cy="69075"/>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20"/>
                <p:cNvSpPr/>
                <p:nvPr/>
              </p:nvSpPr>
              <p:spPr>
                <a:xfrm>
                  <a:off x="5111875" y="1378700"/>
                  <a:ext cx="106175" cy="106150"/>
                </a:xfrm>
                <a:custGeom>
                  <a:avLst/>
                  <a:gdLst/>
                  <a:ahLst/>
                  <a:cxnLst/>
                  <a:rect l="l" t="t" r="r" b="b"/>
                  <a:pathLst>
                    <a:path w="4247" h="4246" extrusionOk="0">
                      <a:moveTo>
                        <a:pt x="2124" y="0"/>
                      </a:moveTo>
                      <a:cubicBezTo>
                        <a:pt x="960" y="0"/>
                        <a:pt x="1" y="959"/>
                        <a:pt x="1" y="2123"/>
                      </a:cubicBezTo>
                      <a:cubicBezTo>
                        <a:pt x="1" y="3310"/>
                        <a:pt x="960" y="4246"/>
                        <a:pt x="2124" y="4246"/>
                      </a:cubicBezTo>
                      <a:cubicBezTo>
                        <a:pt x="3288" y="4246"/>
                        <a:pt x="4246" y="3310"/>
                        <a:pt x="4246" y="2123"/>
                      </a:cubicBezTo>
                      <a:cubicBezTo>
                        <a:pt x="4246" y="959"/>
                        <a:pt x="3288" y="0"/>
                        <a:pt x="21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20"/>
                <p:cNvSpPr/>
                <p:nvPr/>
              </p:nvSpPr>
              <p:spPr>
                <a:xfrm>
                  <a:off x="5692225" y="1404950"/>
                  <a:ext cx="75350" cy="74775"/>
                </a:xfrm>
                <a:custGeom>
                  <a:avLst/>
                  <a:gdLst/>
                  <a:ahLst/>
                  <a:cxnLst/>
                  <a:rect l="l" t="t" r="r" b="b"/>
                  <a:pathLst>
                    <a:path w="3014" h="2991" extrusionOk="0">
                      <a:moveTo>
                        <a:pt x="1507" y="0"/>
                      </a:moveTo>
                      <a:cubicBezTo>
                        <a:pt x="685" y="0"/>
                        <a:pt x="0" y="662"/>
                        <a:pt x="0" y="1507"/>
                      </a:cubicBezTo>
                      <a:cubicBezTo>
                        <a:pt x="0" y="2328"/>
                        <a:pt x="685" y="2990"/>
                        <a:pt x="1507" y="2990"/>
                      </a:cubicBezTo>
                      <a:cubicBezTo>
                        <a:pt x="2328" y="2990"/>
                        <a:pt x="3013" y="2328"/>
                        <a:pt x="3013" y="1507"/>
                      </a:cubicBezTo>
                      <a:cubicBezTo>
                        <a:pt x="3013" y="662"/>
                        <a:pt x="2328"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20"/>
                <p:cNvSpPr/>
                <p:nvPr/>
              </p:nvSpPr>
              <p:spPr>
                <a:xfrm>
                  <a:off x="5821750" y="1469425"/>
                  <a:ext cx="79350" cy="79350"/>
                </a:xfrm>
                <a:custGeom>
                  <a:avLst/>
                  <a:gdLst/>
                  <a:ahLst/>
                  <a:cxnLst/>
                  <a:rect l="l" t="t" r="r" b="b"/>
                  <a:pathLst>
                    <a:path w="3174" h="3174" extrusionOk="0">
                      <a:moveTo>
                        <a:pt x="1598" y="1"/>
                      </a:moveTo>
                      <a:cubicBezTo>
                        <a:pt x="708" y="1"/>
                        <a:pt x="1" y="708"/>
                        <a:pt x="1" y="1575"/>
                      </a:cubicBezTo>
                      <a:cubicBezTo>
                        <a:pt x="1" y="2466"/>
                        <a:pt x="708" y="3173"/>
                        <a:pt x="1598" y="3173"/>
                      </a:cubicBezTo>
                      <a:cubicBezTo>
                        <a:pt x="2466" y="3173"/>
                        <a:pt x="3173" y="2466"/>
                        <a:pt x="3173" y="1575"/>
                      </a:cubicBezTo>
                      <a:cubicBezTo>
                        <a:pt x="3173" y="708"/>
                        <a:pt x="2466"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20"/>
                <p:cNvSpPr/>
                <p:nvPr/>
              </p:nvSpPr>
              <p:spPr>
                <a:xfrm>
                  <a:off x="3572900" y="2384150"/>
                  <a:ext cx="139825" cy="139250"/>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20"/>
                <p:cNvSpPr/>
                <p:nvPr/>
              </p:nvSpPr>
              <p:spPr>
                <a:xfrm>
                  <a:off x="5419450" y="2995300"/>
                  <a:ext cx="139825" cy="139825"/>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20"/>
                <p:cNvSpPr/>
                <p:nvPr/>
              </p:nvSpPr>
              <p:spPr>
                <a:xfrm>
                  <a:off x="3311550" y="1787275"/>
                  <a:ext cx="65075" cy="65075"/>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20"/>
                <p:cNvSpPr/>
                <p:nvPr/>
              </p:nvSpPr>
              <p:spPr>
                <a:xfrm>
                  <a:off x="3501550" y="1519075"/>
                  <a:ext cx="143825" cy="144400"/>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20"/>
                <p:cNvSpPr/>
                <p:nvPr/>
              </p:nvSpPr>
              <p:spPr>
                <a:xfrm>
                  <a:off x="3526675" y="1544750"/>
                  <a:ext cx="93600" cy="93050"/>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20"/>
                <p:cNvSpPr/>
                <p:nvPr/>
              </p:nvSpPr>
              <p:spPr>
                <a:xfrm>
                  <a:off x="1930050" y="1563575"/>
                  <a:ext cx="106150" cy="106175"/>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20"/>
                <p:cNvSpPr/>
                <p:nvPr/>
              </p:nvSpPr>
              <p:spPr>
                <a:xfrm>
                  <a:off x="1621325" y="1563575"/>
                  <a:ext cx="106175" cy="106175"/>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20"/>
                <p:cNvSpPr/>
                <p:nvPr/>
              </p:nvSpPr>
              <p:spPr>
                <a:xfrm>
                  <a:off x="944550" y="1765575"/>
                  <a:ext cx="106175" cy="106175"/>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20"/>
                <p:cNvSpPr/>
                <p:nvPr/>
              </p:nvSpPr>
              <p:spPr>
                <a:xfrm>
                  <a:off x="-572625" y="2889150"/>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20"/>
                <p:cNvSpPr/>
                <p:nvPr/>
              </p:nvSpPr>
              <p:spPr>
                <a:xfrm>
                  <a:off x="3168300" y="1186975"/>
                  <a:ext cx="72500" cy="73050"/>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20"/>
                <p:cNvSpPr/>
                <p:nvPr/>
              </p:nvSpPr>
              <p:spPr>
                <a:xfrm>
                  <a:off x="1238425" y="1362725"/>
                  <a:ext cx="73075" cy="73050"/>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20"/>
                <p:cNvSpPr/>
                <p:nvPr/>
              </p:nvSpPr>
              <p:spPr>
                <a:xfrm>
                  <a:off x="2281550" y="832600"/>
                  <a:ext cx="2995850" cy="9725"/>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20"/>
                <p:cNvSpPr/>
                <p:nvPr/>
              </p:nvSpPr>
              <p:spPr>
                <a:xfrm>
                  <a:off x="2222775" y="800650"/>
                  <a:ext cx="73075" cy="73050"/>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20"/>
                <p:cNvSpPr/>
                <p:nvPr/>
              </p:nvSpPr>
              <p:spPr>
                <a:xfrm>
                  <a:off x="5235725" y="800650"/>
                  <a:ext cx="73050" cy="73050"/>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20"/>
                <p:cNvSpPr/>
                <p:nvPr/>
              </p:nvSpPr>
              <p:spPr>
                <a:xfrm>
                  <a:off x="5732175" y="319450"/>
                  <a:ext cx="1118450" cy="1117475"/>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20"/>
                <p:cNvSpPr/>
                <p:nvPr/>
              </p:nvSpPr>
              <p:spPr>
                <a:xfrm>
                  <a:off x="5870250" y="381100"/>
                  <a:ext cx="1118475" cy="1117450"/>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20"/>
                <p:cNvSpPr/>
                <p:nvPr/>
              </p:nvSpPr>
              <p:spPr>
                <a:xfrm>
                  <a:off x="4775775" y="1974875"/>
                  <a:ext cx="2300825" cy="706600"/>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20"/>
                <p:cNvSpPr/>
                <p:nvPr/>
              </p:nvSpPr>
              <p:spPr>
                <a:xfrm>
                  <a:off x="3518100" y="2023500"/>
                  <a:ext cx="149550" cy="93050"/>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20"/>
                <p:cNvSpPr/>
                <p:nvPr/>
              </p:nvSpPr>
              <p:spPr>
                <a:xfrm>
                  <a:off x="3630525" y="2023500"/>
                  <a:ext cx="148950" cy="93050"/>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20"/>
                <p:cNvSpPr/>
                <p:nvPr/>
              </p:nvSpPr>
              <p:spPr>
                <a:xfrm>
                  <a:off x="3742375" y="2023500"/>
                  <a:ext cx="149525" cy="93050"/>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20"/>
                <p:cNvSpPr/>
                <p:nvPr/>
              </p:nvSpPr>
              <p:spPr>
                <a:xfrm>
                  <a:off x="38547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20"/>
                <p:cNvSpPr/>
                <p:nvPr/>
              </p:nvSpPr>
              <p:spPr>
                <a:xfrm>
                  <a:off x="3966625" y="2023500"/>
                  <a:ext cx="148950" cy="93050"/>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20"/>
                <p:cNvSpPr/>
                <p:nvPr/>
              </p:nvSpPr>
              <p:spPr>
                <a:xfrm>
                  <a:off x="4078475" y="2023500"/>
                  <a:ext cx="149525" cy="93050"/>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20"/>
                <p:cNvSpPr/>
                <p:nvPr/>
              </p:nvSpPr>
              <p:spPr>
                <a:xfrm>
                  <a:off x="41908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20"/>
                <p:cNvSpPr/>
                <p:nvPr/>
              </p:nvSpPr>
              <p:spPr>
                <a:xfrm>
                  <a:off x="4302725" y="2023500"/>
                  <a:ext cx="149525" cy="93050"/>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20"/>
                <p:cNvSpPr/>
                <p:nvPr/>
              </p:nvSpPr>
              <p:spPr>
                <a:xfrm>
                  <a:off x="2718075" y="2800150"/>
                  <a:ext cx="276800" cy="172925"/>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20"/>
                <p:cNvSpPr/>
                <p:nvPr/>
              </p:nvSpPr>
              <p:spPr>
                <a:xfrm>
                  <a:off x="2925800" y="2800150"/>
                  <a:ext cx="276775" cy="172925"/>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20"/>
                <p:cNvSpPr/>
                <p:nvPr/>
              </p:nvSpPr>
              <p:spPr>
                <a:xfrm>
                  <a:off x="3133500" y="2800150"/>
                  <a:ext cx="276775" cy="172925"/>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20"/>
                <p:cNvSpPr/>
                <p:nvPr/>
              </p:nvSpPr>
              <p:spPr>
                <a:xfrm>
                  <a:off x="3341775" y="2800150"/>
                  <a:ext cx="276800" cy="172925"/>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20"/>
                <p:cNvSpPr/>
                <p:nvPr/>
              </p:nvSpPr>
              <p:spPr>
                <a:xfrm>
                  <a:off x="3549500" y="2800150"/>
                  <a:ext cx="276775" cy="172925"/>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20"/>
                <p:cNvSpPr/>
                <p:nvPr/>
              </p:nvSpPr>
              <p:spPr>
                <a:xfrm>
                  <a:off x="3757200" y="2800150"/>
                  <a:ext cx="276775" cy="172925"/>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20"/>
                <p:cNvSpPr/>
                <p:nvPr/>
              </p:nvSpPr>
              <p:spPr>
                <a:xfrm>
                  <a:off x="61139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20"/>
                <p:cNvSpPr/>
                <p:nvPr/>
              </p:nvSpPr>
              <p:spPr>
                <a:xfrm>
                  <a:off x="5906200" y="435450"/>
                  <a:ext cx="276800" cy="172925"/>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20"/>
                <p:cNvSpPr/>
                <p:nvPr/>
              </p:nvSpPr>
              <p:spPr>
                <a:xfrm>
                  <a:off x="5698500" y="435450"/>
                  <a:ext cx="276775" cy="172925"/>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20"/>
                <p:cNvSpPr/>
                <p:nvPr/>
              </p:nvSpPr>
              <p:spPr>
                <a:xfrm>
                  <a:off x="54902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20"/>
                <p:cNvSpPr/>
                <p:nvPr/>
              </p:nvSpPr>
              <p:spPr>
                <a:xfrm>
                  <a:off x="5282500" y="435450"/>
                  <a:ext cx="276775" cy="172925"/>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20"/>
                <p:cNvSpPr/>
                <p:nvPr/>
              </p:nvSpPr>
              <p:spPr>
                <a:xfrm>
                  <a:off x="5074800" y="435450"/>
                  <a:ext cx="276775" cy="172925"/>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20"/>
                <p:cNvSpPr/>
                <p:nvPr/>
              </p:nvSpPr>
              <p:spPr>
                <a:xfrm>
                  <a:off x="4867075" y="435450"/>
                  <a:ext cx="276800" cy="172925"/>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20"/>
                <p:cNvSpPr/>
                <p:nvPr/>
              </p:nvSpPr>
              <p:spPr>
                <a:xfrm>
                  <a:off x="4658800" y="435450"/>
                  <a:ext cx="276775" cy="172925"/>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20"/>
                <p:cNvSpPr/>
                <p:nvPr/>
              </p:nvSpPr>
              <p:spPr>
                <a:xfrm>
                  <a:off x="4853400"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20"/>
                <p:cNvSpPr/>
                <p:nvPr/>
              </p:nvSpPr>
              <p:spPr>
                <a:xfrm>
                  <a:off x="4940700"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20"/>
                <p:cNvSpPr/>
                <p:nvPr/>
              </p:nvSpPr>
              <p:spPr>
                <a:xfrm>
                  <a:off x="5028000"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20"/>
                <p:cNvSpPr/>
                <p:nvPr/>
              </p:nvSpPr>
              <p:spPr>
                <a:xfrm>
                  <a:off x="5115300" y="927325"/>
                  <a:ext cx="143825" cy="155250"/>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20"/>
                <p:cNvSpPr/>
                <p:nvPr/>
              </p:nvSpPr>
              <p:spPr>
                <a:xfrm>
                  <a:off x="5202625" y="927325"/>
                  <a:ext cx="143825" cy="155250"/>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20"/>
                <p:cNvSpPr/>
                <p:nvPr/>
              </p:nvSpPr>
              <p:spPr>
                <a:xfrm>
                  <a:off x="5289925" y="927325"/>
                  <a:ext cx="143825" cy="155250"/>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20"/>
                <p:cNvSpPr/>
                <p:nvPr/>
              </p:nvSpPr>
              <p:spPr>
                <a:xfrm>
                  <a:off x="5377225" y="927325"/>
                  <a:ext cx="143825" cy="155250"/>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20"/>
                <p:cNvSpPr/>
                <p:nvPr/>
              </p:nvSpPr>
              <p:spPr>
                <a:xfrm>
                  <a:off x="5465100" y="927325"/>
                  <a:ext cx="143250" cy="155250"/>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20"/>
                <p:cNvSpPr/>
                <p:nvPr/>
              </p:nvSpPr>
              <p:spPr>
                <a:xfrm>
                  <a:off x="5552425"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20"/>
                <p:cNvSpPr/>
                <p:nvPr/>
              </p:nvSpPr>
              <p:spPr>
                <a:xfrm>
                  <a:off x="5639725"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20"/>
                <p:cNvSpPr/>
                <p:nvPr/>
              </p:nvSpPr>
              <p:spPr>
                <a:xfrm>
                  <a:off x="5727025"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841" name="Google Shape;1841;p20"/>
              <p:cNvCxnSpPr/>
              <p:nvPr/>
            </p:nvCxnSpPr>
            <p:spPr>
              <a:xfrm>
                <a:off x="7315575" y="705500"/>
                <a:ext cx="1963500" cy="0"/>
              </a:xfrm>
              <a:prstGeom prst="straightConnector1">
                <a:avLst/>
              </a:prstGeom>
              <a:noFill/>
              <a:ln w="19050" cap="flat" cmpd="sng">
                <a:solidFill>
                  <a:schemeClr val="accent1"/>
                </a:solidFill>
                <a:prstDash val="solid"/>
                <a:round/>
                <a:headEnd type="none" w="med" len="med"/>
                <a:tailEnd type="none" w="med" len="med"/>
              </a:ln>
            </p:spPr>
          </p:cxnSp>
        </p:grpSp>
        <p:sp>
          <p:nvSpPr>
            <p:cNvPr id="1842" name="Google Shape;1842;p20"/>
            <p:cNvSpPr/>
            <p:nvPr/>
          </p:nvSpPr>
          <p:spPr>
            <a:xfrm flipH="1">
              <a:off x="6008353" y="-39875"/>
              <a:ext cx="3135650" cy="7666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43" name="Google Shape;1843;p20"/>
          <p:cNvSpPr txBox="1">
            <a:spLocks noGrp="1"/>
          </p:cNvSpPr>
          <p:nvPr>
            <p:ph type="title"/>
          </p:nvPr>
        </p:nvSpPr>
        <p:spPr>
          <a:xfrm>
            <a:off x="720000" y="314175"/>
            <a:ext cx="7704000" cy="893400"/>
          </a:xfrm>
          <a:prstGeom prst="rect">
            <a:avLst/>
          </a:prstGeom>
        </p:spPr>
        <p:txBody>
          <a:bodyPr spcFirstLastPara="1" wrap="square" lIns="0" tIns="0" rIns="0" bIns="0" anchor="t" anchorCtr="0">
            <a:noAutofit/>
          </a:bodyPr>
          <a:lstStyle>
            <a:lvl1pPr lvl="0" rtl="0">
              <a:spcBef>
                <a:spcPts val="0"/>
              </a:spcBef>
              <a:spcAft>
                <a:spcPts val="0"/>
              </a:spcAft>
              <a:buSzPts val="3600"/>
              <a:buNone/>
              <a:defRPr sz="7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44" name="Google Shape;1844;p20"/>
          <p:cNvSpPr txBox="1">
            <a:spLocks noGrp="1"/>
          </p:cNvSpPr>
          <p:nvPr>
            <p:ph type="subTitle" idx="1"/>
          </p:nvPr>
        </p:nvSpPr>
        <p:spPr>
          <a:xfrm>
            <a:off x="3488850" y="1978325"/>
            <a:ext cx="2166300" cy="15849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845" name="Google Shape;1845;p20"/>
          <p:cNvSpPr txBox="1"/>
          <p:nvPr/>
        </p:nvSpPr>
        <p:spPr>
          <a:xfrm>
            <a:off x="2493000" y="3787200"/>
            <a:ext cx="4158000" cy="525000"/>
          </a:xfrm>
          <a:prstGeom prst="rect">
            <a:avLst/>
          </a:prstGeom>
          <a:noFill/>
          <a:ln>
            <a:noFill/>
          </a:ln>
        </p:spPr>
        <p:txBody>
          <a:bodyPr spcFirstLastPara="1" wrap="square" lIns="0" tIns="0" rIns="0" bIns="0" anchor="t" anchorCtr="0">
            <a:noAutofit/>
          </a:bodyPr>
          <a:lstStyle/>
          <a:p>
            <a:pPr marL="0" lvl="0" indent="0" algn="ctr" rtl="0">
              <a:lnSpc>
                <a:spcPct val="90000"/>
              </a:lnSpc>
              <a:spcBef>
                <a:spcPts val="0"/>
              </a:spcBef>
              <a:spcAft>
                <a:spcPts val="0"/>
              </a:spcAft>
              <a:buNone/>
            </a:pPr>
            <a:r>
              <a:rPr lang="en-GB" sz="1200">
                <a:solidFill>
                  <a:schemeClr val="dk1"/>
                </a:solidFill>
                <a:latin typeface="Roboto" panose="02000000000000000000"/>
                <a:ea typeface="Roboto" panose="02000000000000000000"/>
                <a:cs typeface="Roboto" panose="02000000000000000000"/>
                <a:sym typeface="Roboto" panose="02000000000000000000"/>
              </a:rPr>
              <a:t>CREDITS: This presentation template was created by </a:t>
            </a:r>
            <a:r>
              <a:rPr lang="en-GB" sz="1200" b="1">
                <a:solidFill>
                  <a:schemeClr val="dk2"/>
                </a:solidFill>
                <a:uFill>
                  <a:noFill/>
                </a:uFill>
                <a:latin typeface="Roboto" panose="02000000000000000000"/>
                <a:ea typeface="Roboto" panose="02000000000000000000"/>
                <a:cs typeface="Roboto" panose="02000000000000000000"/>
                <a:sym typeface="Roboto" panose="02000000000000000000"/>
                <a:hlinkClick r:id="rId2"/>
              </a:rPr>
              <a:t>Slidesgo</a:t>
            </a:r>
            <a:r>
              <a:rPr lang="en-GB" sz="1200">
                <a:solidFill>
                  <a:schemeClr val="dk1"/>
                </a:solidFill>
                <a:latin typeface="Roboto" panose="02000000000000000000"/>
                <a:ea typeface="Roboto" panose="02000000000000000000"/>
                <a:cs typeface="Roboto" panose="02000000000000000000"/>
                <a:sym typeface="Roboto" panose="02000000000000000000"/>
              </a:rPr>
              <a:t>, including icons by </a:t>
            </a:r>
            <a:r>
              <a:rPr lang="en-GB" sz="1200" b="1">
                <a:solidFill>
                  <a:schemeClr val="dk2"/>
                </a:solidFill>
                <a:uFill>
                  <a:noFill/>
                </a:uFill>
                <a:latin typeface="Roboto" panose="02000000000000000000"/>
                <a:ea typeface="Roboto" panose="02000000000000000000"/>
                <a:cs typeface="Roboto" panose="02000000000000000000"/>
                <a:sym typeface="Roboto" panose="02000000000000000000"/>
                <a:hlinkClick r:id="rId3"/>
              </a:rPr>
              <a:t>Flaticon</a:t>
            </a:r>
            <a:r>
              <a:rPr lang="en-GB" sz="1200">
                <a:solidFill>
                  <a:schemeClr val="dk1"/>
                </a:solidFill>
                <a:latin typeface="Roboto" panose="02000000000000000000"/>
                <a:ea typeface="Roboto" panose="02000000000000000000"/>
                <a:cs typeface="Roboto" panose="02000000000000000000"/>
                <a:sym typeface="Roboto" panose="02000000000000000000"/>
              </a:rPr>
              <a:t>, and infographics &amp; images by </a:t>
            </a:r>
            <a:r>
              <a:rPr lang="en-GB" sz="1200" b="1">
                <a:solidFill>
                  <a:schemeClr val="dk2"/>
                </a:solidFill>
                <a:uFill>
                  <a:noFill/>
                </a:uFill>
                <a:latin typeface="Roboto" panose="02000000000000000000"/>
                <a:ea typeface="Roboto" panose="02000000000000000000"/>
                <a:cs typeface="Roboto" panose="02000000000000000000"/>
                <a:sym typeface="Roboto" panose="02000000000000000000"/>
                <a:hlinkClick r:id="rId4"/>
              </a:rPr>
              <a:t>Freepik</a:t>
            </a:r>
            <a:endParaRPr>
              <a:solidFill>
                <a:schemeClr val="dk1"/>
              </a:solidFill>
              <a:latin typeface="Roboto" panose="02000000000000000000"/>
              <a:ea typeface="Roboto" panose="02000000000000000000"/>
              <a:cs typeface="Roboto" panose="02000000000000000000"/>
              <a:sym typeface="Roboto" panose="0200000000000000000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184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461875"/>
            <a:ext cx="7704000" cy="488400"/>
          </a:xfrm>
          <a:prstGeom prst="rect">
            <a:avLst/>
          </a:prstGeom>
          <a:noFill/>
          <a:ln>
            <a:noFill/>
          </a:ln>
        </p:spPr>
        <p:txBody>
          <a:bodyPr spcFirstLastPara="1" wrap="square" lIns="0" tIns="0" rIns="0" bIns="0" anchor="t" anchorCtr="0">
            <a:noAutofit/>
          </a:bodyPr>
          <a:lstStyle>
            <a:lvl1pPr lvl="0" algn="ctr">
              <a:spcBef>
                <a:spcPts val="0"/>
              </a:spcBef>
              <a:spcAft>
                <a:spcPts val="0"/>
              </a:spcAft>
              <a:buClr>
                <a:schemeClr val="dk2"/>
              </a:buClr>
              <a:buSzPts val="3600"/>
              <a:buFont typeface="Bebas Neue" panose="020B0606020202050201"/>
              <a:buNone/>
              <a:defRPr sz="3600">
                <a:solidFill>
                  <a:schemeClr val="dk2"/>
                </a:solidFill>
                <a:latin typeface="Bebas Neue" panose="020B0606020202050201"/>
                <a:ea typeface="Bebas Neue" panose="020B0606020202050201"/>
                <a:cs typeface="Bebas Neue" panose="020B0606020202050201"/>
                <a:sym typeface="Bebas Neue" panose="020B0606020202050201"/>
              </a:defRPr>
            </a:lvl1pPr>
            <a:lvl2pPr lvl="1">
              <a:spcBef>
                <a:spcPts val="0"/>
              </a:spcBef>
              <a:spcAft>
                <a:spcPts val="0"/>
              </a:spcAft>
              <a:buClr>
                <a:schemeClr val="dk2"/>
              </a:buClr>
              <a:buSzPts val="2800"/>
              <a:buNone/>
              <a:defRPr sz="2800">
                <a:solidFill>
                  <a:schemeClr val="dk2"/>
                </a:solidFill>
              </a:defRPr>
            </a:lvl2pPr>
            <a:lvl3pPr lvl="2">
              <a:spcBef>
                <a:spcPts val="0"/>
              </a:spcBef>
              <a:spcAft>
                <a:spcPts val="0"/>
              </a:spcAft>
              <a:buClr>
                <a:schemeClr val="dk2"/>
              </a:buClr>
              <a:buSzPts val="2800"/>
              <a:buNone/>
              <a:defRPr sz="2800">
                <a:solidFill>
                  <a:schemeClr val="dk2"/>
                </a:solidFill>
              </a:defRPr>
            </a:lvl3pPr>
            <a:lvl4pPr lvl="3">
              <a:spcBef>
                <a:spcPts val="0"/>
              </a:spcBef>
              <a:spcAft>
                <a:spcPts val="0"/>
              </a:spcAft>
              <a:buClr>
                <a:schemeClr val="dk2"/>
              </a:buClr>
              <a:buSzPts val="2800"/>
              <a:buNone/>
              <a:defRPr sz="2800">
                <a:solidFill>
                  <a:schemeClr val="dk2"/>
                </a:solidFill>
              </a:defRPr>
            </a:lvl4pPr>
            <a:lvl5pPr lvl="4">
              <a:spcBef>
                <a:spcPts val="0"/>
              </a:spcBef>
              <a:spcAft>
                <a:spcPts val="0"/>
              </a:spcAft>
              <a:buClr>
                <a:schemeClr val="dk2"/>
              </a:buClr>
              <a:buSzPts val="2800"/>
              <a:buNone/>
              <a:defRPr sz="2800">
                <a:solidFill>
                  <a:schemeClr val="dk2"/>
                </a:solidFill>
              </a:defRPr>
            </a:lvl5pPr>
            <a:lvl6pPr lvl="5">
              <a:spcBef>
                <a:spcPts val="0"/>
              </a:spcBef>
              <a:spcAft>
                <a:spcPts val="0"/>
              </a:spcAft>
              <a:buClr>
                <a:schemeClr val="dk2"/>
              </a:buClr>
              <a:buSzPts val="2800"/>
              <a:buNone/>
              <a:defRPr sz="2800">
                <a:solidFill>
                  <a:schemeClr val="dk2"/>
                </a:solidFill>
              </a:defRPr>
            </a:lvl6pPr>
            <a:lvl7pPr lvl="6">
              <a:spcBef>
                <a:spcPts val="0"/>
              </a:spcBef>
              <a:spcAft>
                <a:spcPts val="0"/>
              </a:spcAft>
              <a:buClr>
                <a:schemeClr val="dk2"/>
              </a:buClr>
              <a:buSzPts val="2800"/>
              <a:buNone/>
              <a:defRPr sz="2800">
                <a:solidFill>
                  <a:schemeClr val="dk2"/>
                </a:solidFill>
              </a:defRPr>
            </a:lvl7pPr>
            <a:lvl8pPr lvl="7">
              <a:spcBef>
                <a:spcPts val="0"/>
              </a:spcBef>
              <a:spcAft>
                <a:spcPts val="0"/>
              </a:spcAft>
              <a:buClr>
                <a:schemeClr val="dk2"/>
              </a:buClr>
              <a:buSzPts val="2800"/>
              <a:buNone/>
              <a:defRPr sz="2800">
                <a:solidFill>
                  <a:schemeClr val="dk2"/>
                </a:solidFill>
              </a:defRPr>
            </a:lvl8pPr>
            <a:lvl9pPr lvl="8">
              <a:spcBef>
                <a:spcPts val="0"/>
              </a:spcBef>
              <a:spcAft>
                <a:spcPts val="0"/>
              </a:spcAft>
              <a:buClr>
                <a:schemeClr val="dk2"/>
              </a:buClr>
              <a:buSzPts val="2800"/>
              <a:buNone/>
              <a:defRPr sz="2800">
                <a:solidFill>
                  <a:schemeClr val="dk2"/>
                </a:solidFill>
              </a:defRPr>
            </a:lvl9pPr>
          </a:lstStyle>
          <a:p>
            <a:endParaRPr/>
          </a:p>
        </p:txBody>
      </p:sp>
      <p:sp>
        <p:nvSpPr>
          <p:cNvPr id="7" name="Google Shape;7;p1"/>
          <p:cNvSpPr txBox="1">
            <a:spLocks noGrp="1"/>
          </p:cNvSpPr>
          <p:nvPr>
            <p:ph type="body" idx="1"/>
          </p:nvPr>
        </p:nvSpPr>
        <p:spPr>
          <a:xfrm>
            <a:off x="720000" y="1617575"/>
            <a:ext cx="7704000" cy="2951400"/>
          </a:xfrm>
          <a:prstGeom prst="rect">
            <a:avLst/>
          </a:prstGeom>
          <a:noFill/>
          <a:ln>
            <a:noFill/>
          </a:ln>
        </p:spPr>
        <p:txBody>
          <a:bodyPr spcFirstLastPara="1" wrap="square" lIns="0" tIns="0" rIns="0" bIns="0" anchor="t" anchorCtr="0">
            <a:noAutofit/>
          </a:bodyPr>
          <a:lstStyle>
            <a:lvl1pPr marL="457200" lvl="0" indent="-330200">
              <a:lnSpc>
                <a:spcPct val="115000"/>
              </a:lnSpc>
              <a:spcBef>
                <a:spcPts val="0"/>
              </a:spcBef>
              <a:spcAft>
                <a:spcPts val="0"/>
              </a:spcAft>
              <a:buClr>
                <a:schemeClr val="dk1"/>
              </a:buClr>
              <a:buSzPts val="1600"/>
              <a:buFont typeface="Roboto" panose="02000000000000000000"/>
              <a:buChar char="●"/>
              <a:defRPr sz="1600">
                <a:solidFill>
                  <a:schemeClr val="dk1"/>
                </a:solidFill>
                <a:latin typeface="Roboto" panose="02000000000000000000"/>
                <a:ea typeface="Roboto" panose="02000000000000000000"/>
                <a:cs typeface="Roboto" panose="02000000000000000000"/>
                <a:sym typeface="Roboto" panose="02000000000000000000"/>
              </a:defRPr>
            </a:lvl1pPr>
            <a:lvl2pPr marL="914400" lvl="1" indent="-330200">
              <a:lnSpc>
                <a:spcPct val="115000"/>
              </a:lnSpc>
              <a:spcBef>
                <a:spcPts val="1600"/>
              </a:spcBef>
              <a:spcAft>
                <a:spcPts val="0"/>
              </a:spcAft>
              <a:buClr>
                <a:schemeClr val="dk1"/>
              </a:buClr>
              <a:buSzPts val="1600"/>
              <a:buFont typeface="Roboto" panose="02000000000000000000"/>
              <a:buChar char="○"/>
              <a:defRPr sz="1600">
                <a:solidFill>
                  <a:schemeClr val="dk1"/>
                </a:solidFill>
                <a:latin typeface="Roboto" panose="02000000000000000000"/>
                <a:ea typeface="Roboto" panose="02000000000000000000"/>
                <a:cs typeface="Roboto" panose="02000000000000000000"/>
                <a:sym typeface="Roboto" panose="02000000000000000000"/>
              </a:defRPr>
            </a:lvl2pPr>
            <a:lvl3pPr marL="1371600" lvl="2" indent="-330200">
              <a:lnSpc>
                <a:spcPct val="115000"/>
              </a:lnSpc>
              <a:spcBef>
                <a:spcPts val="1600"/>
              </a:spcBef>
              <a:spcAft>
                <a:spcPts val="0"/>
              </a:spcAft>
              <a:buClr>
                <a:schemeClr val="dk1"/>
              </a:buClr>
              <a:buSzPts val="1600"/>
              <a:buFont typeface="Roboto" panose="02000000000000000000"/>
              <a:buChar char="■"/>
              <a:defRPr sz="1600">
                <a:solidFill>
                  <a:schemeClr val="dk1"/>
                </a:solidFill>
                <a:latin typeface="Roboto" panose="02000000000000000000"/>
                <a:ea typeface="Roboto" panose="02000000000000000000"/>
                <a:cs typeface="Roboto" panose="02000000000000000000"/>
                <a:sym typeface="Roboto" panose="02000000000000000000"/>
              </a:defRPr>
            </a:lvl3pPr>
            <a:lvl4pPr marL="1828800" lvl="3" indent="-330200">
              <a:lnSpc>
                <a:spcPct val="115000"/>
              </a:lnSpc>
              <a:spcBef>
                <a:spcPts val="1600"/>
              </a:spcBef>
              <a:spcAft>
                <a:spcPts val="0"/>
              </a:spcAft>
              <a:buClr>
                <a:schemeClr val="dk1"/>
              </a:buClr>
              <a:buSzPts val="1600"/>
              <a:buFont typeface="Roboto" panose="02000000000000000000"/>
              <a:buChar char="●"/>
              <a:defRPr sz="1600">
                <a:solidFill>
                  <a:schemeClr val="dk1"/>
                </a:solidFill>
                <a:latin typeface="Roboto" panose="02000000000000000000"/>
                <a:ea typeface="Roboto" panose="02000000000000000000"/>
                <a:cs typeface="Roboto" panose="02000000000000000000"/>
                <a:sym typeface="Roboto" panose="02000000000000000000"/>
              </a:defRPr>
            </a:lvl4pPr>
            <a:lvl5pPr marL="2286000" lvl="4" indent="-330200">
              <a:lnSpc>
                <a:spcPct val="115000"/>
              </a:lnSpc>
              <a:spcBef>
                <a:spcPts val="1600"/>
              </a:spcBef>
              <a:spcAft>
                <a:spcPts val="0"/>
              </a:spcAft>
              <a:buClr>
                <a:schemeClr val="dk1"/>
              </a:buClr>
              <a:buSzPts val="1600"/>
              <a:buFont typeface="Roboto" panose="02000000000000000000"/>
              <a:buChar char="○"/>
              <a:defRPr sz="1600">
                <a:solidFill>
                  <a:schemeClr val="dk1"/>
                </a:solidFill>
                <a:latin typeface="Roboto" panose="02000000000000000000"/>
                <a:ea typeface="Roboto" panose="02000000000000000000"/>
                <a:cs typeface="Roboto" panose="02000000000000000000"/>
                <a:sym typeface="Roboto" panose="02000000000000000000"/>
              </a:defRPr>
            </a:lvl5pPr>
            <a:lvl6pPr marL="2743200" lvl="5" indent="-330200">
              <a:lnSpc>
                <a:spcPct val="115000"/>
              </a:lnSpc>
              <a:spcBef>
                <a:spcPts val="1600"/>
              </a:spcBef>
              <a:spcAft>
                <a:spcPts val="0"/>
              </a:spcAft>
              <a:buClr>
                <a:schemeClr val="dk1"/>
              </a:buClr>
              <a:buSzPts val="1600"/>
              <a:buFont typeface="Roboto" panose="02000000000000000000"/>
              <a:buChar char="■"/>
              <a:defRPr sz="1600">
                <a:solidFill>
                  <a:schemeClr val="dk1"/>
                </a:solidFill>
                <a:latin typeface="Roboto" panose="02000000000000000000"/>
                <a:ea typeface="Roboto" panose="02000000000000000000"/>
                <a:cs typeface="Roboto" panose="02000000000000000000"/>
                <a:sym typeface="Roboto" panose="02000000000000000000"/>
              </a:defRPr>
            </a:lvl6pPr>
            <a:lvl7pPr marL="3200400" lvl="6" indent="-330200">
              <a:lnSpc>
                <a:spcPct val="115000"/>
              </a:lnSpc>
              <a:spcBef>
                <a:spcPts val="1600"/>
              </a:spcBef>
              <a:spcAft>
                <a:spcPts val="0"/>
              </a:spcAft>
              <a:buClr>
                <a:schemeClr val="dk1"/>
              </a:buClr>
              <a:buSzPts val="1600"/>
              <a:buFont typeface="Roboto" panose="02000000000000000000"/>
              <a:buChar char="●"/>
              <a:defRPr sz="1600">
                <a:solidFill>
                  <a:schemeClr val="dk1"/>
                </a:solidFill>
                <a:latin typeface="Roboto" panose="02000000000000000000"/>
                <a:ea typeface="Roboto" panose="02000000000000000000"/>
                <a:cs typeface="Roboto" panose="02000000000000000000"/>
                <a:sym typeface="Roboto" panose="02000000000000000000"/>
              </a:defRPr>
            </a:lvl7pPr>
            <a:lvl8pPr marL="3657600" lvl="7" indent="-330200">
              <a:lnSpc>
                <a:spcPct val="115000"/>
              </a:lnSpc>
              <a:spcBef>
                <a:spcPts val="1600"/>
              </a:spcBef>
              <a:spcAft>
                <a:spcPts val="0"/>
              </a:spcAft>
              <a:buClr>
                <a:schemeClr val="dk1"/>
              </a:buClr>
              <a:buSzPts val="1600"/>
              <a:buFont typeface="Roboto" panose="02000000000000000000"/>
              <a:buChar char="○"/>
              <a:defRPr sz="1600">
                <a:solidFill>
                  <a:schemeClr val="dk1"/>
                </a:solidFill>
                <a:latin typeface="Roboto" panose="02000000000000000000"/>
                <a:ea typeface="Roboto" panose="02000000000000000000"/>
                <a:cs typeface="Roboto" panose="02000000000000000000"/>
                <a:sym typeface="Roboto" panose="02000000000000000000"/>
              </a:defRPr>
            </a:lvl8pPr>
            <a:lvl9pPr marL="4114800" lvl="8" indent="-330200">
              <a:lnSpc>
                <a:spcPct val="115000"/>
              </a:lnSpc>
              <a:spcBef>
                <a:spcPts val="1600"/>
              </a:spcBef>
              <a:spcAft>
                <a:spcPts val="1600"/>
              </a:spcAft>
              <a:buClr>
                <a:schemeClr val="dk1"/>
              </a:buClr>
              <a:buSzPts val="1600"/>
              <a:buFont typeface="Roboto" panose="02000000000000000000"/>
              <a:buChar char="■"/>
              <a:defRPr sz="1600">
                <a:solidFill>
                  <a:schemeClr val="dk1"/>
                </a:solidFill>
                <a:latin typeface="Roboto" panose="02000000000000000000"/>
                <a:ea typeface="Roboto" panose="02000000000000000000"/>
                <a:cs typeface="Roboto" panose="02000000000000000000"/>
                <a:sym typeface="Roboto" panose="02000000000000000000"/>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5" r:id="rId6"/>
    <p:sldLayoutId id="2147483656" r:id="rId7"/>
    <p:sldLayoutId id="2147483658" r:id="rId8"/>
    <p:sldLayoutId id="2147483659" r:id="rId9"/>
    <p:sldLayoutId id="2147483660" r:id="rId10"/>
    <p:sldLayoutId id="2147483661" r:id="rId11"/>
    <p:sldLayoutId id="2147483662" r:id="rId12"/>
    <p:sldLayoutId id="2147483663" r:id="rId13"/>
    <p:sldLayoutId id="2147483665" r:id="rId14"/>
    <p:sldLayoutId id="2147483666" r:id="rId15"/>
    <p:sldLayoutId id="2147483667" r:id="rId16"/>
    <p:sldLayoutId id="2147483668" r:id="rId1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jpeg"/><Relationship Id="rId10" Type="http://schemas.openxmlformats.org/officeDocument/2006/relationships/image" Target="../media/image9.jpeg"/><Relationship Id="rId4" Type="http://schemas.openxmlformats.org/officeDocument/2006/relationships/image" Target="../media/image3.png"/><Relationship Id="rId9" Type="http://schemas.openxmlformats.org/officeDocument/2006/relationships/image" Target="../media/image8.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 Id="rId5" Type="http://schemas.openxmlformats.org/officeDocument/2006/relationships/image" Target="../media/image31.png"/><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54"/>
        <p:cNvGrpSpPr/>
        <p:nvPr/>
      </p:nvGrpSpPr>
      <p:grpSpPr>
        <a:xfrm>
          <a:off x="0" y="0"/>
          <a:ext cx="0" cy="0"/>
          <a:chOff x="0" y="0"/>
          <a:chExt cx="0" cy="0"/>
        </a:xfrm>
      </p:grpSpPr>
      <p:sp>
        <p:nvSpPr>
          <p:cNvPr id="3" name="Parallelogram 0"/>
          <p:cNvSpPr/>
          <p:nvPr/>
        </p:nvSpPr>
        <p:spPr>
          <a:xfrm>
            <a:off x="655582" y="2269490"/>
            <a:ext cx="6934200" cy="1010920"/>
          </a:xfrm>
          <a:prstGeom prst="parallelogram">
            <a:avLst/>
          </a:prstGeom>
          <a:solidFill>
            <a:schemeClr val="tx2"/>
          </a:solidFill>
          <a:ln>
            <a:noFill/>
          </a:ln>
          <a:effectLst>
            <a:outerShdw blurRad="50800" dist="38100" dir="5400000" algn="t" rotWithShape="0">
              <a:prstClr val="black">
                <a:alpha val="4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5" name="Google Shape;1855;p24"/>
          <p:cNvSpPr txBox="1">
            <a:spLocks noGrp="1"/>
          </p:cNvSpPr>
          <p:nvPr>
            <p:ph type="ctrTitle"/>
          </p:nvPr>
        </p:nvSpPr>
        <p:spPr>
          <a:xfrm>
            <a:off x="1688465" y="1582420"/>
            <a:ext cx="4784090" cy="62738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US" altLang="en-GB" sz="1800">
                <a:solidFill>
                  <a:schemeClr val="bg1">
                    <a:lumMod val="50000"/>
                  </a:schemeClr>
                </a:solidFill>
                <a:latin typeface="+mn-lt"/>
                <a:cs typeface="+mn-lt"/>
              </a:rPr>
              <a:t>BÁO CÁO ĐỒ ÁN TỐT NGHIỆP</a:t>
            </a:r>
          </a:p>
        </p:txBody>
      </p:sp>
      <p:sp>
        <p:nvSpPr>
          <p:cNvPr id="1856" name="Google Shape;1856;p24"/>
          <p:cNvSpPr txBox="1">
            <a:spLocks noGrp="1"/>
          </p:cNvSpPr>
          <p:nvPr>
            <p:ph type="subTitle" idx="1"/>
          </p:nvPr>
        </p:nvSpPr>
        <p:spPr>
          <a:xfrm>
            <a:off x="525592" y="2518041"/>
            <a:ext cx="7125600" cy="5142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GB" b="1">
                <a:solidFill>
                  <a:schemeClr val="tx1"/>
                </a:solidFill>
                <a:latin typeface="Arial" panose="020B0604020202020204" pitchFamily="34" charset="0"/>
                <a:cs typeface="Arial" panose="020B0604020202020204" pitchFamily="34" charset="0"/>
              </a:rPr>
              <a:t>ỨNG DỤNG TRÍ TUỆ NHÂN TẠO</a:t>
            </a:r>
          </a:p>
          <a:p>
            <a:pPr marL="0" lvl="0" indent="0" algn="ctr" rtl="0">
              <a:spcBef>
                <a:spcPts val="0"/>
              </a:spcBef>
              <a:spcAft>
                <a:spcPts val="0"/>
              </a:spcAft>
              <a:buNone/>
            </a:pPr>
            <a:r>
              <a:rPr lang="en-GB" b="1">
                <a:solidFill>
                  <a:schemeClr val="tx1"/>
                </a:solidFill>
                <a:latin typeface="Arial" panose="020B0604020202020204" pitchFamily="34" charset="0"/>
                <a:cs typeface="Arial" panose="020B0604020202020204" pitchFamily="34" charset="0"/>
              </a:rPr>
              <a:t>PHÁT TRIỂN MÔ HÌNH XE TỰ HÀNH</a:t>
            </a:r>
          </a:p>
        </p:txBody>
      </p:sp>
      <p:grpSp>
        <p:nvGrpSpPr>
          <p:cNvPr id="1857" name="Google Shape;1857;p24"/>
          <p:cNvGrpSpPr/>
          <p:nvPr/>
        </p:nvGrpSpPr>
        <p:grpSpPr>
          <a:xfrm>
            <a:off x="-223784" y="-6"/>
            <a:ext cx="2284525" cy="985488"/>
            <a:chOff x="-223784" y="-6"/>
            <a:chExt cx="2284525" cy="985488"/>
          </a:xfrm>
        </p:grpSpPr>
        <p:sp>
          <p:nvSpPr>
            <p:cNvPr id="1858" name="Google Shape;1858;p24"/>
            <p:cNvSpPr/>
            <p:nvPr/>
          </p:nvSpPr>
          <p:spPr>
            <a:xfrm rot="5400000">
              <a:off x="751670" y="-653904"/>
              <a:ext cx="291159" cy="1770887"/>
            </a:xfrm>
            <a:custGeom>
              <a:avLst/>
              <a:gdLst/>
              <a:ahLst/>
              <a:cxnLst/>
              <a:rect l="l" t="t" r="r" b="b"/>
              <a:pathLst>
                <a:path w="3309" h="20126" fill="none" extrusionOk="0">
                  <a:moveTo>
                    <a:pt x="3309" y="20126"/>
                  </a:moveTo>
                  <a:lnTo>
                    <a:pt x="3309" y="10627"/>
                  </a:lnTo>
                  <a:lnTo>
                    <a:pt x="1" y="7293"/>
                  </a:lnTo>
                  <a:lnTo>
                    <a:pt x="1" y="0"/>
                  </a:lnTo>
                </a:path>
              </a:pathLst>
            </a:custGeom>
            <a:noFill/>
            <a:ln w="19050" cap="rnd" cmpd="sng">
              <a:solidFill>
                <a:schemeClr val="accent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24"/>
            <p:cNvSpPr/>
            <p:nvPr/>
          </p:nvSpPr>
          <p:spPr>
            <a:xfrm rot="5400000">
              <a:off x="294064" y="-86060"/>
              <a:ext cx="88" cy="564632"/>
            </a:xfrm>
            <a:custGeom>
              <a:avLst/>
              <a:gdLst/>
              <a:ahLst/>
              <a:cxnLst/>
              <a:rect l="l" t="t" r="r" b="b"/>
              <a:pathLst>
                <a:path w="1" h="6417" fill="none" extrusionOk="0">
                  <a:moveTo>
                    <a:pt x="1" y="6416"/>
                  </a:moveTo>
                  <a:lnTo>
                    <a:pt x="1" y="0"/>
                  </a:lnTo>
                </a:path>
              </a:pathLst>
            </a:custGeom>
            <a:noFill/>
            <a:ln w="19050" cap="rnd" cmpd="sng">
              <a:solidFill>
                <a:schemeClr val="accent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24"/>
            <p:cNvSpPr/>
            <p:nvPr/>
          </p:nvSpPr>
          <p:spPr>
            <a:xfrm rot="5400000">
              <a:off x="575332" y="113545"/>
              <a:ext cx="167709" cy="165509"/>
            </a:xfrm>
            <a:custGeom>
              <a:avLst/>
              <a:gdLst/>
              <a:ahLst/>
              <a:cxnLst/>
              <a:rect l="l" t="t" r="r" b="b"/>
              <a:pathLst>
                <a:path w="1906" h="1881" extrusionOk="0">
                  <a:moveTo>
                    <a:pt x="953" y="1"/>
                  </a:moveTo>
                  <a:cubicBezTo>
                    <a:pt x="426" y="1"/>
                    <a:pt x="0" y="402"/>
                    <a:pt x="0" y="928"/>
                  </a:cubicBezTo>
                  <a:cubicBezTo>
                    <a:pt x="0" y="1455"/>
                    <a:pt x="426" y="1881"/>
                    <a:pt x="953" y="1881"/>
                  </a:cubicBezTo>
                  <a:cubicBezTo>
                    <a:pt x="1479" y="1881"/>
                    <a:pt x="1905" y="1455"/>
                    <a:pt x="1905" y="928"/>
                  </a:cubicBezTo>
                  <a:cubicBezTo>
                    <a:pt x="1905" y="402"/>
                    <a:pt x="1479" y="1"/>
                    <a:pt x="953" y="1"/>
                  </a:cubicBez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24"/>
            <p:cNvSpPr/>
            <p:nvPr/>
          </p:nvSpPr>
          <p:spPr>
            <a:xfrm rot="5400000">
              <a:off x="873382" y="-351369"/>
              <a:ext cx="147899" cy="1895787"/>
            </a:xfrm>
            <a:custGeom>
              <a:avLst/>
              <a:gdLst/>
              <a:ahLst/>
              <a:cxnLst/>
              <a:rect l="l" t="t" r="r" b="b"/>
              <a:pathLst>
                <a:path w="1681" h="21405" fill="none" extrusionOk="0">
                  <a:moveTo>
                    <a:pt x="1" y="21405"/>
                  </a:moveTo>
                  <a:lnTo>
                    <a:pt x="1" y="5114"/>
                  </a:lnTo>
                  <a:lnTo>
                    <a:pt x="1680" y="3434"/>
                  </a:lnTo>
                  <a:lnTo>
                    <a:pt x="1680" y="1"/>
                  </a:lnTo>
                </a:path>
              </a:pathLst>
            </a:custGeom>
            <a:noFill/>
            <a:ln w="9525" cap="rnd" cmpd="sng">
              <a:solidFill>
                <a:schemeClr val="dk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24"/>
            <p:cNvSpPr/>
            <p:nvPr/>
          </p:nvSpPr>
          <p:spPr>
            <a:xfrm rot="5400000">
              <a:off x="551408" y="-235203"/>
              <a:ext cx="361727" cy="1912111"/>
            </a:xfrm>
            <a:custGeom>
              <a:avLst/>
              <a:gdLst/>
              <a:ahLst/>
              <a:cxnLst/>
              <a:rect l="l" t="t" r="r" b="b"/>
              <a:pathLst>
                <a:path w="4111" h="21731" fill="none" extrusionOk="0">
                  <a:moveTo>
                    <a:pt x="0" y="21730"/>
                  </a:moveTo>
                  <a:lnTo>
                    <a:pt x="0" y="14562"/>
                  </a:lnTo>
                  <a:lnTo>
                    <a:pt x="4110" y="10427"/>
                  </a:lnTo>
                  <a:lnTo>
                    <a:pt x="4110" y="1"/>
                  </a:lnTo>
                </a:path>
              </a:pathLst>
            </a:custGeom>
            <a:noFill/>
            <a:ln w="19050" cap="rnd" cmpd="sng">
              <a:solidFill>
                <a:schemeClr val="accent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24"/>
            <p:cNvSpPr/>
            <p:nvPr/>
          </p:nvSpPr>
          <p:spPr>
            <a:xfrm rot="5400000">
              <a:off x="1689436" y="818961"/>
              <a:ext cx="165421" cy="167621"/>
            </a:xfrm>
            <a:custGeom>
              <a:avLst/>
              <a:gdLst/>
              <a:ahLst/>
              <a:cxnLst/>
              <a:rect l="l" t="t" r="r" b="b"/>
              <a:pathLst>
                <a:path w="1880" h="1905" extrusionOk="0">
                  <a:moveTo>
                    <a:pt x="927" y="0"/>
                  </a:moveTo>
                  <a:cubicBezTo>
                    <a:pt x="401" y="0"/>
                    <a:pt x="0" y="426"/>
                    <a:pt x="0" y="952"/>
                  </a:cubicBezTo>
                  <a:cubicBezTo>
                    <a:pt x="0" y="1479"/>
                    <a:pt x="401" y="1905"/>
                    <a:pt x="927" y="1905"/>
                  </a:cubicBezTo>
                  <a:cubicBezTo>
                    <a:pt x="1454" y="1905"/>
                    <a:pt x="1880" y="1479"/>
                    <a:pt x="1880" y="952"/>
                  </a:cubicBezTo>
                  <a:cubicBezTo>
                    <a:pt x="1880" y="426"/>
                    <a:pt x="1454" y="0"/>
                    <a:pt x="927" y="0"/>
                  </a:cubicBez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24"/>
            <p:cNvSpPr/>
            <p:nvPr/>
          </p:nvSpPr>
          <p:spPr>
            <a:xfrm rot="5400000">
              <a:off x="1894132" y="585435"/>
              <a:ext cx="167709" cy="165509"/>
            </a:xfrm>
            <a:custGeom>
              <a:avLst/>
              <a:gdLst/>
              <a:ahLst/>
              <a:cxnLst/>
              <a:rect l="l" t="t" r="r" b="b"/>
              <a:pathLst>
                <a:path w="1906" h="1881" extrusionOk="0">
                  <a:moveTo>
                    <a:pt x="953" y="0"/>
                  </a:moveTo>
                  <a:cubicBezTo>
                    <a:pt x="427" y="0"/>
                    <a:pt x="1" y="426"/>
                    <a:pt x="1" y="928"/>
                  </a:cubicBezTo>
                  <a:cubicBezTo>
                    <a:pt x="1" y="1454"/>
                    <a:pt x="427" y="1880"/>
                    <a:pt x="953" y="1880"/>
                  </a:cubicBezTo>
                  <a:cubicBezTo>
                    <a:pt x="1479" y="1880"/>
                    <a:pt x="1905" y="1454"/>
                    <a:pt x="1905" y="928"/>
                  </a:cubicBezTo>
                  <a:cubicBezTo>
                    <a:pt x="1905" y="426"/>
                    <a:pt x="1479" y="0"/>
                    <a:pt x="9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24"/>
            <p:cNvSpPr/>
            <p:nvPr/>
          </p:nvSpPr>
          <p:spPr>
            <a:xfrm rot="5400000">
              <a:off x="1782751" y="-50"/>
              <a:ext cx="167621" cy="167709"/>
            </a:xfrm>
            <a:custGeom>
              <a:avLst/>
              <a:gdLst/>
              <a:ahLst/>
              <a:cxnLst/>
              <a:rect l="l" t="t" r="r" b="b"/>
              <a:pathLst>
                <a:path w="1905" h="1906" extrusionOk="0">
                  <a:moveTo>
                    <a:pt x="952" y="1"/>
                  </a:moveTo>
                  <a:cubicBezTo>
                    <a:pt x="426" y="1"/>
                    <a:pt x="0" y="427"/>
                    <a:pt x="0" y="953"/>
                  </a:cubicBezTo>
                  <a:cubicBezTo>
                    <a:pt x="0" y="1480"/>
                    <a:pt x="426" y="1906"/>
                    <a:pt x="952" y="1906"/>
                  </a:cubicBezTo>
                  <a:cubicBezTo>
                    <a:pt x="1479" y="1906"/>
                    <a:pt x="1905" y="1480"/>
                    <a:pt x="1905" y="953"/>
                  </a:cubicBezTo>
                  <a:cubicBezTo>
                    <a:pt x="1905" y="427"/>
                    <a:pt x="1479" y="1"/>
                    <a:pt x="9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66" name="Google Shape;1866;p24"/>
          <p:cNvGrpSpPr/>
          <p:nvPr/>
        </p:nvGrpSpPr>
        <p:grpSpPr>
          <a:xfrm>
            <a:off x="5876365" y="118125"/>
            <a:ext cx="3316597" cy="1043822"/>
            <a:chOff x="5876365" y="118125"/>
            <a:chExt cx="3316597" cy="1043822"/>
          </a:xfrm>
        </p:grpSpPr>
        <p:sp>
          <p:nvSpPr>
            <p:cNvPr id="1867" name="Google Shape;1867;p24"/>
            <p:cNvSpPr/>
            <p:nvPr/>
          </p:nvSpPr>
          <p:spPr>
            <a:xfrm rot="10800000">
              <a:off x="9025253" y="996438"/>
              <a:ext cx="167709" cy="165509"/>
            </a:xfrm>
            <a:custGeom>
              <a:avLst/>
              <a:gdLst/>
              <a:ahLst/>
              <a:cxnLst/>
              <a:rect l="l" t="t" r="r" b="b"/>
              <a:pathLst>
                <a:path w="1906" h="1881" extrusionOk="0">
                  <a:moveTo>
                    <a:pt x="953" y="1"/>
                  </a:moveTo>
                  <a:cubicBezTo>
                    <a:pt x="426" y="1"/>
                    <a:pt x="0" y="402"/>
                    <a:pt x="0" y="928"/>
                  </a:cubicBezTo>
                  <a:cubicBezTo>
                    <a:pt x="0" y="1455"/>
                    <a:pt x="426" y="1881"/>
                    <a:pt x="953" y="1881"/>
                  </a:cubicBezTo>
                  <a:cubicBezTo>
                    <a:pt x="1479" y="1881"/>
                    <a:pt x="1905" y="1455"/>
                    <a:pt x="1905" y="928"/>
                  </a:cubicBezTo>
                  <a:cubicBezTo>
                    <a:pt x="1905" y="402"/>
                    <a:pt x="1479" y="1"/>
                    <a:pt x="9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24"/>
            <p:cNvSpPr/>
            <p:nvPr/>
          </p:nvSpPr>
          <p:spPr>
            <a:xfrm>
              <a:off x="6008817" y="118125"/>
              <a:ext cx="3134824" cy="182018"/>
            </a:xfrm>
            <a:custGeom>
              <a:avLst/>
              <a:gdLst/>
              <a:ahLst/>
              <a:cxnLst/>
              <a:rect l="l" t="t" r="r" b="b"/>
              <a:pathLst>
                <a:path w="25490" h="1480" fill="none" extrusionOk="0">
                  <a:moveTo>
                    <a:pt x="1" y="1479"/>
                  </a:moveTo>
                  <a:lnTo>
                    <a:pt x="13710" y="1479"/>
                  </a:lnTo>
                  <a:lnTo>
                    <a:pt x="15164" y="0"/>
                  </a:lnTo>
                  <a:lnTo>
                    <a:pt x="25490" y="0"/>
                  </a:lnTo>
                </a:path>
              </a:pathLst>
            </a:custGeom>
            <a:noFill/>
            <a:ln w="9525" cap="rnd" cmpd="sng">
              <a:solidFill>
                <a:srgbClr val="00F4A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24"/>
            <p:cNvSpPr/>
            <p:nvPr/>
          </p:nvSpPr>
          <p:spPr>
            <a:xfrm>
              <a:off x="5876365" y="182815"/>
              <a:ext cx="234282" cy="234409"/>
            </a:xfrm>
            <a:custGeom>
              <a:avLst/>
              <a:gdLst/>
              <a:ahLst/>
              <a:cxnLst/>
              <a:rect l="l" t="t" r="r" b="b"/>
              <a:pathLst>
                <a:path w="1905" h="1906" extrusionOk="0">
                  <a:moveTo>
                    <a:pt x="953" y="1"/>
                  </a:moveTo>
                  <a:cubicBezTo>
                    <a:pt x="426" y="1"/>
                    <a:pt x="0" y="427"/>
                    <a:pt x="0" y="953"/>
                  </a:cubicBezTo>
                  <a:cubicBezTo>
                    <a:pt x="0" y="1479"/>
                    <a:pt x="426" y="1905"/>
                    <a:pt x="953" y="1905"/>
                  </a:cubicBezTo>
                  <a:cubicBezTo>
                    <a:pt x="1479" y="1905"/>
                    <a:pt x="1905" y="1479"/>
                    <a:pt x="1905" y="953"/>
                  </a:cubicBezTo>
                  <a:cubicBezTo>
                    <a:pt x="1905" y="427"/>
                    <a:pt x="1479" y="1"/>
                    <a:pt x="953" y="1"/>
                  </a:cubicBezTo>
                  <a:close/>
                </a:path>
              </a:pathLst>
            </a:custGeom>
            <a:solidFill>
              <a:srgbClr val="00F4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24"/>
            <p:cNvSpPr/>
            <p:nvPr/>
          </p:nvSpPr>
          <p:spPr>
            <a:xfrm rot="10800000">
              <a:off x="9109108" y="515661"/>
              <a:ext cx="88" cy="564632"/>
            </a:xfrm>
            <a:custGeom>
              <a:avLst/>
              <a:gdLst/>
              <a:ahLst/>
              <a:cxnLst/>
              <a:rect l="l" t="t" r="r" b="b"/>
              <a:pathLst>
                <a:path w="1" h="6417" fill="none" extrusionOk="0">
                  <a:moveTo>
                    <a:pt x="1" y="6416"/>
                  </a:moveTo>
                  <a:lnTo>
                    <a:pt x="1" y="0"/>
                  </a:lnTo>
                </a:path>
              </a:pathLst>
            </a:custGeom>
            <a:noFill/>
            <a:ln w="19050" cap="rnd" cmpd="sng">
              <a:solidFill>
                <a:schemeClr val="accent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3" name="Picture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69515" y="457200"/>
            <a:ext cx="600710" cy="583565"/>
          </a:xfrm>
          <a:prstGeom prst="rect">
            <a:avLst/>
          </a:prstGeom>
          <a:effectLst>
            <a:outerShdw blurRad="63500" sx="102000" sy="102000" algn="ctr" rotWithShape="0">
              <a:prstClr val="black">
                <a:alpha val="40000"/>
              </a:prstClr>
            </a:outerShdw>
          </a:effectLst>
        </p:spPr>
      </p:pic>
      <p:sp>
        <p:nvSpPr>
          <p:cNvPr id="27" name="TextBox 27"/>
          <p:cNvSpPr txBox="1"/>
          <p:nvPr/>
        </p:nvSpPr>
        <p:spPr>
          <a:xfrm>
            <a:off x="782955" y="1108710"/>
            <a:ext cx="3960495" cy="34988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14000"/>
              </a:lnSpc>
            </a:pPr>
            <a:r>
              <a:rPr lang="en-US" sz="1000" b="1">
                <a:solidFill>
                  <a:schemeClr val="bg1">
                    <a:lumMod val="50000"/>
                  </a:schemeClr>
                </a:solidFill>
                <a:latin typeface="Arial" panose="020B0604020202020204" pitchFamily="34" charset="0"/>
                <a:cs typeface="Arial" panose="020B0604020202020204" pitchFamily="34" charset="0"/>
              </a:rPr>
              <a:t>TR</a:t>
            </a:r>
            <a:r>
              <a:rPr lang="vi-VN" sz="1000" b="1">
                <a:solidFill>
                  <a:schemeClr val="bg1">
                    <a:lumMod val="50000"/>
                  </a:schemeClr>
                </a:solidFill>
                <a:latin typeface="Arial" panose="020B0604020202020204" pitchFamily="34" charset="0"/>
                <a:cs typeface="Arial" panose="020B0604020202020204" pitchFamily="34" charset="0"/>
              </a:rPr>
              <a:t>Ư</a:t>
            </a:r>
            <a:r>
              <a:rPr lang="en-US" sz="1000" b="1">
                <a:solidFill>
                  <a:schemeClr val="bg1">
                    <a:lumMod val="50000"/>
                  </a:schemeClr>
                </a:solidFill>
                <a:latin typeface="Arial" panose="020B0604020202020204" pitchFamily="34" charset="0"/>
                <a:cs typeface="Arial" panose="020B0604020202020204" pitchFamily="34" charset="0"/>
              </a:rPr>
              <a:t>ỜNG ĐẠI HỌC BÌNH D</a:t>
            </a:r>
            <a:r>
              <a:rPr lang="vi-VN" sz="1000" b="1">
                <a:solidFill>
                  <a:schemeClr val="bg1">
                    <a:lumMod val="50000"/>
                  </a:schemeClr>
                </a:solidFill>
                <a:latin typeface="Arial" panose="020B0604020202020204" pitchFamily="34" charset="0"/>
                <a:cs typeface="Arial" panose="020B0604020202020204" pitchFamily="34" charset="0"/>
              </a:rPr>
              <a:t>Ư</a:t>
            </a:r>
            <a:r>
              <a:rPr lang="en-US" sz="1000" b="1">
                <a:solidFill>
                  <a:schemeClr val="bg1">
                    <a:lumMod val="50000"/>
                  </a:schemeClr>
                </a:solidFill>
                <a:latin typeface="Arial" panose="020B0604020202020204" pitchFamily="34" charset="0"/>
                <a:cs typeface="Arial" panose="020B0604020202020204" pitchFamily="34" charset="0"/>
              </a:rPr>
              <a:t>ƠNG</a:t>
            </a:r>
          </a:p>
          <a:p>
            <a:pPr algn="ctr">
              <a:lnSpc>
                <a:spcPct val="114000"/>
              </a:lnSpc>
            </a:pPr>
            <a:r>
              <a:rPr lang="en-US" sz="1000" b="1">
                <a:solidFill>
                  <a:schemeClr val="bg1">
                    <a:lumMod val="50000"/>
                  </a:schemeClr>
                </a:solidFill>
                <a:latin typeface="Arial" panose="020B0604020202020204" pitchFamily="34" charset="0"/>
                <a:cs typeface="Arial" panose="020B0604020202020204" pitchFamily="34" charset="0"/>
              </a:rPr>
              <a:t>KHOA CÔNG NGHỆ THÔNG TIN, ROBOT VÀ TRÍ TUỆ NHÂN TẠO</a:t>
            </a:r>
          </a:p>
        </p:txBody>
      </p:sp>
      <p:cxnSp>
        <p:nvCxnSpPr>
          <p:cNvPr id="11" name="Straight Connector 10"/>
          <p:cNvCxnSpPr/>
          <p:nvPr/>
        </p:nvCxnSpPr>
        <p:spPr>
          <a:xfrm flipV="1">
            <a:off x="2417046" y="2064702"/>
            <a:ext cx="3286760" cy="8255"/>
          </a:xfrm>
          <a:prstGeom prst="line">
            <a:avLst/>
          </a:prstGeom>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2" name="Google Shape;1869;p24"/>
          <p:cNvSpPr/>
          <p:nvPr/>
        </p:nvSpPr>
        <p:spPr>
          <a:xfrm>
            <a:off x="5706745" y="2003425"/>
            <a:ext cx="130810" cy="130810"/>
          </a:xfrm>
          <a:custGeom>
            <a:avLst/>
            <a:gdLst/>
            <a:ahLst/>
            <a:cxnLst/>
            <a:rect l="l" t="t" r="r" b="b"/>
            <a:pathLst>
              <a:path w="1905" h="1906" extrusionOk="0">
                <a:moveTo>
                  <a:pt x="953" y="1"/>
                </a:moveTo>
                <a:cubicBezTo>
                  <a:pt x="426" y="1"/>
                  <a:pt x="0" y="427"/>
                  <a:pt x="0" y="953"/>
                </a:cubicBezTo>
                <a:cubicBezTo>
                  <a:pt x="0" y="1479"/>
                  <a:pt x="426" y="1905"/>
                  <a:pt x="953" y="1905"/>
                </a:cubicBezTo>
                <a:cubicBezTo>
                  <a:pt x="1479" y="1905"/>
                  <a:pt x="1905" y="1479"/>
                  <a:pt x="1905" y="953"/>
                </a:cubicBezTo>
                <a:cubicBezTo>
                  <a:pt x="1905" y="427"/>
                  <a:pt x="1479" y="1"/>
                  <a:pt x="953" y="1"/>
                </a:cubicBezTo>
                <a:close/>
              </a:path>
            </a:pathLst>
          </a:custGeom>
          <a:solidFill>
            <a:schemeClr val="accent1">
              <a:lumMod val="75000"/>
            </a:schemeClr>
          </a:solidFill>
          <a:ln>
            <a:noFill/>
          </a:ln>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1855;p24"/>
          <p:cNvSpPr txBox="1"/>
          <p:nvPr/>
        </p:nvSpPr>
        <p:spPr>
          <a:xfrm>
            <a:off x="2469515" y="3466570"/>
            <a:ext cx="4851400" cy="589915"/>
          </a:xfrm>
          <a:prstGeom prst="rect">
            <a:avLst/>
          </a:prstGeom>
          <a:noFill/>
          <a:ln>
            <a:noFill/>
          </a:ln>
        </p:spPr>
        <p:txBody>
          <a:bodyPr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5200"/>
              <a:buFont typeface="Bebas Neue" panose="020B0606020202050201"/>
              <a:buNone/>
              <a:defRPr sz="6100" b="0" i="0" u="none" strike="noStrike" cap="none">
                <a:solidFill>
                  <a:srgbClr val="FFFFFF"/>
                </a:solidFill>
                <a:latin typeface="Bebas Neue" panose="020B0606020202050201"/>
                <a:ea typeface="Bebas Neue" panose="020B0606020202050201"/>
                <a:cs typeface="Bebas Neue" panose="020B0606020202050201"/>
                <a:sym typeface="Bebas Neue" panose="020B0606020202050201"/>
              </a:defRPr>
            </a:lvl1pPr>
            <a:lvl2pPr marR="0" lvl="1" algn="ctr" rtl="0">
              <a:lnSpc>
                <a:spcPct val="100000"/>
              </a:lnSpc>
              <a:spcBef>
                <a:spcPts val="0"/>
              </a:spcBef>
              <a:spcAft>
                <a:spcPts val="0"/>
              </a:spcAft>
              <a:buClr>
                <a:schemeClr val="dk2"/>
              </a:buClr>
              <a:buSzPts val="5200"/>
              <a:buFont typeface="Arial" panose="020B0604020202020204"/>
              <a:buNone/>
              <a:defRPr sz="52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chemeClr val="dk2"/>
              </a:buClr>
              <a:buSzPts val="5200"/>
              <a:buFont typeface="Arial" panose="020B0604020202020204"/>
              <a:buNone/>
              <a:defRPr sz="52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chemeClr val="dk2"/>
              </a:buClr>
              <a:buSzPts val="5200"/>
              <a:buFont typeface="Arial" panose="020B0604020202020204"/>
              <a:buNone/>
              <a:defRPr sz="52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chemeClr val="dk2"/>
              </a:buClr>
              <a:buSzPts val="5200"/>
              <a:buFont typeface="Arial" panose="020B0604020202020204"/>
              <a:buNone/>
              <a:defRPr sz="52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chemeClr val="dk2"/>
              </a:buClr>
              <a:buSzPts val="5200"/>
              <a:buFont typeface="Arial" panose="020B0604020202020204"/>
              <a:buNone/>
              <a:defRPr sz="52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chemeClr val="dk2"/>
              </a:buClr>
              <a:buSzPts val="5200"/>
              <a:buFont typeface="Arial" panose="020B0604020202020204"/>
              <a:buNone/>
              <a:defRPr sz="52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chemeClr val="dk2"/>
              </a:buClr>
              <a:buSzPts val="5200"/>
              <a:buFont typeface="Arial" panose="020B0604020202020204"/>
              <a:buNone/>
              <a:defRPr sz="52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chemeClr val="dk2"/>
              </a:buClr>
              <a:buSzPts val="5200"/>
              <a:buFont typeface="Arial" panose="020B0604020202020204"/>
              <a:buNone/>
              <a:defRPr sz="52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just" rtl="0">
              <a:spcBef>
                <a:spcPts val="0"/>
              </a:spcBef>
              <a:spcAft>
                <a:spcPts val="0"/>
              </a:spcAft>
              <a:buNone/>
            </a:pPr>
            <a:r>
              <a:rPr lang="en-US" altLang="en-GB" sz="1400" b="1" i="1" dirty="0">
                <a:solidFill>
                  <a:schemeClr val="bg1">
                    <a:lumMod val="50000"/>
                  </a:schemeClr>
                </a:solidFill>
                <a:latin typeface="+mn-lt"/>
                <a:cs typeface="+mn-lt"/>
              </a:rPr>
              <a:t> </a:t>
            </a:r>
            <a:r>
              <a:rPr lang="en-US" altLang="en-GB" sz="1400" b="1" i="1" dirty="0" err="1">
                <a:solidFill>
                  <a:schemeClr val="bg1">
                    <a:lumMod val="50000"/>
                  </a:schemeClr>
                </a:solidFill>
                <a:latin typeface="+mn-lt"/>
                <a:cs typeface="+mn-lt"/>
              </a:rPr>
              <a:t>Giảng</a:t>
            </a:r>
            <a:r>
              <a:rPr lang="en-US" altLang="en-GB" sz="1400" b="1" i="1" dirty="0">
                <a:solidFill>
                  <a:schemeClr val="bg1">
                    <a:lumMod val="50000"/>
                  </a:schemeClr>
                </a:solidFill>
                <a:latin typeface="+mn-lt"/>
                <a:cs typeface="+mn-lt"/>
              </a:rPr>
              <a:t> </a:t>
            </a:r>
            <a:r>
              <a:rPr lang="en-US" altLang="en-GB" sz="1400" b="1" i="1" dirty="0" err="1">
                <a:solidFill>
                  <a:schemeClr val="bg1">
                    <a:lumMod val="50000"/>
                  </a:schemeClr>
                </a:solidFill>
                <a:latin typeface="+mn-lt"/>
                <a:cs typeface="+mn-lt"/>
              </a:rPr>
              <a:t>viên</a:t>
            </a:r>
            <a:r>
              <a:rPr lang="en-US" altLang="en-GB" sz="1400" b="1" i="1" dirty="0">
                <a:solidFill>
                  <a:schemeClr val="bg1">
                    <a:lumMod val="50000"/>
                  </a:schemeClr>
                </a:solidFill>
                <a:latin typeface="+mn-lt"/>
                <a:cs typeface="+mn-lt"/>
              </a:rPr>
              <a:t> </a:t>
            </a:r>
            <a:r>
              <a:rPr lang="en-US" altLang="en-GB" sz="1400" b="1" i="1" dirty="0" err="1">
                <a:solidFill>
                  <a:schemeClr val="bg1">
                    <a:lumMod val="50000"/>
                  </a:schemeClr>
                </a:solidFill>
                <a:latin typeface="+mn-lt"/>
                <a:cs typeface="+mn-lt"/>
              </a:rPr>
              <a:t>hướng</a:t>
            </a:r>
            <a:r>
              <a:rPr lang="en-US" altLang="en-GB" sz="1400" b="1" i="1" dirty="0">
                <a:solidFill>
                  <a:schemeClr val="bg1">
                    <a:lumMod val="50000"/>
                  </a:schemeClr>
                </a:solidFill>
                <a:latin typeface="+mn-lt"/>
                <a:cs typeface="+mn-lt"/>
              </a:rPr>
              <a:t> </a:t>
            </a:r>
            <a:r>
              <a:rPr lang="en-US" altLang="en-GB" sz="1400" b="1" i="1" dirty="0" err="1">
                <a:solidFill>
                  <a:schemeClr val="bg1">
                    <a:lumMod val="50000"/>
                  </a:schemeClr>
                </a:solidFill>
                <a:latin typeface="+mn-lt"/>
                <a:cs typeface="+mn-lt"/>
              </a:rPr>
              <a:t>dẫn</a:t>
            </a:r>
            <a:r>
              <a:rPr lang="en-US" altLang="en-GB" sz="1400" b="1" i="1" dirty="0">
                <a:solidFill>
                  <a:schemeClr val="bg1">
                    <a:lumMod val="50000"/>
                  </a:schemeClr>
                </a:solidFill>
                <a:latin typeface="+mn-lt"/>
                <a:cs typeface="+mn-lt"/>
              </a:rPr>
              <a:t>:</a:t>
            </a:r>
            <a:r>
              <a:rPr lang="en-US" altLang="en-GB" sz="1400" b="1" dirty="0">
                <a:solidFill>
                  <a:schemeClr val="bg1">
                    <a:lumMod val="50000"/>
                  </a:schemeClr>
                </a:solidFill>
                <a:latin typeface="+mn-lt"/>
                <a:cs typeface="+mn-lt"/>
              </a:rPr>
              <a:t>	</a:t>
            </a:r>
            <a:r>
              <a:rPr lang="en-US" altLang="en-GB" sz="1400" b="1" i="1" dirty="0" err="1">
                <a:solidFill>
                  <a:schemeClr val="bg1">
                    <a:lumMod val="50000"/>
                  </a:schemeClr>
                </a:solidFill>
                <a:latin typeface="+mn-lt"/>
                <a:cs typeface="+mn-lt"/>
              </a:rPr>
              <a:t>ThS</a:t>
            </a:r>
            <a:r>
              <a:rPr lang="en-US" altLang="en-GB" sz="1400" b="1" i="1" dirty="0">
                <a:solidFill>
                  <a:schemeClr val="bg1">
                    <a:lumMod val="50000"/>
                  </a:schemeClr>
                </a:solidFill>
                <a:latin typeface="+mn-lt"/>
                <a:cs typeface="+mn-lt"/>
              </a:rPr>
              <a:t>. </a:t>
            </a:r>
            <a:r>
              <a:rPr lang="en-US" altLang="en-GB" sz="1400" b="1" i="1" dirty="0" err="1">
                <a:solidFill>
                  <a:schemeClr val="bg1">
                    <a:lumMod val="50000"/>
                  </a:schemeClr>
                </a:solidFill>
                <a:latin typeface="+mn-lt"/>
                <a:cs typeface="+mn-lt"/>
              </a:rPr>
              <a:t>Nguyễn</a:t>
            </a:r>
            <a:r>
              <a:rPr lang="en-US" altLang="en-GB" sz="1400" b="1" i="1" dirty="0">
                <a:solidFill>
                  <a:schemeClr val="bg1">
                    <a:lumMod val="50000"/>
                  </a:schemeClr>
                </a:solidFill>
                <a:latin typeface="+mn-lt"/>
                <a:cs typeface="+mn-lt"/>
              </a:rPr>
              <a:t> Thanh </a:t>
            </a:r>
            <a:r>
              <a:rPr lang="en-US" altLang="en-GB" sz="1400" b="1" i="1" dirty="0" err="1">
                <a:solidFill>
                  <a:schemeClr val="bg1">
                    <a:lumMod val="50000"/>
                  </a:schemeClr>
                </a:solidFill>
                <a:latin typeface="+mn-lt"/>
                <a:cs typeface="+mn-lt"/>
              </a:rPr>
              <a:t>Sơn</a:t>
            </a:r>
            <a:r>
              <a:rPr lang="en-US" altLang="en-GB" sz="1400" b="1" i="1" dirty="0">
                <a:solidFill>
                  <a:schemeClr val="bg1">
                    <a:lumMod val="50000"/>
                  </a:schemeClr>
                </a:solidFill>
                <a:latin typeface="+mn-lt"/>
                <a:cs typeface="+mn-lt"/>
              </a:rPr>
              <a:t> </a:t>
            </a:r>
          </a:p>
          <a:p>
            <a:pPr marL="0" lvl="0" indent="0" algn="just" rtl="0">
              <a:spcBef>
                <a:spcPts val="0"/>
              </a:spcBef>
              <a:spcAft>
                <a:spcPts val="0"/>
              </a:spcAft>
              <a:buNone/>
            </a:pPr>
            <a:r>
              <a:rPr lang="en-US" altLang="en-GB" sz="1400" b="1" i="1" dirty="0">
                <a:solidFill>
                  <a:schemeClr val="bg1">
                    <a:lumMod val="50000"/>
                  </a:schemeClr>
                </a:solidFill>
                <a:latin typeface="+mn-lt"/>
                <a:cs typeface="+mn-lt"/>
              </a:rPr>
              <a:t> Sinh </a:t>
            </a:r>
            <a:r>
              <a:rPr lang="en-US" altLang="en-GB" sz="1400" b="1" i="1" dirty="0" err="1">
                <a:solidFill>
                  <a:schemeClr val="bg1">
                    <a:lumMod val="50000"/>
                  </a:schemeClr>
                </a:solidFill>
                <a:latin typeface="+mn-lt"/>
                <a:cs typeface="+mn-lt"/>
              </a:rPr>
              <a:t>viên</a:t>
            </a:r>
            <a:r>
              <a:rPr lang="en-US" altLang="en-GB" sz="1400" b="1" i="1" dirty="0">
                <a:solidFill>
                  <a:schemeClr val="bg1">
                    <a:lumMod val="50000"/>
                  </a:schemeClr>
                </a:solidFill>
                <a:latin typeface="+mn-lt"/>
                <a:cs typeface="+mn-lt"/>
              </a:rPr>
              <a:t> </a:t>
            </a:r>
            <a:r>
              <a:rPr lang="en-US" altLang="en-GB" sz="1400" b="1" i="1" dirty="0" err="1">
                <a:solidFill>
                  <a:schemeClr val="bg1">
                    <a:lumMod val="50000"/>
                  </a:schemeClr>
                </a:solidFill>
                <a:latin typeface="+mn-lt"/>
                <a:cs typeface="+mn-lt"/>
              </a:rPr>
              <a:t>thực</a:t>
            </a:r>
            <a:r>
              <a:rPr lang="en-US" altLang="en-GB" sz="1400" b="1" i="1" dirty="0">
                <a:solidFill>
                  <a:schemeClr val="bg1">
                    <a:lumMod val="50000"/>
                  </a:schemeClr>
                </a:solidFill>
                <a:latin typeface="+mn-lt"/>
                <a:cs typeface="+mn-lt"/>
              </a:rPr>
              <a:t> </a:t>
            </a:r>
            <a:r>
              <a:rPr lang="en-US" altLang="en-GB" sz="1400" b="1" i="1" dirty="0" err="1">
                <a:solidFill>
                  <a:schemeClr val="bg1">
                    <a:lumMod val="50000"/>
                  </a:schemeClr>
                </a:solidFill>
                <a:latin typeface="+mn-lt"/>
                <a:cs typeface="+mn-lt"/>
              </a:rPr>
              <a:t>hiện</a:t>
            </a:r>
            <a:r>
              <a:rPr lang="en-US" altLang="en-GB" sz="1400" b="1" i="1" dirty="0">
                <a:solidFill>
                  <a:schemeClr val="bg1">
                    <a:lumMod val="50000"/>
                  </a:schemeClr>
                </a:solidFill>
                <a:latin typeface="+mn-lt"/>
                <a:cs typeface="+mn-lt"/>
              </a:rPr>
              <a:t>:</a:t>
            </a:r>
            <a:r>
              <a:rPr lang="en-US" altLang="en-GB" sz="1400" b="1" dirty="0">
                <a:solidFill>
                  <a:schemeClr val="bg1">
                    <a:lumMod val="50000"/>
                  </a:schemeClr>
                </a:solidFill>
                <a:latin typeface="+mn-lt"/>
                <a:cs typeface="+mn-lt"/>
              </a:rPr>
              <a:t>		</a:t>
            </a:r>
            <a:r>
              <a:rPr lang="en-US" altLang="en-GB" sz="1400" b="1" i="1" dirty="0" err="1">
                <a:solidFill>
                  <a:schemeClr val="bg1">
                    <a:lumMod val="50000"/>
                  </a:schemeClr>
                </a:solidFill>
                <a:latin typeface="+mn-lt"/>
                <a:cs typeface="+mn-lt"/>
              </a:rPr>
              <a:t>Hồ</a:t>
            </a:r>
            <a:r>
              <a:rPr lang="en-US" altLang="en-GB" sz="1400" b="1" i="1" dirty="0">
                <a:solidFill>
                  <a:schemeClr val="bg1">
                    <a:lumMod val="50000"/>
                  </a:schemeClr>
                </a:solidFill>
                <a:latin typeface="+mn-lt"/>
                <a:cs typeface="+mn-lt"/>
              </a:rPr>
              <a:t> </a:t>
            </a:r>
            <a:r>
              <a:rPr lang="en-US" altLang="en-GB" sz="1400" b="1" i="1" dirty="0" err="1">
                <a:solidFill>
                  <a:schemeClr val="bg1">
                    <a:lumMod val="50000"/>
                  </a:schemeClr>
                </a:solidFill>
                <a:latin typeface="+mn-lt"/>
                <a:cs typeface="+mn-lt"/>
              </a:rPr>
              <a:t>Tuyết</a:t>
            </a:r>
            <a:r>
              <a:rPr lang="en-US" altLang="en-GB" sz="1400" b="1" i="1" dirty="0">
                <a:solidFill>
                  <a:schemeClr val="bg1">
                    <a:lumMod val="50000"/>
                  </a:schemeClr>
                </a:solidFill>
                <a:latin typeface="+mn-lt"/>
                <a:cs typeface="+mn-lt"/>
              </a:rPr>
              <a:t> Nhi</a:t>
            </a:r>
            <a:endParaRPr lang="en-US" altLang="en-GB" sz="1400" b="1" dirty="0">
              <a:solidFill>
                <a:schemeClr val="bg1">
                  <a:lumMod val="50000"/>
                </a:schemeClr>
              </a:solidFill>
              <a:latin typeface="+mn-lt"/>
              <a:cs typeface="+mn-lt"/>
            </a:endParaRPr>
          </a:p>
          <a:p>
            <a:pPr marL="0" lvl="0" indent="0" algn="just" rtl="0">
              <a:spcBef>
                <a:spcPts val="0"/>
              </a:spcBef>
              <a:spcAft>
                <a:spcPts val="0"/>
              </a:spcAft>
              <a:buNone/>
            </a:pPr>
            <a:r>
              <a:rPr lang="en-US" altLang="en-GB" sz="1400" b="1" i="1" dirty="0" err="1">
                <a:solidFill>
                  <a:schemeClr val="bg1">
                    <a:lumMod val="50000"/>
                  </a:schemeClr>
                </a:solidFill>
                <a:latin typeface="+mn-lt"/>
                <a:cs typeface="+mn-lt"/>
              </a:rPr>
              <a:t>Mã</a:t>
            </a:r>
            <a:r>
              <a:rPr lang="en-US" altLang="en-GB" sz="1400" b="1" i="1" dirty="0">
                <a:solidFill>
                  <a:schemeClr val="bg1">
                    <a:lumMod val="50000"/>
                  </a:schemeClr>
                </a:solidFill>
                <a:latin typeface="+mn-lt"/>
                <a:cs typeface="+mn-lt"/>
              </a:rPr>
              <a:t> </a:t>
            </a:r>
            <a:r>
              <a:rPr lang="en-US" altLang="en-GB" sz="1400" b="1" i="1" dirty="0" err="1">
                <a:solidFill>
                  <a:schemeClr val="bg1">
                    <a:lumMod val="50000"/>
                  </a:schemeClr>
                </a:solidFill>
                <a:latin typeface="+mn-lt"/>
                <a:cs typeface="+mn-lt"/>
              </a:rPr>
              <a:t>số</a:t>
            </a:r>
            <a:r>
              <a:rPr lang="en-US" altLang="en-GB" sz="1400" b="1" i="1" dirty="0">
                <a:solidFill>
                  <a:schemeClr val="bg1">
                    <a:lumMod val="50000"/>
                  </a:schemeClr>
                </a:solidFill>
                <a:latin typeface="+mn-lt"/>
                <a:cs typeface="+mn-lt"/>
              </a:rPr>
              <a:t> </a:t>
            </a:r>
            <a:r>
              <a:rPr lang="en-US" altLang="en-GB" sz="1400" b="1" i="1" dirty="0" err="1">
                <a:solidFill>
                  <a:schemeClr val="bg1">
                    <a:lumMod val="50000"/>
                  </a:schemeClr>
                </a:solidFill>
                <a:latin typeface="+mn-lt"/>
                <a:cs typeface="+mn-lt"/>
              </a:rPr>
              <a:t>sinh</a:t>
            </a:r>
            <a:r>
              <a:rPr lang="en-US" altLang="en-GB" sz="1400" b="1" i="1" dirty="0">
                <a:solidFill>
                  <a:schemeClr val="bg1">
                    <a:lumMod val="50000"/>
                  </a:schemeClr>
                </a:solidFill>
                <a:latin typeface="+mn-lt"/>
                <a:cs typeface="+mn-lt"/>
              </a:rPr>
              <a:t> </a:t>
            </a:r>
            <a:r>
              <a:rPr lang="en-US" altLang="en-GB" sz="1400" b="1" i="1" dirty="0" err="1">
                <a:solidFill>
                  <a:schemeClr val="bg1">
                    <a:lumMod val="50000"/>
                  </a:schemeClr>
                </a:solidFill>
                <a:latin typeface="+mn-lt"/>
                <a:cs typeface="+mn-lt"/>
              </a:rPr>
              <a:t>viên</a:t>
            </a:r>
            <a:r>
              <a:rPr lang="en-US" altLang="en-GB" sz="1400" b="1" i="1" dirty="0">
                <a:solidFill>
                  <a:schemeClr val="bg1">
                    <a:lumMod val="50000"/>
                  </a:schemeClr>
                </a:solidFill>
                <a:latin typeface="+mn-lt"/>
                <a:cs typeface="+mn-lt"/>
              </a:rPr>
              <a:t>: </a:t>
            </a:r>
            <a:r>
              <a:rPr lang="en-US" altLang="en-GB" sz="1400" b="1" dirty="0">
                <a:solidFill>
                  <a:schemeClr val="bg1">
                    <a:lumMod val="50000"/>
                  </a:schemeClr>
                </a:solidFill>
                <a:latin typeface="+mn-lt"/>
                <a:cs typeface="+mn-lt"/>
              </a:rPr>
              <a:t>		</a:t>
            </a:r>
            <a:r>
              <a:rPr lang="en-US" altLang="en-GB" sz="1400" b="1" i="1" dirty="0">
                <a:solidFill>
                  <a:schemeClr val="bg1">
                    <a:lumMod val="50000"/>
                  </a:schemeClr>
                </a:solidFill>
                <a:latin typeface="+mn-lt"/>
                <a:cs typeface="+mn-lt"/>
              </a:rPr>
              <a:t>190501005</a:t>
            </a:r>
          </a:p>
        </p:txBody>
      </p:sp>
      <p:cxnSp>
        <p:nvCxnSpPr>
          <p:cNvPr id="10551" name="Google Shape;10551;p61"/>
          <p:cNvCxnSpPr/>
          <p:nvPr/>
        </p:nvCxnSpPr>
        <p:spPr>
          <a:xfrm rot="16200000" flipV="1">
            <a:off x="7883700" y="2385302"/>
            <a:ext cx="248208" cy="212818"/>
          </a:xfrm>
          <a:prstGeom prst="bentConnector3">
            <a:avLst>
              <a:gd name="adj1" fmla="val 49904"/>
            </a:avLst>
          </a:prstGeom>
          <a:ln>
            <a:headEnd type="none" w="med" len="med"/>
            <a:tailEnd type="none" w="med" len="med"/>
          </a:ln>
        </p:spPr>
        <p:style>
          <a:lnRef idx="1">
            <a:schemeClr val="accent5"/>
          </a:lnRef>
          <a:fillRef idx="0">
            <a:schemeClr val="accent5"/>
          </a:fillRef>
          <a:effectRef idx="0">
            <a:schemeClr val="accent5"/>
          </a:effectRef>
          <a:fontRef idx="minor">
            <a:schemeClr val="tx1"/>
          </a:fontRef>
        </p:style>
      </p:cxnSp>
      <p:cxnSp>
        <p:nvCxnSpPr>
          <p:cNvPr id="10552" name="Google Shape;10552;p61"/>
          <p:cNvCxnSpPr/>
          <p:nvPr/>
        </p:nvCxnSpPr>
        <p:spPr>
          <a:xfrm rot="16200000">
            <a:off x="8541761" y="2375737"/>
            <a:ext cx="270685" cy="232426"/>
          </a:xfrm>
          <a:prstGeom prst="bentConnector3">
            <a:avLst>
              <a:gd name="adj1" fmla="val 49823"/>
            </a:avLst>
          </a:prstGeom>
          <a:ln>
            <a:headEnd type="none" w="med" len="med"/>
            <a:tailEnd type="none" w="med" len="med"/>
          </a:ln>
        </p:spPr>
        <p:style>
          <a:lnRef idx="1">
            <a:schemeClr val="accent5"/>
          </a:lnRef>
          <a:fillRef idx="0">
            <a:schemeClr val="accent5"/>
          </a:fillRef>
          <a:effectRef idx="0">
            <a:schemeClr val="accent5"/>
          </a:effectRef>
          <a:fontRef idx="minor">
            <a:schemeClr val="tx1"/>
          </a:fontRef>
        </p:style>
      </p:cxnSp>
      <p:cxnSp>
        <p:nvCxnSpPr>
          <p:cNvPr id="10553" name="Google Shape;10553;p61"/>
          <p:cNvCxnSpPr/>
          <p:nvPr/>
        </p:nvCxnSpPr>
        <p:spPr>
          <a:xfrm rot="5400000">
            <a:off x="7877961" y="2945323"/>
            <a:ext cx="250599" cy="223339"/>
          </a:xfrm>
          <a:prstGeom prst="bentConnector3">
            <a:avLst>
              <a:gd name="adj1" fmla="val 50095"/>
            </a:avLst>
          </a:prstGeom>
          <a:ln>
            <a:headEnd type="none" w="med" len="med"/>
            <a:tailEnd type="none" w="med" len="med"/>
          </a:ln>
        </p:spPr>
        <p:style>
          <a:lnRef idx="1">
            <a:schemeClr val="accent5"/>
          </a:lnRef>
          <a:fillRef idx="0">
            <a:schemeClr val="accent5"/>
          </a:fillRef>
          <a:effectRef idx="0">
            <a:schemeClr val="accent5"/>
          </a:effectRef>
          <a:fontRef idx="minor">
            <a:schemeClr val="tx1"/>
          </a:fontRef>
        </p:style>
      </p:cxnSp>
      <p:cxnSp>
        <p:nvCxnSpPr>
          <p:cNvPr id="10554" name="Google Shape;10554;p61"/>
          <p:cNvCxnSpPr/>
          <p:nvPr/>
        </p:nvCxnSpPr>
        <p:spPr>
          <a:xfrm rot="5400000" flipV="1">
            <a:off x="8542717" y="2950584"/>
            <a:ext cx="261120" cy="224296"/>
          </a:xfrm>
          <a:prstGeom prst="bentConnector3">
            <a:avLst>
              <a:gd name="adj1" fmla="val 50092"/>
            </a:avLst>
          </a:prstGeom>
          <a:ln>
            <a:headEnd type="none" w="med" len="med"/>
            <a:tailEnd type="none" w="med" len="med"/>
          </a:ln>
        </p:spPr>
        <p:style>
          <a:lnRef idx="1">
            <a:schemeClr val="accent5"/>
          </a:lnRef>
          <a:fillRef idx="0">
            <a:schemeClr val="accent5"/>
          </a:fillRef>
          <a:effectRef idx="0">
            <a:schemeClr val="accent5"/>
          </a:effectRef>
          <a:fontRef idx="minor">
            <a:schemeClr val="tx1"/>
          </a:fontRef>
        </p:style>
      </p:cxnSp>
      <p:cxnSp>
        <p:nvCxnSpPr>
          <p:cNvPr id="10555" name="Google Shape;10555;p61"/>
          <p:cNvCxnSpPr/>
          <p:nvPr/>
        </p:nvCxnSpPr>
        <p:spPr>
          <a:xfrm flipH="1">
            <a:off x="7752183" y="2762156"/>
            <a:ext cx="323292" cy="0"/>
          </a:xfrm>
          <a:prstGeom prst="straightConnector1">
            <a:avLst/>
          </a:prstGeom>
          <a:ln>
            <a:headEnd type="none" w="med" len="med"/>
            <a:tailEnd type="none" w="med" len="med"/>
          </a:ln>
        </p:spPr>
        <p:style>
          <a:lnRef idx="1">
            <a:schemeClr val="accent5"/>
          </a:lnRef>
          <a:fillRef idx="0">
            <a:schemeClr val="accent5"/>
          </a:fillRef>
          <a:effectRef idx="0">
            <a:schemeClr val="accent5"/>
          </a:effectRef>
          <a:fontRef idx="minor">
            <a:schemeClr val="tx1"/>
          </a:fontRef>
        </p:style>
      </p:cxnSp>
      <p:cxnSp>
        <p:nvCxnSpPr>
          <p:cNvPr id="10556" name="Google Shape;10556;p61"/>
          <p:cNvCxnSpPr/>
          <p:nvPr/>
        </p:nvCxnSpPr>
        <p:spPr>
          <a:xfrm flipH="1">
            <a:off x="8599628" y="2762156"/>
            <a:ext cx="300336" cy="0"/>
          </a:xfrm>
          <a:prstGeom prst="straightConnector1">
            <a:avLst/>
          </a:prstGeom>
          <a:ln>
            <a:headEnd type="none" w="med" len="med"/>
            <a:tailEnd type="none" w="med" len="med"/>
          </a:ln>
        </p:spPr>
        <p:style>
          <a:lnRef idx="1">
            <a:schemeClr val="accent5"/>
          </a:lnRef>
          <a:fillRef idx="0">
            <a:schemeClr val="accent5"/>
          </a:fillRef>
          <a:effectRef idx="0">
            <a:schemeClr val="accent5"/>
          </a:effectRef>
          <a:fontRef idx="minor">
            <a:schemeClr val="tx1"/>
          </a:fontRef>
        </p:style>
      </p:cxnSp>
      <p:grpSp>
        <p:nvGrpSpPr>
          <p:cNvPr id="10558" name="Google Shape;10558;p61"/>
          <p:cNvGrpSpPr/>
          <p:nvPr/>
        </p:nvGrpSpPr>
        <p:grpSpPr>
          <a:xfrm>
            <a:off x="8098430" y="2483341"/>
            <a:ext cx="235295" cy="503111"/>
            <a:chOff x="9405575" y="2061418"/>
            <a:chExt cx="291605" cy="623846"/>
          </a:xfrm>
        </p:grpSpPr>
        <p:sp>
          <p:nvSpPr>
            <p:cNvPr id="10559" name="Google Shape;10559;p61"/>
            <p:cNvSpPr/>
            <p:nvPr/>
          </p:nvSpPr>
          <p:spPr>
            <a:xfrm>
              <a:off x="9405575" y="2061418"/>
              <a:ext cx="291379" cy="623846"/>
            </a:xfrm>
            <a:custGeom>
              <a:avLst/>
              <a:gdLst/>
              <a:ahLst/>
              <a:cxnLst/>
              <a:rect l="l" t="t" r="r" b="b"/>
              <a:pathLst>
                <a:path w="21253" h="45503" extrusionOk="0">
                  <a:moveTo>
                    <a:pt x="17225" y="1059"/>
                  </a:moveTo>
                  <a:cubicBezTo>
                    <a:pt x="20066" y="1059"/>
                    <a:pt x="20192" y="4831"/>
                    <a:pt x="20195" y="4980"/>
                  </a:cubicBezTo>
                  <a:lnTo>
                    <a:pt x="20195" y="42658"/>
                  </a:lnTo>
                  <a:cubicBezTo>
                    <a:pt x="19755" y="43076"/>
                    <a:pt x="18011" y="44441"/>
                    <a:pt x="14035" y="44441"/>
                  </a:cubicBezTo>
                  <a:cubicBezTo>
                    <a:pt x="9143" y="44441"/>
                    <a:pt x="6607" y="41481"/>
                    <a:pt x="6264" y="38549"/>
                  </a:cubicBezTo>
                  <a:cubicBezTo>
                    <a:pt x="6238" y="38342"/>
                    <a:pt x="6089" y="38168"/>
                    <a:pt x="5889" y="38106"/>
                  </a:cubicBezTo>
                  <a:cubicBezTo>
                    <a:pt x="5769" y="38071"/>
                    <a:pt x="2987" y="37194"/>
                    <a:pt x="3045" y="34127"/>
                  </a:cubicBezTo>
                  <a:cubicBezTo>
                    <a:pt x="3067" y="32998"/>
                    <a:pt x="3194" y="32212"/>
                    <a:pt x="3449" y="31665"/>
                  </a:cubicBezTo>
                  <a:cubicBezTo>
                    <a:pt x="3449" y="31665"/>
                    <a:pt x="3682" y="31319"/>
                    <a:pt x="3685" y="31277"/>
                  </a:cubicBezTo>
                  <a:cubicBezTo>
                    <a:pt x="3740" y="31205"/>
                    <a:pt x="3799" y="31141"/>
                    <a:pt x="3863" y="31082"/>
                  </a:cubicBezTo>
                  <a:cubicBezTo>
                    <a:pt x="4404" y="30567"/>
                    <a:pt x="5365" y="30335"/>
                    <a:pt x="7020" y="30335"/>
                  </a:cubicBezTo>
                  <a:cubicBezTo>
                    <a:pt x="7247" y="30335"/>
                    <a:pt x="7486" y="30339"/>
                    <a:pt x="7739" y="30348"/>
                  </a:cubicBezTo>
                  <a:cubicBezTo>
                    <a:pt x="8968" y="30388"/>
                    <a:pt x="10320" y="30407"/>
                    <a:pt x="11768" y="30407"/>
                  </a:cubicBezTo>
                  <a:cubicBezTo>
                    <a:pt x="11975" y="30407"/>
                    <a:pt x="12184" y="30407"/>
                    <a:pt x="12395" y="30406"/>
                  </a:cubicBezTo>
                  <a:lnTo>
                    <a:pt x="12408" y="30406"/>
                  </a:lnTo>
                  <a:cubicBezTo>
                    <a:pt x="12410" y="30406"/>
                    <a:pt x="12412" y="30406"/>
                    <a:pt x="12414" y="30406"/>
                  </a:cubicBezTo>
                  <a:cubicBezTo>
                    <a:pt x="14155" y="30406"/>
                    <a:pt x="15565" y="31819"/>
                    <a:pt x="15565" y="33561"/>
                  </a:cubicBezTo>
                  <a:lnTo>
                    <a:pt x="15565" y="35495"/>
                  </a:lnTo>
                  <a:cubicBezTo>
                    <a:pt x="15559" y="35793"/>
                    <a:pt x="15798" y="36039"/>
                    <a:pt x="16096" y="36039"/>
                  </a:cubicBezTo>
                  <a:cubicBezTo>
                    <a:pt x="16394" y="36039"/>
                    <a:pt x="16636" y="35793"/>
                    <a:pt x="16627" y="35495"/>
                  </a:cubicBezTo>
                  <a:lnTo>
                    <a:pt x="16627" y="33561"/>
                  </a:lnTo>
                  <a:cubicBezTo>
                    <a:pt x="16627" y="31233"/>
                    <a:pt x="14740" y="29345"/>
                    <a:pt x="12414" y="29345"/>
                  </a:cubicBezTo>
                  <a:cubicBezTo>
                    <a:pt x="12412" y="29345"/>
                    <a:pt x="12410" y="29345"/>
                    <a:pt x="12408" y="29345"/>
                  </a:cubicBezTo>
                  <a:lnTo>
                    <a:pt x="12392" y="29345"/>
                  </a:lnTo>
                  <a:cubicBezTo>
                    <a:pt x="12202" y="29346"/>
                    <a:pt x="12014" y="29346"/>
                    <a:pt x="11828" y="29346"/>
                  </a:cubicBezTo>
                  <a:cubicBezTo>
                    <a:pt x="10369" y="29346"/>
                    <a:pt x="9008" y="29324"/>
                    <a:pt x="7772" y="29287"/>
                  </a:cubicBezTo>
                  <a:cubicBezTo>
                    <a:pt x="7513" y="29278"/>
                    <a:pt x="7267" y="29274"/>
                    <a:pt x="7033" y="29274"/>
                  </a:cubicBezTo>
                  <a:cubicBezTo>
                    <a:pt x="5050" y="29274"/>
                    <a:pt x="3893" y="29586"/>
                    <a:pt x="3135" y="30309"/>
                  </a:cubicBezTo>
                  <a:cubicBezTo>
                    <a:pt x="3058" y="30380"/>
                    <a:pt x="2987" y="30458"/>
                    <a:pt x="2922" y="30536"/>
                  </a:cubicBezTo>
                  <a:cubicBezTo>
                    <a:pt x="1045" y="29510"/>
                    <a:pt x="1084" y="26828"/>
                    <a:pt x="1084" y="26799"/>
                  </a:cubicBezTo>
                  <a:lnTo>
                    <a:pt x="1084" y="26786"/>
                  </a:lnTo>
                  <a:lnTo>
                    <a:pt x="1084" y="21470"/>
                  </a:lnTo>
                  <a:cubicBezTo>
                    <a:pt x="1084" y="19979"/>
                    <a:pt x="1450" y="18885"/>
                    <a:pt x="2168" y="18212"/>
                  </a:cubicBezTo>
                  <a:cubicBezTo>
                    <a:pt x="2905" y="17528"/>
                    <a:pt x="3830" y="17480"/>
                    <a:pt x="4078" y="17480"/>
                  </a:cubicBezTo>
                  <a:cubicBezTo>
                    <a:pt x="4118" y="17480"/>
                    <a:pt x="4141" y="17481"/>
                    <a:pt x="4142" y="17481"/>
                  </a:cubicBezTo>
                  <a:cubicBezTo>
                    <a:pt x="4157" y="17483"/>
                    <a:pt x="4172" y="17483"/>
                    <a:pt x="4186" y="17483"/>
                  </a:cubicBezTo>
                  <a:cubicBezTo>
                    <a:pt x="4474" y="17483"/>
                    <a:pt x="4714" y="17249"/>
                    <a:pt x="4714" y="16954"/>
                  </a:cubicBezTo>
                  <a:lnTo>
                    <a:pt x="4714" y="12072"/>
                  </a:lnTo>
                  <a:cubicBezTo>
                    <a:pt x="4714" y="11082"/>
                    <a:pt x="4986" y="10325"/>
                    <a:pt x="5523" y="9820"/>
                  </a:cubicBezTo>
                  <a:cubicBezTo>
                    <a:pt x="6270" y="9115"/>
                    <a:pt x="7348" y="9065"/>
                    <a:pt x="7647" y="9065"/>
                  </a:cubicBezTo>
                  <a:cubicBezTo>
                    <a:pt x="7696" y="9065"/>
                    <a:pt x="7724" y="9066"/>
                    <a:pt x="7726" y="9066"/>
                  </a:cubicBezTo>
                  <a:cubicBezTo>
                    <a:pt x="7739" y="9067"/>
                    <a:pt x="7751" y="9067"/>
                    <a:pt x="7763" y="9067"/>
                  </a:cubicBezTo>
                  <a:cubicBezTo>
                    <a:pt x="8253" y="9067"/>
                    <a:pt x="8483" y="8447"/>
                    <a:pt x="8095" y="8128"/>
                  </a:cubicBezTo>
                  <a:cubicBezTo>
                    <a:pt x="7911" y="7976"/>
                    <a:pt x="7749" y="7749"/>
                    <a:pt x="7937" y="7216"/>
                  </a:cubicBezTo>
                  <a:cubicBezTo>
                    <a:pt x="8312" y="6167"/>
                    <a:pt x="9878" y="4614"/>
                    <a:pt x="11929" y="3269"/>
                  </a:cubicBezTo>
                  <a:cubicBezTo>
                    <a:pt x="13967" y="1926"/>
                    <a:pt x="16044" y="1059"/>
                    <a:pt x="17225" y="1059"/>
                  </a:cubicBezTo>
                  <a:close/>
                  <a:moveTo>
                    <a:pt x="17222" y="1"/>
                  </a:moveTo>
                  <a:cubicBezTo>
                    <a:pt x="14145" y="1"/>
                    <a:pt x="7898" y="4168"/>
                    <a:pt x="6937" y="6863"/>
                  </a:cubicBezTo>
                  <a:cubicBezTo>
                    <a:pt x="6782" y="7300"/>
                    <a:pt x="6752" y="7711"/>
                    <a:pt x="6846" y="8076"/>
                  </a:cubicBezTo>
                  <a:cubicBezTo>
                    <a:pt x="6241" y="8180"/>
                    <a:pt x="5452" y="8435"/>
                    <a:pt x="4805" y="9040"/>
                  </a:cubicBezTo>
                  <a:cubicBezTo>
                    <a:pt x="4041" y="9755"/>
                    <a:pt x="3656" y="10778"/>
                    <a:pt x="3656" y="12075"/>
                  </a:cubicBezTo>
                  <a:lnTo>
                    <a:pt x="3656" y="16446"/>
                  </a:lnTo>
                  <a:cubicBezTo>
                    <a:pt x="3093" y="16511"/>
                    <a:pt x="2220" y="16727"/>
                    <a:pt x="1460" y="17426"/>
                  </a:cubicBezTo>
                  <a:cubicBezTo>
                    <a:pt x="508" y="18303"/>
                    <a:pt x="23" y="19665"/>
                    <a:pt x="23" y="21470"/>
                  </a:cubicBezTo>
                  <a:lnTo>
                    <a:pt x="23" y="26779"/>
                  </a:lnTo>
                  <a:cubicBezTo>
                    <a:pt x="20" y="27006"/>
                    <a:pt x="0" y="30147"/>
                    <a:pt x="2388" y="31454"/>
                  </a:cubicBezTo>
                  <a:cubicBezTo>
                    <a:pt x="2136" y="32118"/>
                    <a:pt x="2006" y="32975"/>
                    <a:pt x="1984" y="34107"/>
                  </a:cubicBezTo>
                  <a:cubicBezTo>
                    <a:pt x="1922" y="37288"/>
                    <a:pt x="4352" y="38614"/>
                    <a:pt x="5254" y="38996"/>
                  </a:cubicBezTo>
                  <a:cubicBezTo>
                    <a:pt x="5533" y="40711"/>
                    <a:pt x="6429" y="42273"/>
                    <a:pt x="7797" y="43428"/>
                  </a:cubicBezTo>
                  <a:cubicBezTo>
                    <a:pt x="9405" y="44784"/>
                    <a:pt x="11560" y="45502"/>
                    <a:pt x="14035" y="45502"/>
                  </a:cubicBezTo>
                  <a:cubicBezTo>
                    <a:pt x="19270" y="45502"/>
                    <a:pt x="21065" y="43292"/>
                    <a:pt x="21140" y="43199"/>
                  </a:cubicBezTo>
                  <a:cubicBezTo>
                    <a:pt x="21214" y="43105"/>
                    <a:pt x="21253" y="42992"/>
                    <a:pt x="21253" y="42872"/>
                  </a:cubicBezTo>
                  <a:lnTo>
                    <a:pt x="21253" y="4967"/>
                  </a:lnTo>
                  <a:cubicBezTo>
                    <a:pt x="21217" y="3249"/>
                    <a:pt x="20328" y="1"/>
                    <a:pt x="17222"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0" name="Google Shape;10560;p61"/>
            <p:cNvSpPr/>
            <p:nvPr/>
          </p:nvSpPr>
          <p:spPr>
            <a:xfrm>
              <a:off x="9535402" y="2540968"/>
              <a:ext cx="161778" cy="68948"/>
            </a:xfrm>
            <a:custGeom>
              <a:avLst/>
              <a:gdLst/>
              <a:ahLst/>
              <a:cxnLst/>
              <a:rect l="l" t="t" r="r" b="b"/>
              <a:pathLst>
                <a:path w="11800" h="5029" extrusionOk="0">
                  <a:moveTo>
                    <a:pt x="11270" y="1"/>
                  </a:moveTo>
                  <a:cubicBezTo>
                    <a:pt x="11264" y="1"/>
                    <a:pt x="11258" y="1"/>
                    <a:pt x="11252" y="1"/>
                  </a:cubicBezTo>
                  <a:lnTo>
                    <a:pt x="4326" y="1"/>
                  </a:lnTo>
                  <a:cubicBezTo>
                    <a:pt x="1938" y="4"/>
                    <a:pt x="0" y="1939"/>
                    <a:pt x="0" y="4327"/>
                  </a:cubicBezTo>
                  <a:lnTo>
                    <a:pt x="0" y="4498"/>
                  </a:lnTo>
                  <a:cubicBezTo>
                    <a:pt x="0" y="4789"/>
                    <a:pt x="236" y="5029"/>
                    <a:pt x="527" y="5029"/>
                  </a:cubicBezTo>
                  <a:cubicBezTo>
                    <a:pt x="822" y="5029"/>
                    <a:pt x="1061" y="4789"/>
                    <a:pt x="1058" y="4498"/>
                  </a:cubicBezTo>
                  <a:lnTo>
                    <a:pt x="1058" y="4327"/>
                  </a:lnTo>
                  <a:cubicBezTo>
                    <a:pt x="1061" y="2524"/>
                    <a:pt x="2524" y="1062"/>
                    <a:pt x="4326" y="1062"/>
                  </a:cubicBezTo>
                  <a:lnTo>
                    <a:pt x="11252" y="1062"/>
                  </a:lnTo>
                  <a:cubicBezTo>
                    <a:pt x="11256" y="1062"/>
                    <a:pt x="11260" y="1062"/>
                    <a:pt x="11264" y="1062"/>
                  </a:cubicBezTo>
                  <a:cubicBezTo>
                    <a:pt x="11557" y="1062"/>
                    <a:pt x="11799" y="825"/>
                    <a:pt x="11799" y="532"/>
                  </a:cubicBezTo>
                  <a:cubicBezTo>
                    <a:pt x="11799" y="237"/>
                    <a:pt x="11560" y="1"/>
                    <a:pt x="11270"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1" name="Google Shape;10561;p61"/>
            <p:cNvSpPr/>
            <p:nvPr/>
          </p:nvSpPr>
          <p:spPr>
            <a:xfrm>
              <a:off x="9455875" y="2286606"/>
              <a:ext cx="137251" cy="112148"/>
            </a:xfrm>
            <a:custGeom>
              <a:avLst/>
              <a:gdLst/>
              <a:ahLst/>
              <a:cxnLst/>
              <a:rect l="l" t="t" r="r" b="b"/>
              <a:pathLst>
                <a:path w="10011" h="8180" extrusionOk="0">
                  <a:moveTo>
                    <a:pt x="515" y="1"/>
                  </a:moveTo>
                  <a:cubicBezTo>
                    <a:pt x="230" y="7"/>
                    <a:pt x="0" y="243"/>
                    <a:pt x="0" y="531"/>
                  </a:cubicBezTo>
                  <a:cubicBezTo>
                    <a:pt x="0" y="819"/>
                    <a:pt x="230" y="1052"/>
                    <a:pt x="515" y="1062"/>
                  </a:cubicBezTo>
                  <a:lnTo>
                    <a:pt x="4979" y="1062"/>
                  </a:lnTo>
                  <a:cubicBezTo>
                    <a:pt x="7173" y="1062"/>
                    <a:pt x="8946" y="2838"/>
                    <a:pt x="8949" y="5031"/>
                  </a:cubicBezTo>
                  <a:lnTo>
                    <a:pt x="8949" y="7649"/>
                  </a:lnTo>
                  <a:cubicBezTo>
                    <a:pt x="8949" y="7943"/>
                    <a:pt x="9188" y="8179"/>
                    <a:pt x="9480" y="8179"/>
                  </a:cubicBezTo>
                  <a:cubicBezTo>
                    <a:pt x="9771" y="8179"/>
                    <a:pt x="10010" y="7943"/>
                    <a:pt x="10010" y="7652"/>
                  </a:cubicBezTo>
                  <a:lnTo>
                    <a:pt x="10010" y="5031"/>
                  </a:lnTo>
                  <a:cubicBezTo>
                    <a:pt x="10007" y="2252"/>
                    <a:pt x="7758" y="4"/>
                    <a:pt x="4979"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2" name="Google Shape;10562;p61"/>
            <p:cNvSpPr/>
            <p:nvPr/>
          </p:nvSpPr>
          <p:spPr>
            <a:xfrm>
              <a:off x="9578545" y="2355317"/>
              <a:ext cx="116370" cy="14560"/>
            </a:xfrm>
            <a:custGeom>
              <a:avLst/>
              <a:gdLst/>
              <a:ahLst/>
              <a:cxnLst/>
              <a:rect l="l" t="t" r="r" b="b"/>
              <a:pathLst>
                <a:path w="8488" h="1062" extrusionOk="0">
                  <a:moveTo>
                    <a:pt x="519" y="0"/>
                  </a:moveTo>
                  <a:cubicBezTo>
                    <a:pt x="231" y="10"/>
                    <a:pt x="1" y="243"/>
                    <a:pt x="1" y="531"/>
                  </a:cubicBezTo>
                  <a:cubicBezTo>
                    <a:pt x="1" y="819"/>
                    <a:pt x="231" y="1051"/>
                    <a:pt x="519" y="1061"/>
                  </a:cubicBezTo>
                  <a:lnTo>
                    <a:pt x="7973" y="1061"/>
                  </a:lnTo>
                  <a:cubicBezTo>
                    <a:pt x="8261" y="1051"/>
                    <a:pt x="8487" y="819"/>
                    <a:pt x="8487" y="531"/>
                  </a:cubicBezTo>
                  <a:cubicBezTo>
                    <a:pt x="8487" y="243"/>
                    <a:pt x="8261" y="10"/>
                    <a:pt x="7973"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3" name="Google Shape;10563;p61"/>
            <p:cNvSpPr/>
            <p:nvPr/>
          </p:nvSpPr>
          <p:spPr>
            <a:xfrm>
              <a:off x="9533620" y="2389824"/>
              <a:ext cx="104429" cy="58240"/>
            </a:xfrm>
            <a:custGeom>
              <a:avLst/>
              <a:gdLst/>
              <a:ahLst/>
              <a:cxnLst/>
              <a:rect l="l" t="t" r="r" b="b"/>
              <a:pathLst>
                <a:path w="7617" h="4248" extrusionOk="0">
                  <a:moveTo>
                    <a:pt x="2890" y="0"/>
                  </a:moveTo>
                  <a:cubicBezTo>
                    <a:pt x="1295" y="0"/>
                    <a:pt x="4" y="1294"/>
                    <a:pt x="1" y="2889"/>
                  </a:cubicBezTo>
                  <a:lnTo>
                    <a:pt x="1" y="3439"/>
                  </a:lnTo>
                  <a:cubicBezTo>
                    <a:pt x="10" y="3724"/>
                    <a:pt x="243" y="3954"/>
                    <a:pt x="531" y="3954"/>
                  </a:cubicBezTo>
                  <a:cubicBezTo>
                    <a:pt x="819" y="3954"/>
                    <a:pt x="1055" y="3724"/>
                    <a:pt x="1062" y="3439"/>
                  </a:cubicBezTo>
                  <a:lnTo>
                    <a:pt x="1062" y="2889"/>
                  </a:lnTo>
                  <a:cubicBezTo>
                    <a:pt x="1062" y="1880"/>
                    <a:pt x="1880" y="1061"/>
                    <a:pt x="2890" y="1058"/>
                  </a:cubicBezTo>
                  <a:lnTo>
                    <a:pt x="4669" y="1058"/>
                  </a:lnTo>
                  <a:cubicBezTo>
                    <a:pt x="5711" y="1061"/>
                    <a:pt x="6555" y="1902"/>
                    <a:pt x="6555" y="2944"/>
                  </a:cubicBezTo>
                  <a:lnTo>
                    <a:pt x="6555" y="3717"/>
                  </a:lnTo>
                  <a:cubicBezTo>
                    <a:pt x="6555" y="4012"/>
                    <a:pt x="6795" y="4248"/>
                    <a:pt x="7086" y="4248"/>
                  </a:cubicBezTo>
                  <a:cubicBezTo>
                    <a:pt x="7380" y="4248"/>
                    <a:pt x="7617" y="4012"/>
                    <a:pt x="7617" y="3717"/>
                  </a:cubicBezTo>
                  <a:lnTo>
                    <a:pt x="7617" y="2944"/>
                  </a:lnTo>
                  <a:cubicBezTo>
                    <a:pt x="7613" y="1320"/>
                    <a:pt x="6297" y="0"/>
                    <a:pt x="4669"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4" name="Google Shape;10564;p61"/>
            <p:cNvSpPr/>
            <p:nvPr/>
          </p:nvSpPr>
          <p:spPr>
            <a:xfrm>
              <a:off x="9504885" y="2171202"/>
              <a:ext cx="97684" cy="14519"/>
            </a:xfrm>
            <a:custGeom>
              <a:avLst/>
              <a:gdLst/>
              <a:ahLst/>
              <a:cxnLst/>
              <a:rect l="l" t="t" r="r" b="b"/>
              <a:pathLst>
                <a:path w="7125" h="1059" extrusionOk="0">
                  <a:moveTo>
                    <a:pt x="6598" y="0"/>
                  </a:moveTo>
                  <a:cubicBezTo>
                    <a:pt x="6592" y="0"/>
                    <a:pt x="6587" y="0"/>
                    <a:pt x="6581" y="0"/>
                  </a:cubicBezTo>
                  <a:lnTo>
                    <a:pt x="515" y="0"/>
                  </a:lnTo>
                  <a:cubicBezTo>
                    <a:pt x="227" y="7"/>
                    <a:pt x="0" y="243"/>
                    <a:pt x="0" y="528"/>
                  </a:cubicBezTo>
                  <a:cubicBezTo>
                    <a:pt x="0" y="816"/>
                    <a:pt x="227" y="1052"/>
                    <a:pt x="515" y="1058"/>
                  </a:cubicBezTo>
                  <a:lnTo>
                    <a:pt x="6581" y="1058"/>
                  </a:lnTo>
                  <a:cubicBezTo>
                    <a:pt x="6587" y="1058"/>
                    <a:pt x="6592" y="1059"/>
                    <a:pt x="6598" y="1059"/>
                  </a:cubicBezTo>
                  <a:cubicBezTo>
                    <a:pt x="6888" y="1059"/>
                    <a:pt x="7124" y="823"/>
                    <a:pt x="7124" y="528"/>
                  </a:cubicBezTo>
                  <a:cubicBezTo>
                    <a:pt x="7124" y="236"/>
                    <a:pt x="6888" y="0"/>
                    <a:pt x="6598"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5" name="Google Shape;10565;p61"/>
            <p:cNvSpPr/>
            <p:nvPr/>
          </p:nvSpPr>
          <p:spPr>
            <a:xfrm>
              <a:off x="9587826" y="2129731"/>
              <a:ext cx="106993" cy="97464"/>
            </a:xfrm>
            <a:custGeom>
              <a:avLst/>
              <a:gdLst/>
              <a:ahLst/>
              <a:cxnLst/>
              <a:rect l="l" t="t" r="r" b="b"/>
              <a:pathLst>
                <a:path w="7804" h="7109" extrusionOk="0">
                  <a:moveTo>
                    <a:pt x="4230" y="0"/>
                  </a:moveTo>
                  <a:cubicBezTo>
                    <a:pt x="4224" y="0"/>
                    <a:pt x="4218" y="0"/>
                    <a:pt x="4213" y="0"/>
                  </a:cubicBezTo>
                  <a:lnTo>
                    <a:pt x="3339" y="0"/>
                  </a:lnTo>
                  <a:cubicBezTo>
                    <a:pt x="1495" y="0"/>
                    <a:pt x="3" y="1495"/>
                    <a:pt x="0" y="3336"/>
                  </a:cubicBezTo>
                  <a:lnTo>
                    <a:pt x="0" y="3850"/>
                  </a:lnTo>
                  <a:cubicBezTo>
                    <a:pt x="3" y="5649"/>
                    <a:pt x="1459" y="7108"/>
                    <a:pt x="3258" y="7108"/>
                  </a:cubicBezTo>
                  <a:lnTo>
                    <a:pt x="7286" y="7108"/>
                  </a:lnTo>
                  <a:cubicBezTo>
                    <a:pt x="7574" y="7102"/>
                    <a:pt x="7804" y="6866"/>
                    <a:pt x="7804" y="6578"/>
                  </a:cubicBezTo>
                  <a:cubicBezTo>
                    <a:pt x="7804" y="6290"/>
                    <a:pt x="7574" y="6057"/>
                    <a:pt x="7286" y="6047"/>
                  </a:cubicBezTo>
                  <a:lnTo>
                    <a:pt x="3258" y="6047"/>
                  </a:lnTo>
                  <a:cubicBezTo>
                    <a:pt x="2045" y="6047"/>
                    <a:pt x="1061" y="5064"/>
                    <a:pt x="1061" y="3850"/>
                  </a:cubicBezTo>
                  <a:lnTo>
                    <a:pt x="1061" y="3336"/>
                  </a:lnTo>
                  <a:cubicBezTo>
                    <a:pt x="1061" y="2081"/>
                    <a:pt x="2080" y="1061"/>
                    <a:pt x="3339" y="1058"/>
                  </a:cubicBezTo>
                  <a:lnTo>
                    <a:pt x="4213" y="1058"/>
                  </a:lnTo>
                  <a:cubicBezTo>
                    <a:pt x="4218" y="1058"/>
                    <a:pt x="4224" y="1059"/>
                    <a:pt x="4230" y="1059"/>
                  </a:cubicBezTo>
                  <a:cubicBezTo>
                    <a:pt x="4520" y="1059"/>
                    <a:pt x="4756" y="823"/>
                    <a:pt x="4756" y="528"/>
                  </a:cubicBezTo>
                  <a:cubicBezTo>
                    <a:pt x="4756" y="236"/>
                    <a:pt x="4520" y="0"/>
                    <a:pt x="4230"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66" name="Google Shape;10566;p61"/>
          <p:cNvGrpSpPr/>
          <p:nvPr/>
        </p:nvGrpSpPr>
        <p:grpSpPr>
          <a:xfrm flipH="1">
            <a:off x="8346638" y="2483341"/>
            <a:ext cx="235295" cy="503111"/>
            <a:chOff x="9405575" y="2061418"/>
            <a:chExt cx="291605" cy="623846"/>
          </a:xfrm>
        </p:grpSpPr>
        <p:sp>
          <p:nvSpPr>
            <p:cNvPr id="10567" name="Google Shape;10567;p61"/>
            <p:cNvSpPr/>
            <p:nvPr/>
          </p:nvSpPr>
          <p:spPr>
            <a:xfrm>
              <a:off x="9405575" y="2061418"/>
              <a:ext cx="291379" cy="623846"/>
            </a:xfrm>
            <a:custGeom>
              <a:avLst/>
              <a:gdLst/>
              <a:ahLst/>
              <a:cxnLst/>
              <a:rect l="l" t="t" r="r" b="b"/>
              <a:pathLst>
                <a:path w="21253" h="45503" extrusionOk="0">
                  <a:moveTo>
                    <a:pt x="17225" y="1059"/>
                  </a:moveTo>
                  <a:cubicBezTo>
                    <a:pt x="20066" y="1059"/>
                    <a:pt x="20192" y="4831"/>
                    <a:pt x="20195" y="4980"/>
                  </a:cubicBezTo>
                  <a:lnTo>
                    <a:pt x="20195" y="42658"/>
                  </a:lnTo>
                  <a:cubicBezTo>
                    <a:pt x="19755" y="43076"/>
                    <a:pt x="18011" y="44441"/>
                    <a:pt x="14035" y="44441"/>
                  </a:cubicBezTo>
                  <a:cubicBezTo>
                    <a:pt x="9143" y="44441"/>
                    <a:pt x="6607" y="41481"/>
                    <a:pt x="6264" y="38549"/>
                  </a:cubicBezTo>
                  <a:cubicBezTo>
                    <a:pt x="6238" y="38342"/>
                    <a:pt x="6089" y="38168"/>
                    <a:pt x="5889" y="38106"/>
                  </a:cubicBezTo>
                  <a:cubicBezTo>
                    <a:pt x="5769" y="38071"/>
                    <a:pt x="2987" y="37194"/>
                    <a:pt x="3045" y="34127"/>
                  </a:cubicBezTo>
                  <a:cubicBezTo>
                    <a:pt x="3067" y="32998"/>
                    <a:pt x="3194" y="32212"/>
                    <a:pt x="3449" y="31665"/>
                  </a:cubicBezTo>
                  <a:cubicBezTo>
                    <a:pt x="3449" y="31665"/>
                    <a:pt x="3682" y="31319"/>
                    <a:pt x="3685" y="31277"/>
                  </a:cubicBezTo>
                  <a:cubicBezTo>
                    <a:pt x="3740" y="31205"/>
                    <a:pt x="3799" y="31141"/>
                    <a:pt x="3863" y="31082"/>
                  </a:cubicBezTo>
                  <a:cubicBezTo>
                    <a:pt x="4404" y="30567"/>
                    <a:pt x="5365" y="30335"/>
                    <a:pt x="7020" y="30335"/>
                  </a:cubicBezTo>
                  <a:cubicBezTo>
                    <a:pt x="7247" y="30335"/>
                    <a:pt x="7486" y="30339"/>
                    <a:pt x="7739" y="30348"/>
                  </a:cubicBezTo>
                  <a:cubicBezTo>
                    <a:pt x="8968" y="30388"/>
                    <a:pt x="10320" y="30407"/>
                    <a:pt x="11768" y="30407"/>
                  </a:cubicBezTo>
                  <a:cubicBezTo>
                    <a:pt x="11975" y="30407"/>
                    <a:pt x="12184" y="30407"/>
                    <a:pt x="12395" y="30406"/>
                  </a:cubicBezTo>
                  <a:lnTo>
                    <a:pt x="12408" y="30406"/>
                  </a:lnTo>
                  <a:cubicBezTo>
                    <a:pt x="12410" y="30406"/>
                    <a:pt x="12412" y="30406"/>
                    <a:pt x="12414" y="30406"/>
                  </a:cubicBezTo>
                  <a:cubicBezTo>
                    <a:pt x="14155" y="30406"/>
                    <a:pt x="15565" y="31819"/>
                    <a:pt x="15565" y="33561"/>
                  </a:cubicBezTo>
                  <a:lnTo>
                    <a:pt x="15565" y="35495"/>
                  </a:lnTo>
                  <a:cubicBezTo>
                    <a:pt x="15559" y="35793"/>
                    <a:pt x="15798" y="36039"/>
                    <a:pt x="16096" y="36039"/>
                  </a:cubicBezTo>
                  <a:cubicBezTo>
                    <a:pt x="16394" y="36039"/>
                    <a:pt x="16636" y="35793"/>
                    <a:pt x="16627" y="35495"/>
                  </a:cubicBezTo>
                  <a:lnTo>
                    <a:pt x="16627" y="33561"/>
                  </a:lnTo>
                  <a:cubicBezTo>
                    <a:pt x="16627" y="31233"/>
                    <a:pt x="14740" y="29345"/>
                    <a:pt x="12414" y="29345"/>
                  </a:cubicBezTo>
                  <a:cubicBezTo>
                    <a:pt x="12412" y="29345"/>
                    <a:pt x="12410" y="29345"/>
                    <a:pt x="12408" y="29345"/>
                  </a:cubicBezTo>
                  <a:lnTo>
                    <a:pt x="12392" y="29345"/>
                  </a:lnTo>
                  <a:cubicBezTo>
                    <a:pt x="12202" y="29346"/>
                    <a:pt x="12014" y="29346"/>
                    <a:pt x="11828" y="29346"/>
                  </a:cubicBezTo>
                  <a:cubicBezTo>
                    <a:pt x="10369" y="29346"/>
                    <a:pt x="9008" y="29324"/>
                    <a:pt x="7772" y="29287"/>
                  </a:cubicBezTo>
                  <a:cubicBezTo>
                    <a:pt x="7513" y="29278"/>
                    <a:pt x="7267" y="29274"/>
                    <a:pt x="7033" y="29274"/>
                  </a:cubicBezTo>
                  <a:cubicBezTo>
                    <a:pt x="5050" y="29274"/>
                    <a:pt x="3893" y="29586"/>
                    <a:pt x="3135" y="30309"/>
                  </a:cubicBezTo>
                  <a:cubicBezTo>
                    <a:pt x="3058" y="30380"/>
                    <a:pt x="2987" y="30458"/>
                    <a:pt x="2922" y="30536"/>
                  </a:cubicBezTo>
                  <a:cubicBezTo>
                    <a:pt x="1045" y="29510"/>
                    <a:pt x="1084" y="26828"/>
                    <a:pt x="1084" y="26799"/>
                  </a:cubicBezTo>
                  <a:lnTo>
                    <a:pt x="1084" y="26786"/>
                  </a:lnTo>
                  <a:lnTo>
                    <a:pt x="1084" y="21470"/>
                  </a:lnTo>
                  <a:cubicBezTo>
                    <a:pt x="1084" y="19979"/>
                    <a:pt x="1450" y="18885"/>
                    <a:pt x="2168" y="18212"/>
                  </a:cubicBezTo>
                  <a:cubicBezTo>
                    <a:pt x="2905" y="17528"/>
                    <a:pt x="3830" y="17480"/>
                    <a:pt x="4078" y="17480"/>
                  </a:cubicBezTo>
                  <a:cubicBezTo>
                    <a:pt x="4118" y="17480"/>
                    <a:pt x="4141" y="17481"/>
                    <a:pt x="4142" y="17481"/>
                  </a:cubicBezTo>
                  <a:cubicBezTo>
                    <a:pt x="4157" y="17483"/>
                    <a:pt x="4172" y="17483"/>
                    <a:pt x="4186" y="17483"/>
                  </a:cubicBezTo>
                  <a:cubicBezTo>
                    <a:pt x="4474" y="17483"/>
                    <a:pt x="4714" y="17249"/>
                    <a:pt x="4714" y="16954"/>
                  </a:cubicBezTo>
                  <a:lnTo>
                    <a:pt x="4714" y="12072"/>
                  </a:lnTo>
                  <a:cubicBezTo>
                    <a:pt x="4714" y="11082"/>
                    <a:pt x="4986" y="10325"/>
                    <a:pt x="5523" y="9820"/>
                  </a:cubicBezTo>
                  <a:cubicBezTo>
                    <a:pt x="6270" y="9115"/>
                    <a:pt x="7348" y="9065"/>
                    <a:pt x="7647" y="9065"/>
                  </a:cubicBezTo>
                  <a:cubicBezTo>
                    <a:pt x="7696" y="9065"/>
                    <a:pt x="7724" y="9066"/>
                    <a:pt x="7726" y="9066"/>
                  </a:cubicBezTo>
                  <a:cubicBezTo>
                    <a:pt x="7739" y="9067"/>
                    <a:pt x="7751" y="9067"/>
                    <a:pt x="7763" y="9067"/>
                  </a:cubicBezTo>
                  <a:cubicBezTo>
                    <a:pt x="8253" y="9067"/>
                    <a:pt x="8483" y="8447"/>
                    <a:pt x="8095" y="8128"/>
                  </a:cubicBezTo>
                  <a:cubicBezTo>
                    <a:pt x="7911" y="7976"/>
                    <a:pt x="7749" y="7749"/>
                    <a:pt x="7937" y="7216"/>
                  </a:cubicBezTo>
                  <a:cubicBezTo>
                    <a:pt x="8312" y="6167"/>
                    <a:pt x="9878" y="4614"/>
                    <a:pt x="11929" y="3269"/>
                  </a:cubicBezTo>
                  <a:cubicBezTo>
                    <a:pt x="13967" y="1926"/>
                    <a:pt x="16044" y="1059"/>
                    <a:pt x="17225" y="1059"/>
                  </a:cubicBezTo>
                  <a:close/>
                  <a:moveTo>
                    <a:pt x="17222" y="1"/>
                  </a:moveTo>
                  <a:cubicBezTo>
                    <a:pt x="14145" y="1"/>
                    <a:pt x="7898" y="4168"/>
                    <a:pt x="6937" y="6863"/>
                  </a:cubicBezTo>
                  <a:cubicBezTo>
                    <a:pt x="6782" y="7300"/>
                    <a:pt x="6752" y="7711"/>
                    <a:pt x="6846" y="8076"/>
                  </a:cubicBezTo>
                  <a:cubicBezTo>
                    <a:pt x="6241" y="8180"/>
                    <a:pt x="5452" y="8435"/>
                    <a:pt x="4805" y="9040"/>
                  </a:cubicBezTo>
                  <a:cubicBezTo>
                    <a:pt x="4041" y="9755"/>
                    <a:pt x="3656" y="10778"/>
                    <a:pt x="3656" y="12075"/>
                  </a:cubicBezTo>
                  <a:lnTo>
                    <a:pt x="3656" y="16446"/>
                  </a:lnTo>
                  <a:cubicBezTo>
                    <a:pt x="3093" y="16511"/>
                    <a:pt x="2220" y="16727"/>
                    <a:pt x="1460" y="17426"/>
                  </a:cubicBezTo>
                  <a:cubicBezTo>
                    <a:pt x="508" y="18303"/>
                    <a:pt x="23" y="19665"/>
                    <a:pt x="23" y="21470"/>
                  </a:cubicBezTo>
                  <a:lnTo>
                    <a:pt x="23" y="26779"/>
                  </a:lnTo>
                  <a:cubicBezTo>
                    <a:pt x="20" y="27006"/>
                    <a:pt x="0" y="30147"/>
                    <a:pt x="2388" y="31454"/>
                  </a:cubicBezTo>
                  <a:cubicBezTo>
                    <a:pt x="2136" y="32118"/>
                    <a:pt x="2006" y="32975"/>
                    <a:pt x="1984" y="34107"/>
                  </a:cubicBezTo>
                  <a:cubicBezTo>
                    <a:pt x="1922" y="37288"/>
                    <a:pt x="4352" y="38614"/>
                    <a:pt x="5254" y="38996"/>
                  </a:cubicBezTo>
                  <a:cubicBezTo>
                    <a:pt x="5533" y="40711"/>
                    <a:pt x="6429" y="42273"/>
                    <a:pt x="7797" y="43428"/>
                  </a:cubicBezTo>
                  <a:cubicBezTo>
                    <a:pt x="9405" y="44784"/>
                    <a:pt x="11560" y="45502"/>
                    <a:pt x="14035" y="45502"/>
                  </a:cubicBezTo>
                  <a:cubicBezTo>
                    <a:pt x="19270" y="45502"/>
                    <a:pt x="21065" y="43292"/>
                    <a:pt x="21140" y="43199"/>
                  </a:cubicBezTo>
                  <a:cubicBezTo>
                    <a:pt x="21214" y="43105"/>
                    <a:pt x="21253" y="42992"/>
                    <a:pt x="21253" y="42872"/>
                  </a:cubicBezTo>
                  <a:lnTo>
                    <a:pt x="21253" y="4967"/>
                  </a:lnTo>
                  <a:cubicBezTo>
                    <a:pt x="21217" y="3249"/>
                    <a:pt x="20328" y="1"/>
                    <a:pt x="17222"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8" name="Google Shape;10568;p61"/>
            <p:cNvSpPr/>
            <p:nvPr/>
          </p:nvSpPr>
          <p:spPr>
            <a:xfrm>
              <a:off x="9535402" y="2540968"/>
              <a:ext cx="161778" cy="68948"/>
            </a:xfrm>
            <a:custGeom>
              <a:avLst/>
              <a:gdLst/>
              <a:ahLst/>
              <a:cxnLst/>
              <a:rect l="l" t="t" r="r" b="b"/>
              <a:pathLst>
                <a:path w="11800" h="5029" extrusionOk="0">
                  <a:moveTo>
                    <a:pt x="11270" y="1"/>
                  </a:moveTo>
                  <a:cubicBezTo>
                    <a:pt x="11264" y="1"/>
                    <a:pt x="11258" y="1"/>
                    <a:pt x="11252" y="1"/>
                  </a:cubicBezTo>
                  <a:lnTo>
                    <a:pt x="4326" y="1"/>
                  </a:lnTo>
                  <a:cubicBezTo>
                    <a:pt x="1938" y="4"/>
                    <a:pt x="0" y="1939"/>
                    <a:pt x="0" y="4327"/>
                  </a:cubicBezTo>
                  <a:lnTo>
                    <a:pt x="0" y="4498"/>
                  </a:lnTo>
                  <a:cubicBezTo>
                    <a:pt x="0" y="4789"/>
                    <a:pt x="236" y="5029"/>
                    <a:pt x="527" y="5029"/>
                  </a:cubicBezTo>
                  <a:cubicBezTo>
                    <a:pt x="822" y="5029"/>
                    <a:pt x="1061" y="4789"/>
                    <a:pt x="1058" y="4498"/>
                  </a:cubicBezTo>
                  <a:lnTo>
                    <a:pt x="1058" y="4327"/>
                  </a:lnTo>
                  <a:cubicBezTo>
                    <a:pt x="1061" y="2524"/>
                    <a:pt x="2524" y="1062"/>
                    <a:pt x="4326" y="1062"/>
                  </a:cubicBezTo>
                  <a:lnTo>
                    <a:pt x="11252" y="1062"/>
                  </a:lnTo>
                  <a:cubicBezTo>
                    <a:pt x="11256" y="1062"/>
                    <a:pt x="11260" y="1062"/>
                    <a:pt x="11264" y="1062"/>
                  </a:cubicBezTo>
                  <a:cubicBezTo>
                    <a:pt x="11557" y="1062"/>
                    <a:pt x="11799" y="825"/>
                    <a:pt x="11799" y="532"/>
                  </a:cubicBezTo>
                  <a:cubicBezTo>
                    <a:pt x="11799" y="237"/>
                    <a:pt x="11560" y="1"/>
                    <a:pt x="11270"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9" name="Google Shape;10569;p61"/>
            <p:cNvSpPr/>
            <p:nvPr/>
          </p:nvSpPr>
          <p:spPr>
            <a:xfrm>
              <a:off x="9455875" y="2286606"/>
              <a:ext cx="137251" cy="112148"/>
            </a:xfrm>
            <a:custGeom>
              <a:avLst/>
              <a:gdLst/>
              <a:ahLst/>
              <a:cxnLst/>
              <a:rect l="l" t="t" r="r" b="b"/>
              <a:pathLst>
                <a:path w="10011" h="8180" extrusionOk="0">
                  <a:moveTo>
                    <a:pt x="515" y="1"/>
                  </a:moveTo>
                  <a:cubicBezTo>
                    <a:pt x="230" y="7"/>
                    <a:pt x="0" y="243"/>
                    <a:pt x="0" y="531"/>
                  </a:cubicBezTo>
                  <a:cubicBezTo>
                    <a:pt x="0" y="819"/>
                    <a:pt x="230" y="1052"/>
                    <a:pt x="515" y="1062"/>
                  </a:cubicBezTo>
                  <a:lnTo>
                    <a:pt x="4979" y="1062"/>
                  </a:lnTo>
                  <a:cubicBezTo>
                    <a:pt x="7173" y="1062"/>
                    <a:pt x="8946" y="2838"/>
                    <a:pt x="8949" y="5031"/>
                  </a:cubicBezTo>
                  <a:lnTo>
                    <a:pt x="8949" y="7649"/>
                  </a:lnTo>
                  <a:cubicBezTo>
                    <a:pt x="8949" y="7943"/>
                    <a:pt x="9188" y="8179"/>
                    <a:pt x="9480" y="8179"/>
                  </a:cubicBezTo>
                  <a:cubicBezTo>
                    <a:pt x="9771" y="8179"/>
                    <a:pt x="10010" y="7943"/>
                    <a:pt x="10010" y="7652"/>
                  </a:cubicBezTo>
                  <a:lnTo>
                    <a:pt x="10010" y="5031"/>
                  </a:lnTo>
                  <a:cubicBezTo>
                    <a:pt x="10007" y="2252"/>
                    <a:pt x="7758" y="4"/>
                    <a:pt x="4979"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0" name="Google Shape;10570;p61"/>
            <p:cNvSpPr/>
            <p:nvPr/>
          </p:nvSpPr>
          <p:spPr>
            <a:xfrm>
              <a:off x="9578545" y="2355317"/>
              <a:ext cx="116370" cy="14560"/>
            </a:xfrm>
            <a:custGeom>
              <a:avLst/>
              <a:gdLst/>
              <a:ahLst/>
              <a:cxnLst/>
              <a:rect l="l" t="t" r="r" b="b"/>
              <a:pathLst>
                <a:path w="8488" h="1062" extrusionOk="0">
                  <a:moveTo>
                    <a:pt x="519" y="0"/>
                  </a:moveTo>
                  <a:cubicBezTo>
                    <a:pt x="231" y="10"/>
                    <a:pt x="1" y="243"/>
                    <a:pt x="1" y="531"/>
                  </a:cubicBezTo>
                  <a:cubicBezTo>
                    <a:pt x="1" y="819"/>
                    <a:pt x="231" y="1051"/>
                    <a:pt x="519" y="1061"/>
                  </a:cubicBezTo>
                  <a:lnTo>
                    <a:pt x="7973" y="1061"/>
                  </a:lnTo>
                  <a:cubicBezTo>
                    <a:pt x="8261" y="1051"/>
                    <a:pt x="8487" y="819"/>
                    <a:pt x="8487" y="531"/>
                  </a:cubicBezTo>
                  <a:cubicBezTo>
                    <a:pt x="8487" y="243"/>
                    <a:pt x="8261" y="10"/>
                    <a:pt x="7973"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1" name="Google Shape;10571;p61"/>
            <p:cNvSpPr/>
            <p:nvPr/>
          </p:nvSpPr>
          <p:spPr>
            <a:xfrm>
              <a:off x="9533620" y="2389824"/>
              <a:ext cx="104429" cy="58240"/>
            </a:xfrm>
            <a:custGeom>
              <a:avLst/>
              <a:gdLst/>
              <a:ahLst/>
              <a:cxnLst/>
              <a:rect l="l" t="t" r="r" b="b"/>
              <a:pathLst>
                <a:path w="7617" h="4248" extrusionOk="0">
                  <a:moveTo>
                    <a:pt x="2890" y="0"/>
                  </a:moveTo>
                  <a:cubicBezTo>
                    <a:pt x="1295" y="0"/>
                    <a:pt x="4" y="1294"/>
                    <a:pt x="1" y="2889"/>
                  </a:cubicBezTo>
                  <a:lnTo>
                    <a:pt x="1" y="3439"/>
                  </a:lnTo>
                  <a:cubicBezTo>
                    <a:pt x="10" y="3724"/>
                    <a:pt x="243" y="3954"/>
                    <a:pt x="531" y="3954"/>
                  </a:cubicBezTo>
                  <a:cubicBezTo>
                    <a:pt x="819" y="3954"/>
                    <a:pt x="1055" y="3724"/>
                    <a:pt x="1062" y="3439"/>
                  </a:cubicBezTo>
                  <a:lnTo>
                    <a:pt x="1062" y="2889"/>
                  </a:lnTo>
                  <a:cubicBezTo>
                    <a:pt x="1062" y="1880"/>
                    <a:pt x="1880" y="1061"/>
                    <a:pt x="2890" y="1058"/>
                  </a:cubicBezTo>
                  <a:lnTo>
                    <a:pt x="4669" y="1058"/>
                  </a:lnTo>
                  <a:cubicBezTo>
                    <a:pt x="5711" y="1061"/>
                    <a:pt x="6555" y="1902"/>
                    <a:pt x="6555" y="2944"/>
                  </a:cubicBezTo>
                  <a:lnTo>
                    <a:pt x="6555" y="3717"/>
                  </a:lnTo>
                  <a:cubicBezTo>
                    <a:pt x="6555" y="4012"/>
                    <a:pt x="6795" y="4248"/>
                    <a:pt x="7086" y="4248"/>
                  </a:cubicBezTo>
                  <a:cubicBezTo>
                    <a:pt x="7380" y="4248"/>
                    <a:pt x="7617" y="4012"/>
                    <a:pt x="7617" y="3717"/>
                  </a:cubicBezTo>
                  <a:lnTo>
                    <a:pt x="7617" y="2944"/>
                  </a:lnTo>
                  <a:cubicBezTo>
                    <a:pt x="7613" y="1320"/>
                    <a:pt x="6297" y="0"/>
                    <a:pt x="4669"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2" name="Google Shape;10572;p61"/>
            <p:cNvSpPr/>
            <p:nvPr/>
          </p:nvSpPr>
          <p:spPr>
            <a:xfrm>
              <a:off x="9504885" y="2171202"/>
              <a:ext cx="97684" cy="14519"/>
            </a:xfrm>
            <a:custGeom>
              <a:avLst/>
              <a:gdLst/>
              <a:ahLst/>
              <a:cxnLst/>
              <a:rect l="l" t="t" r="r" b="b"/>
              <a:pathLst>
                <a:path w="7125" h="1059" extrusionOk="0">
                  <a:moveTo>
                    <a:pt x="6598" y="0"/>
                  </a:moveTo>
                  <a:cubicBezTo>
                    <a:pt x="6592" y="0"/>
                    <a:pt x="6587" y="0"/>
                    <a:pt x="6581" y="0"/>
                  </a:cubicBezTo>
                  <a:lnTo>
                    <a:pt x="515" y="0"/>
                  </a:lnTo>
                  <a:cubicBezTo>
                    <a:pt x="227" y="7"/>
                    <a:pt x="0" y="243"/>
                    <a:pt x="0" y="528"/>
                  </a:cubicBezTo>
                  <a:cubicBezTo>
                    <a:pt x="0" y="816"/>
                    <a:pt x="227" y="1052"/>
                    <a:pt x="515" y="1058"/>
                  </a:cubicBezTo>
                  <a:lnTo>
                    <a:pt x="6581" y="1058"/>
                  </a:lnTo>
                  <a:cubicBezTo>
                    <a:pt x="6587" y="1058"/>
                    <a:pt x="6592" y="1059"/>
                    <a:pt x="6598" y="1059"/>
                  </a:cubicBezTo>
                  <a:cubicBezTo>
                    <a:pt x="6888" y="1059"/>
                    <a:pt x="7124" y="823"/>
                    <a:pt x="7124" y="528"/>
                  </a:cubicBezTo>
                  <a:cubicBezTo>
                    <a:pt x="7124" y="236"/>
                    <a:pt x="6888" y="0"/>
                    <a:pt x="6598"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3" name="Google Shape;10573;p61"/>
            <p:cNvSpPr/>
            <p:nvPr/>
          </p:nvSpPr>
          <p:spPr>
            <a:xfrm>
              <a:off x="9587826" y="2129731"/>
              <a:ext cx="106993" cy="97464"/>
            </a:xfrm>
            <a:custGeom>
              <a:avLst/>
              <a:gdLst/>
              <a:ahLst/>
              <a:cxnLst/>
              <a:rect l="l" t="t" r="r" b="b"/>
              <a:pathLst>
                <a:path w="7804" h="7109" extrusionOk="0">
                  <a:moveTo>
                    <a:pt x="4230" y="0"/>
                  </a:moveTo>
                  <a:cubicBezTo>
                    <a:pt x="4224" y="0"/>
                    <a:pt x="4218" y="0"/>
                    <a:pt x="4213" y="0"/>
                  </a:cubicBezTo>
                  <a:lnTo>
                    <a:pt x="3339" y="0"/>
                  </a:lnTo>
                  <a:cubicBezTo>
                    <a:pt x="1495" y="0"/>
                    <a:pt x="3" y="1495"/>
                    <a:pt x="0" y="3336"/>
                  </a:cubicBezTo>
                  <a:lnTo>
                    <a:pt x="0" y="3850"/>
                  </a:lnTo>
                  <a:cubicBezTo>
                    <a:pt x="3" y="5649"/>
                    <a:pt x="1459" y="7108"/>
                    <a:pt x="3258" y="7108"/>
                  </a:cubicBezTo>
                  <a:lnTo>
                    <a:pt x="7286" y="7108"/>
                  </a:lnTo>
                  <a:cubicBezTo>
                    <a:pt x="7574" y="7102"/>
                    <a:pt x="7804" y="6866"/>
                    <a:pt x="7804" y="6578"/>
                  </a:cubicBezTo>
                  <a:cubicBezTo>
                    <a:pt x="7804" y="6290"/>
                    <a:pt x="7574" y="6057"/>
                    <a:pt x="7286" y="6047"/>
                  </a:cubicBezTo>
                  <a:lnTo>
                    <a:pt x="3258" y="6047"/>
                  </a:lnTo>
                  <a:cubicBezTo>
                    <a:pt x="2045" y="6047"/>
                    <a:pt x="1061" y="5064"/>
                    <a:pt x="1061" y="3850"/>
                  </a:cubicBezTo>
                  <a:lnTo>
                    <a:pt x="1061" y="3336"/>
                  </a:lnTo>
                  <a:cubicBezTo>
                    <a:pt x="1061" y="2081"/>
                    <a:pt x="2080" y="1061"/>
                    <a:pt x="3339" y="1058"/>
                  </a:cubicBezTo>
                  <a:lnTo>
                    <a:pt x="4213" y="1058"/>
                  </a:lnTo>
                  <a:cubicBezTo>
                    <a:pt x="4218" y="1058"/>
                    <a:pt x="4224" y="1059"/>
                    <a:pt x="4230" y="1059"/>
                  </a:cubicBezTo>
                  <a:cubicBezTo>
                    <a:pt x="4520" y="1059"/>
                    <a:pt x="4756" y="823"/>
                    <a:pt x="4756" y="528"/>
                  </a:cubicBezTo>
                  <a:cubicBezTo>
                    <a:pt x="4756" y="236"/>
                    <a:pt x="4520" y="0"/>
                    <a:pt x="4230"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 name="Google Shape;9752;p89"/>
          <p:cNvGrpSpPr/>
          <p:nvPr/>
        </p:nvGrpSpPr>
        <p:grpSpPr>
          <a:xfrm>
            <a:off x="7846485" y="4596347"/>
            <a:ext cx="639487" cy="421023"/>
            <a:chOff x="5727616" y="4204699"/>
            <a:chExt cx="440505" cy="290018"/>
          </a:xfrm>
          <a:solidFill>
            <a:schemeClr val="tx2">
              <a:lumMod val="75000"/>
            </a:schemeClr>
          </a:solidFill>
          <a:effectLst>
            <a:outerShdw blurRad="50800" dist="38100" dir="5400000" algn="t" rotWithShape="0">
              <a:prstClr val="black">
                <a:alpha val="40000"/>
              </a:prstClr>
            </a:outerShdw>
          </a:effectLst>
        </p:grpSpPr>
        <p:sp>
          <p:nvSpPr>
            <p:cNvPr id="48" name="Google Shape;9753;p89"/>
            <p:cNvSpPr/>
            <p:nvPr/>
          </p:nvSpPr>
          <p:spPr>
            <a:xfrm>
              <a:off x="5727616" y="4204699"/>
              <a:ext cx="440505" cy="290018"/>
            </a:xfrm>
            <a:custGeom>
              <a:avLst/>
              <a:gdLst/>
              <a:ahLst/>
              <a:cxnLst/>
              <a:rect l="l" t="t" r="r" b="b"/>
              <a:pathLst>
                <a:path w="13872" h="9133" extrusionOk="0">
                  <a:moveTo>
                    <a:pt x="13145" y="4465"/>
                  </a:moveTo>
                  <a:lnTo>
                    <a:pt x="13145" y="4870"/>
                  </a:lnTo>
                  <a:lnTo>
                    <a:pt x="12752" y="4870"/>
                  </a:lnTo>
                  <a:lnTo>
                    <a:pt x="12752" y="4465"/>
                  </a:lnTo>
                  <a:close/>
                  <a:moveTo>
                    <a:pt x="1275" y="3941"/>
                  </a:moveTo>
                  <a:lnTo>
                    <a:pt x="1275" y="4430"/>
                  </a:lnTo>
                  <a:cubicBezTo>
                    <a:pt x="1275" y="4775"/>
                    <a:pt x="1013" y="5049"/>
                    <a:pt x="668" y="5049"/>
                  </a:cubicBezTo>
                  <a:lnTo>
                    <a:pt x="418" y="5049"/>
                  </a:lnTo>
                  <a:cubicBezTo>
                    <a:pt x="501" y="4549"/>
                    <a:pt x="810" y="4120"/>
                    <a:pt x="1275" y="3941"/>
                  </a:cubicBezTo>
                  <a:close/>
                  <a:moveTo>
                    <a:pt x="9121" y="417"/>
                  </a:moveTo>
                  <a:cubicBezTo>
                    <a:pt x="9562" y="417"/>
                    <a:pt x="9978" y="620"/>
                    <a:pt x="10252" y="977"/>
                  </a:cubicBezTo>
                  <a:lnTo>
                    <a:pt x="12205" y="3584"/>
                  </a:lnTo>
                  <a:cubicBezTo>
                    <a:pt x="12240" y="3632"/>
                    <a:pt x="12300" y="3656"/>
                    <a:pt x="12360" y="3656"/>
                  </a:cubicBezTo>
                  <a:lnTo>
                    <a:pt x="13312" y="3656"/>
                  </a:lnTo>
                  <a:cubicBezTo>
                    <a:pt x="13431" y="3656"/>
                    <a:pt x="13514" y="3775"/>
                    <a:pt x="13467" y="3882"/>
                  </a:cubicBezTo>
                  <a:lnTo>
                    <a:pt x="13372" y="4060"/>
                  </a:lnTo>
                  <a:lnTo>
                    <a:pt x="12574" y="4060"/>
                  </a:lnTo>
                  <a:cubicBezTo>
                    <a:pt x="12455" y="4060"/>
                    <a:pt x="12360" y="4156"/>
                    <a:pt x="12360" y="4275"/>
                  </a:cubicBezTo>
                  <a:lnTo>
                    <a:pt x="12360" y="5084"/>
                  </a:lnTo>
                  <a:cubicBezTo>
                    <a:pt x="12360" y="5203"/>
                    <a:pt x="12455" y="5299"/>
                    <a:pt x="12574" y="5299"/>
                  </a:cubicBezTo>
                  <a:lnTo>
                    <a:pt x="13181" y="5299"/>
                  </a:lnTo>
                  <a:lnTo>
                    <a:pt x="13181" y="5596"/>
                  </a:lnTo>
                  <a:cubicBezTo>
                    <a:pt x="13181" y="5787"/>
                    <a:pt x="13252" y="5977"/>
                    <a:pt x="13395" y="6096"/>
                  </a:cubicBezTo>
                  <a:cubicBezTo>
                    <a:pt x="13455" y="6156"/>
                    <a:pt x="13479" y="6227"/>
                    <a:pt x="13479" y="6323"/>
                  </a:cubicBezTo>
                  <a:lnTo>
                    <a:pt x="13479" y="6692"/>
                  </a:lnTo>
                  <a:lnTo>
                    <a:pt x="13443" y="6692"/>
                  </a:lnTo>
                  <a:cubicBezTo>
                    <a:pt x="13443" y="7037"/>
                    <a:pt x="13181" y="7311"/>
                    <a:pt x="12836" y="7311"/>
                  </a:cubicBezTo>
                  <a:lnTo>
                    <a:pt x="12526" y="7311"/>
                  </a:lnTo>
                  <a:cubicBezTo>
                    <a:pt x="12419" y="6501"/>
                    <a:pt x="11740" y="5894"/>
                    <a:pt x="10919" y="5894"/>
                  </a:cubicBezTo>
                  <a:cubicBezTo>
                    <a:pt x="10097" y="5894"/>
                    <a:pt x="9419" y="6513"/>
                    <a:pt x="9312" y="7311"/>
                  </a:cubicBezTo>
                  <a:lnTo>
                    <a:pt x="4061" y="7311"/>
                  </a:lnTo>
                  <a:cubicBezTo>
                    <a:pt x="3954" y="6501"/>
                    <a:pt x="3275" y="5894"/>
                    <a:pt x="2454" y="5894"/>
                  </a:cubicBezTo>
                  <a:cubicBezTo>
                    <a:pt x="1632" y="5894"/>
                    <a:pt x="965" y="6501"/>
                    <a:pt x="846" y="7275"/>
                  </a:cubicBezTo>
                  <a:cubicBezTo>
                    <a:pt x="608" y="7204"/>
                    <a:pt x="429" y="6966"/>
                    <a:pt x="429" y="6692"/>
                  </a:cubicBezTo>
                  <a:lnTo>
                    <a:pt x="429" y="5465"/>
                  </a:lnTo>
                  <a:lnTo>
                    <a:pt x="691" y="5465"/>
                  </a:lnTo>
                  <a:cubicBezTo>
                    <a:pt x="1263" y="5465"/>
                    <a:pt x="1703" y="5001"/>
                    <a:pt x="1703" y="4453"/>
                  </a:cubicBezTo>
                  <a:lnTo>
                    <a:pt x="1703" y="3822"/>
                  </a:lnTo>
                  <a:lnTo>
                    <a:pt x="2406" y="3644"/>
                  </a:lnTo>
                  <a:cubicBezTo>
                    <a:pt x="2465" y="3632"/>
                    <a:pt x="2513" y="3596"/>
                    <a:pt x="2525" y="3560"/>
                  </a:cubicBezTo>
                  <a:lnTo>
                    <a:pt x="3954" y="1120"/>
                  </a:lnTo>
                  <a:cubicBezTo>
                    <a:pt x="4204" y="679"/>
                    <a:pt x="4680" y="417"/>
                    <a:pt x="5180" y="417"/>
                  </a:cubicBezTo>
                  <a:close/>
                  <a:moveTo>
                    <a:pt x="2430" y="6275"/>
                  </a:moveTo>
                  <a:cubicBezTo>
                    <a:pt x="3108" y="6275"/>
                    <a:pt x="3656" y="6823"/>
                    <a:pt x="3656" y="7501"/>
                  </a:cubicBezTo>
                  <a:cubicBezTo>
                    <a:pt x="3656" y="8168"/>
                    <a:pt x="3108" y="8716"/>
                    <a:pt x="2430" y="8716"/>
                  </a:cubicBezTo>
                  <a:cubicBezTo>
                    <a:pt x="1763" y="8716"/>
                    <a:pt x="1215" y="8168"/>
                    <a:pt x="1215" y="7501"/>
                  </a:cubicBezTo>
                  <a:cubicBezTo>
                    <a:pt x="1215" y="6823"/>
                    <a:pt x="1763" y="6275"/>
                    <a:pt x="2430" y="6275"/>
                  </a:cubicBezTo>
                  <a:close/>
                  <a:moveTo>
                    <a:pt x="10919" y="6275"/>
                  </a:moveTo>
                  <a:cubicBezTo>
                    <a:pt x="11586" y="6275"/>
                    <a:pt x="12145" y="6823"/>
                    <a:pt x="12145" y="7501"/>
                  </a:cubicBezTo>
                  <a:cubicBezTo>
                    <a:pt x="12145" y="8168"/>
                    <a:pt x="11586" y="8716"/>
                    <a:pt x="10919" y="8716"/>
                  </a:cubicBezTo>
                  <a:cubicBezTo>
                    <a:pt x="10252" y="8716"/>
                    <a:pt x="9693" y="8168"/>
                    <a:pt x="9693" y="7501"/>
                  </a:cubicBezTo>
                  <a:cubicBezTo>
                    <a:pt x="9693" y="6823"/>
                    <a:pt x="10252" y="6275"/>
                    <a:pt x="10919" y="6275"/>
                  </a:cubicBezTo>
                  <a:close/>
                  <a:moveTo>
                    <a:pt x="5144" y="0"/>
                  </a:moveTo>
                  <a:cubicBezTo>
                    <a:pt x="4501" y="0"/>
                    <a:pt x="3894" y="334"/>
                    <a:pt x="3573" y="905"/>
                  </a:cubicBezTo>
                  <a:lnTo>
                    <a:pt x="2180" y="3275"/>
                  </a:lnTo>
                  <a:lnTo>
                    <a:pt x="1430" y="3465"/>
                  </a:lnTo>
                  <a:cubicBezTo>
                    <a:pt x="489" y="3703"/>
                    <a:pt x="1" y="4477"/>
                    <a:pt x="1" y="5251"/>
                  </a:cubicBezTo>
                  <a:lnTo>
                    <a:pt x="1" y="6692"/>
                  </a:lnTo>
                  <a:cubicBezTo>
                    <a:pt x="1" y="7180"/>
                    <a:pt x="358" y="7608"/>
                    <a:pt x="810" y="7692"/>
                  </a:cubicBezTo>
                  <a:cubicBezTo>
                    <a:pt x="906" y="8501"/>
                    <a:pt x="1584" y="9132"/>
                    <a:pt x="2418" y="9132"/>
                  </a:cubicBezTo>
                  <a:cubicBezTo>
                    <a:pt x="3251" y="9132"/>
                    <a:pt x="3930" y="8513"/>
                    <a:pt x="4025" y="7728"/>
                  </a:cubicBezTo>
                  <a:lnTo>
                    <a:pt x="9300" y="7728"/>
                  </a:lnTo>
                  <a:cubicBezTo>
                    <a:pt x="9407" y="8525"/>
                    <a:pt x="10085" y="9132"/>
                    <a:pt x="10907" y="9132"/>
                  </a:cubicBezTo>
                  <a:cubicBezTo>
                    <a:pt x="11740" y="9132"/>
                    <a:pt x="12407" y="8513"/>
                    <a:pt x="12514" y="7728"/>
                  </a:cubicBezTo>
                  <a:lnTo>
                    <a:pt x="12824" y="7728"/>
                  </a:lnTo>
                  <a:cubicBezTo>
                    <a:pt x="13395" y="7728"/>
                    <a:pt x="13836" y="7263"/>
                    <a:pt x="13836" y="6716"/>
                  </a:cubicBezTo>
                  <a:lnTo>
                    <a:pt x="13836" y="6299"/>
                  </a:lnTo>
                  <a:cubicBezTo>
                    <a:pt x="13848" y="6096"/>
                    <a:pt x="13776" y="5918"/>
                    <a:pt x="13645" y="5787"/>
                  </a:cubicBezTo>
                  <a:cubicBezTo>
                    <a:pt x="13586" y="5727"/>
                    <a:pt x="13550" y="5656"/>
                    <a:pt x="13550" y="5561"/>
                  </a:cubicBezTo>
                  <a:lnTo>
                    <a:pt x="13550" y="4572"/>
                  </a:lnTo>
                  <a:lnTo>
                    <a:pt x="13788" y="4037"/>
                  </a:lnTo>
                  <a:cubicBezTo>
                    <a:pt x="13872" y="3846"/>
                    <a:pt x="13872" y="3656"/>
                    <a:pt x="13764" y="3501"/>
                  </a:cubicBezTo>
                  <a:cubicBezTo>
                    <a:pt x="13657" y="3334"/>
                    <a:pt x="13479" y="3239"/>
                    <a:pt x="13288" y="3239"/>
                  </a:cubicBezTo>
                  <a:lnTo>
                    <a:pt x="12443" y="3239"/>
                  </a:lnTo>
                  <a:lnTo>
                    <a:pt x="10550" y="727"/>
                  </a:lnTo>
                  <a:cubicBezTo>
                    <a:pt x="10204" y="262"/>
                    <a:pt x="9657" y="0"/>
                    <a:pt x="9085"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9" name="Google Shape;9754;p89"/>
            <p:cNvSpPr/>
            <p:nvPr/>
          </p:nvSpPr>
          <p:spPr>
            <a:xfrm>
              <a:off x="5779789" y="4416409"/>
              <a:ext cx="52205" cy="51475"/>
            </a:xfrm>
            <a:custGeom>
              <a:avLst/>
              <a:gdLst/>
              <a:ahLst/>
              <a:cxnLst/>
              <a:rect l="l" t="t" r="r" b="b"/>
              <a:pathLst>
                <a:path w="1644" h="1621" extrusionOk="0">
                  <a:moveTo>
                    <a:pt x="811" y="1"/>
                  </a:moveTo>
                  <a:cubicBezTo>
                    <a:pt x="584" y="1"/>
                    <a:pt x="394" y="84"/>
                    <a:pt x="239" y="239"/>
                  </a:cubicBezTo>
                  <a:cubicBezTo>
                    <a:pt x="96" y="382"/>
                    <a:pt x="1" y="596"/>
                    <a:pt x="1" y="799"/>
                  </a:cubicBezTo>
                  <a:cubicBezTo>
                    <a:pt x="1" y="1263"/>
                    <a:pt x="382" y="1620"/>
                    <a:pt x="822" y="1620"/>
                  </a:cubicBezTo>
                  <a:cubicBezTo>
                    <a:pt x="1275" y="1620"/>
                    <a:pt x="1644" y="1263"/>
                    <a:pt x="1644" y="799"/>
                  </a:cubicBezTo>
                  <a:cubicBezTo>
                    <a:pt x="1644" y="739"/>
                    <a:pt x="1632" y="668"/>
                    <a:pt x="1608" y="608"/>
                  </a:cubicBezTo>
                  <a:cubicBezTo>
                    <a:pt x="1557" y="546"/>
                    <a:pt x="1478" y="484"/>
                    <a:pt x="1389" y="484"/>
                  </a:cubicBezTo>
                  <a:cubicBezTo>
                    <a:pt x="1375" y="484"/>
                    <a:pt x="1361" y="486"/>
                    <a:pt x="1346" y="489"/>
                  </a:cubicBezTo>
                  <a:cubicBezTo>
                    <a:pt x="1239" y="525"/>
                    <a:pt x="1168" y="620"/>
                    <a:pt x="1192" y="727"/>
                  </a:cubicBezTo>
                  <a:cubicBezTo>
                    <a:pt x="1203" y="763"/>
                    <a:pt x="1203" y="787"/>
                    <a:pt x="1203" y="822"/>
                  </a:cubicBezTo>
                  <a:cubicBezTo>
                    <a:pt x="1203" y="1037"/>
                    <a:pt x="1025" y="1215"/>
                    <a:pt x="811" y="1215"/>
                  </a:cubicBezTo>
                  <a:cubicBezTo>
                    <a:pt x="584" y="1215"/>
                    <a:pt x="406" y="1037"/>
                    <a:pt x="406" y="822"/>
                  </a:cubicBezTo>
                  <a:cubicBezTo>
                    <a:pt x="406" y="596"/>
                    <a:pt x="584" y="418"/>
                    <a:pt x="811" y="418"/>
                  </a:cubicBezTo>
                  <a:cubicBezTo>
                    <a:pt x="930" y="418"/>
                    <a:pt x="1013" y="322"/>
                    <a:pt x="1013" y="203"/>
                  </a:cubicBezTo>
                  <a:cubicBezTo>
                    <a:pt x="1013" y="84"/>
                    <a:pt x="930" y="1"/>
                    <a:pt x="811"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0" name="Google Shape;9755;p89"/>
            <p:cNvSpPr/>
            <p:nvPr/>
          </p:nvSpPr>
          <p:spPr>
            <a:xfrm>
              <a:off x="6048627" y="4416409"/>
              <a:ext cx="52205" cy="51856"/>
            </a:xfrm>
            <a:custGeom>
              <a:avLst/>
              <a:gdLst/>
              <a:ahLst/>
              <a:cxnLst/>
              <a:rect l="l" t="t" r="r" b="b"/>
              <a:pathLst>
                <a:path w="1644" h="1633" extrusionOk="0">
                  <a:moveTo>
                    <a:pt x="822" y="1"/>
                  </a:moveTo>
                  <a:cubicBezTo>
                    <a:pt x="596" y="1"/>
                    <a:pt x="405" y="84"/>
                    <a:pt x="238" y="239"/>
                  </a:cubicBezTo>
                  <a:cubicBezTo>
                    <a:pt x="95" y="382"/>
                    <a:pt x="0" y="596"/>
                    <a:pt x="0" y="822"/>
                  </a:cubicBezTo>
                  <a:cubicBezTo>
                    <a:pt x="0" y="1263"/>
                    <a:pt x="381" y="1632"/>
                    <a:pt x="822" y="1632"/>
                  </a:cubicBezTo>
                  <a:cubicBezTo>
                    <a:pt x="1274" y="1632"/>
                    <a:pt x="1643" y="1275"/>
                    <a:pt x="1643" y="822"/>
                  </a:cubicBezTo>
                  <a:cubicBezTo>
                    <a:pt x="1643" y="763"/>
                    <a:pt x="1631" y="680"/>
                    <a:pt x="1608" y="620"/>
                  </a:cubicBezTo>
                  <a:cubicBezTo>
                    <a:pt x="1577" y="548"/>
                    <a:pt x="1492" y="484"/>
                    <a:pt x="1400" y="484"/>
                  </a:cubicBezTo>
                  <a:cubicBezTo>
                    <a:pt x="1386" y="484"/>
                    <a:pt x="1372" y="486"/>
                    <a:pt x="1358" y="489"/>
                  </a:cubicBezTo>
                  <a:cubicBezTo>
                    <a:pt x="1250" y="525"/>
                    <a:pt x="1179" y="620"/>
                    <a:pt x="1215" y="727"/>
                  </a:cubicBezTo>
                  <a:cubicBezTo>
                    <a:pt x="1227" y="763"/>
                    <a:pt x="1227" y="787"/>
                    <a:pt x="1227" y="822"/>
                  </a:cubicBezTo>
                  <a:cubicBezTo>
                    <a:pt x="1227" y="1037"/>
                    <a:pt x="1048" y="1215"/>
                    <a:pt x="822" y="1215"/>
                  </a:cubicBezTo>
                  <a:cubicBezTo>
                    <a:pt x="596" y="1215"/>
                    <a:pt x="417" y="1037"/>
                    <a:pt x="417" y="822"/>
                  </a:cubicBezTo>
                  <a:cubicBezTo>
                    <a:pt x="417" y="596"/>
                    <a:pt x="596" y="418"/>
                    <a:pt x="822" y="418"/>
                  </a:cubicBezTo>
                  <a:cubicBezTo>
                    <a:pt x="941" y="418"/>
                    <a:pt x="1036" y="322"/>
                    <a:pt x="1036" y="203"/>
                  </a:cubicBezTo>
                  <a:cubicBezTo>
                    <a:pt x="1036" y="84"/>
                    <a:pt x="941" y="1"/>
                    <a:pt x="822"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1" name="Google Shape;9756;p89"/>
            <p:cNvSpPr/>
            <p:nvPr/>
          </p:nvSpPr>
          <p:spPr>
            <a:xfrm>
              <a:off x="6000995" y="4365379"/>
              <a:ext cx="122892" cy="58016"/>
            </a:xfrm>
            <a:custGeom>
              <a:avLst/>
              <a:gdLst/>
              <a:ahLst/>
              <a:cxnLst/>
              <a:rect l="l" t="t" r="r" b="b"/>
              <a:pathLst>
                <a:path w="3870" h="1827" extrusionOk="0">
                  <a:moveTo>
                    <a:pt x="2310" y="1"/>
                  </a:moveTo>
                  <a:cubicBezTo>
                    <a:pt x="1810" y="1"/>
                    <a:pt x="1334" y="143"/>
                    <a:pt x="929" y="429"/>
                  </a:cubicBezTo>
                  <a:cubicBezTo>
                    <a:pt x="524" y="715"/>
                    <a:pt x="226" y="1096"/>
                    <a:pt x="48" y="1548"/>
                  </a:cubicBezTo>
                  <a:cubicBezTo>
                    <a:pt x="0" y="1656"/>
                    <a:pt x="60" y="1775"/>
                    <a:pt x="167" y="1810"/>
                  </a:cubicBezTo>
                  <a:cubicBezTo>
                    <a:pt x="192" y="1822"/>
                    <a:pt x="218" y="1827"/>
                    <a:pt x="244" y="1827"/>
                  </a:cubicBezTo>
                  <a:cubicBezTo>
                    <a:pt x="326" y="1827"/>
                    <a:pt x="404" y="1773"/>
                    <a:pt x="441" y="1691"/>
                  </a:cubicBezTo>
                  <a:cubicBezTo>
                    <a:pt x="738" y="917"/>
                    <a:pt x="1488" y="405"/>
                    <a:pt x="2322" y="405"/>
                  </a:cubicBezTo>
                  <a:cubicBezTo>
                    <a:pt x="2774" y="405"/>
                    <a:pt x="3191" y="536"/>
                    <a:pt x="3548" y="798"/>
                  </a:cubicBezTo>
                  <a:cubicBezTo>
                    <a:pt x="3581" y="831"/>
                    <a:pt x="3624" y="846"/>
                    <a:pt x="3667" y="846"/>
                  </a:cubicBezTo>
                  <a:cubicBezTo>
                    <a:pt x="3732" y="846"/>
                    <a:pt x="3798" y="813"/>
                    <a:pt x="3834" y="763"/>
                  </a:cubicBezTo>
                  <a:cubicBezTo>
                    <a:pt x="3870" y="679"/>
                    <a:pt x="3858" y="560"/>
                    <a:pt x="3774" y="489"/>
                  </a:cubicBezTo>
                  <a:cubicBezTo>
                    <a:pt x="3334" y="179"/>
                    <a:pt x="2846" y="1"/>
                    <a:pt x="2310"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2" name="Google Shape;9757;p89"/>
            <p:cNvSpPr/>
            <p:nvPr/>
          </p:nvSpPr>
          <p:spPr>
            <a:xfrm>
              <a:off x="5816847" y="4230039"/>
              <a:ext cx="124797" cy="193610"/>
            </a:xfrm>
            <a:custGeom>
              <a:avLst/>
              <a:gdLst/>
              <a:ahLst/>
              <a:cxnLst/>
              <a:rect l="l" t="t" r="r" b="b"/>
              <a:pathLst>
                <a:path w="3930" h="6097" extrusionOk="0">
                  <a:moveTo>
                    <a:pt x="3513" y="417"/>
                  </a:moveTo>
                  <a:lnTo>
                    <a:pt x="3513" y="2441"/>
                  </a:lnTo>
                  <a:lnTo>
                    <a:pt x="822" y="2441"/>
                  </a:lnTo>
                  <a:lnTo>
                    <a:pt x="1834" y="714"/>
                  </a:lnTo>
                  <a:cubicBezTo>
                    <a:pt x="1930" y="524"/>
                    <a:pt x="2144" y="417"/>
                    <a:pt x="2346" y="417"/>
                  </a:cubicBezTo>
                  <a:close/>
                  <a:moveTo>
                    <a:pt x="2346" y="0"/>
                  </a:moveTo>
                  <a:cubicBezTo>
                    <a:pt x="1989" y="0"/>
                    <a:pt x="1644" y="203"/>
                    <a:pt x="1465" y="512"/>
                  </a:cubicBezTo>
                  <a:lnTo>
                    <a:pt x="60" y="2917"/>
                  </a:lnTo>
                  <a:cubicBezTo>
                    <a:pt x="1" y="3024"/>
                    <a:pt x="25" y="3143"/>
                    <a:pt x="132" y="3203"/>
                  </a:cubicBezTo>
                  <a:cubicBezTo>
                    <a:pt x="155" y="3215"/>
                    <a:pt x="203" y="3239"/>
                    <a:pt x="239" y="3239"/>
                  </a:cubicBezTo>
                  <a:cubicBezTo>
                    <a:pt x="310" y="3239"/>
                    <a:pt x="370" y="3203"/>
                    <a:pt x="417" y="3131"/>
                  </a:cubicBezTo>
                  <a:lnTo>
                    <a:pt x="572" y="2846"/>
                  </a:lnTo>
                  <a:lnTo>
                    <a:pt x="3513" y="2846"/>
                  </a:lnTo>
                  <a:lnTo>
                    <a:pt x="3513" y="5882"/>
                  </a:lnTo>
                  <a:cubicBezTo>
                    <a:pt x="3513" y="6001"/>
                    <a:pt x="3596" y="6096"/>
                    <a:pt x="3715" y="6096"/>
                  </a:cubicBezTo>
                  <a:cubicBezTo>
                    <a:pt x="3835" y="6096"/>
                    <a:pt x="3930" y="6001"/>
                    <a:pt x="3930" y="5882"/>
                  </a:cubicBezTo>
                  <a:lnTo>
                    <a:pt x="3930" y="203"/>
                  </a:lnTo>
                  <a:cubicBezTo>
                    <a:pt x="3918" y="95"/>
                    <a:pt x="3823" y="0"/>
                    <a:pt x="3715"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3" name="Google Shape;9758;p89"/>
            <p:cNvSpPr/>
            <p:nvPr/>
          </p:nvSpPr>
          <p:spPr>
            <a:xfrm>
              <a:off x="5954474" y="4230039"/>
              <a:ext cx="120256" cy="102854"/>
            </a:xfrm>
            <a:custGeom>
              <a:avLst/>
              <a:gdLst/>
              <a:ahLst/>
              <a:cxnLst/>
              <a:rect l="l" t="t" r="r" b="b"/>
              <a:pathLst>
                <a:path w="3787" h="3239" extrusionOk="0">
                  <a:moveTo>
                    <a:pt x="203" y="0"/>
                  </a:moveTo>
                  <a:cubicBezTo>
                    <a:pt x="84" y="0"/>
                    <a:pt x="1" y="95"/>
                    <a:pt x="1" y="214"/>
                  </a:cubicBezTo>
                  <a:lnTo>
                    <a:pt x="1" y="3024"/>
                  </a:lnTo>
                  <a:cubicBezTo>
                    <a:pt x="1" y="3143"/>
                    <a:pt x="84" y="3239"/>
                    <a:pt x="203" y="3239"/>
                  </a:cubicBezTo>
                  <a:cubicBezTo>
                    <a:pt x="322" y="3239"/>
                    <a:pt x="417" y="3143"/>
                    <a:pt x="417" y="3024"/>
                  </a:cubicBezTo>
                  <a:lnTo>
                    <a:pt x="417" y="405"/>
                  </a:lnTo>
                  <a:lnTo>
                    <a:pt x="1977" y="405"/>
                  </a:lnTo>
                  <a:cubicBezTo>
                    <a:pt x="2132" y="405"/>
                    <a:pt x="2322" y="512"/>
                    <a:pt x="2429" y="655"/>
                  </a:cubicBezTo>
                  <a:lnTo>
                    <a:pt x="3287" y="1786"/>
                  </a:lnTo>
                  <a:cubicBezTo>
                    <a:pt x="3346" y="1869"/>
                    <a:pt x="3358" y="1941"/>
                    <a:pt x="3358" y="2024"/>
                  </a:cubicBezTo>
                  <a:cubicBezTo>
                    <a:pt x="3358" y="2250"/>
                    <a:pt x="3180" y="2429"/>
                    <a:pt x="2953" y="2429"/>
                  </a:cubicBezTo>
                  <a:lnTo>
                    <a:pt x="1013" y="2429"/>
                  </a:lnTo>
                  <a:cubicBezTo>
                    <a:pt x="894" y="2429"/>
                    <a:pt x="798" y="2524"/>
                    <a:pt x="798" y="2643"/>
                  </a:cubicBezTo>
                  <a:cubicBezTo>
                    <a:pt x="798" y="2762"/>
                    <a:pt x="882" y="2846"/>
                    <a:pt x="1013" y="2846"/>
                  </a:cubicBezTo>
                  <a:lnTo>
                    <a:pt x="2977" y="2846"/>
                  </a:lnTo>
                  <a:cubicBezTo>
                    <a:pt x="3418" y="2846"/>
                    <a:pt x="3787" y="2489"/>
                    <a:pt x="3787" y="2024"/>
                  </a:cubicBezTo>
                  <a:cubicBezTo>
                    <a:pt x="3787" y="1846"/>
                    <a:pt x="3727" y="1691"/>
                    <a:pt x="3632" y="1536"/>
                  </a:cubicBezTo>
                  <a:lnTo>
                    <a:pt x="2775" y="405"/>
                  </a:lnTo>
                  <a:cubicBezTo>
                    <a:pt x="2584" y="155"/>
                    <a:pt x="2287" y="0"/>
                    <a:pt x="1965"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4" name="Google Shape;9759;p89"/>
            <p:cNvSpPr/>
            <p:nvPr/>
          </p:nvSpPr>
          <p:spPr>
            <a:xfrm>
              <a:off x="5876198" y="4333243"/>
              <a:ext cx="39376" cy="13274"/>
            </a:xfrm>
            <a:custGeom>
              <a:avLst/>
              <a:gdLst/>
              <a:ahLst/>
              <a:cxnLst/>
              <a:rect l="l" t="t" r="r" b="b"/>
              <a:pathLst>
                <a:path w="1240" h="418" extrusionOk="0">
                  <a:moveTo>
                    <a:pt x="215" y="1"/>
                  </a:moveTo>
                  <a:cubicBezTo>
                    <a:pt x="96" y="1"/>
                    <a:pt x="1" y="84"/>
                    <a:pt x="1" y="203"/>
                  </a:cubicBezTo>
                  <a:cubicBezTo>
                    <a:pt x="1" y="322"/>
                    <a:pt x="96" y="417"/>
                    <a:pt x="215" y="417"/>
                  </a:cubicBezTo>
                  <a:lnTo>
                    <a:pt x="1025" y="417"/>
                  </a:lnTo>
                  <a:cubicBezTo>
                    <a:pt x="1144" y="417"/>
                    <a:pt x="1239" y="322"/>
                    <a:pt x="1239" y="203"/>
                  </a:cubicBezTo>
                  <a:cubicBezTo>
                    <a:pt x="1239" y="84"/>
                    <a:pt x="1156" y="1"/>
                    <a:pt x="1025"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5" name="Google Shape;9760;p89"/>
            <p:cNvSpPr/>
            <p:nvPr/>
          </p:nvSpPr>
          <p:spPr>
            <a:xfrm>
              <a:off x="5979433" y="4333243"/>
              <a:ext cx="39344" cy="13274"/>
            </a:xfrm>
            <a:custGeom>
              <a:avLst/>
              <a:gdLst/>
              <a:ahLst/>
              <a:cxnLst/>
              <a:rect l="l" t="t" r="r" b="b"/>
              <a:pathLst>
                <a:path w="1239" h="418" extrusionOk="0">
                  <a:moveTo>
                    <a:pt x="203" y="1"/>
                  </a:moveTo>
                  <a:cubicBezTo>
                    <a:pt x="84" y="1"/>
                    <a:pt x="0" y="84"/>
                    <a:pt x="0" y="203"/>
                  </a:cubicBezTo>
                  <a:cubicBezTo>
                    <a:pt x="0" y="322"/>
                    <a:pt x="84" y="417"/>
                    <a:pt x="203" y="417"/>
                  </a:cubicBezTo>
                  <a:lnTo>
                    <a:pt x="1024" y="417"/>
                  </a:lnTo>
                  <a:cubicBezTo>
                    <a:pt x="1143" y="417"/>
                    <a:pt x="1239" y="322"/>
                    <a:pt x="1239" y="203"/>
                  </a:cubicBezTo>
                  <a:cubicBezTo>
                    <a:pt x="1239" y="84"/>
                    <a:pt x="1143" y="1"/>
                    <a:pt x="1024"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cxnSp>
        <p:nvCxnSpPr>
          <p:cNvPr id="6" name="Straight Connector 5"/>
          <p:cNvCxnSpPr/>
          <p:nvPr/>
        </p:nvCxnSpPr>
        <p:spPr>
          <a:xfrm flipH="1" flipV="1">
            <a:off x="741941" y="5024335"/>
            <a:ext cx="8194206" cy="1"/>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8723086" y="4702628"/>
            <a:ext cx="284052" cy="307777"/>
          </a:xfrm>
          <a:prstGeom prst="rect">
            <a:avLst/>
          </a:prstGeom>
          <a:noFill/>
        </p:spPr>
        <p:txBody>
          <a:bodyPr wrap="none" rtlCol="0">
            <a:spAutoFit/>
          </a:bodyPr>
          <a:lstStyle/>
          <a:p>
            <a:fld id="{3B13CC22-955F-4C18-B43E-F8F0DA7FF5AB}" type="slidenum">
              <a:rPr lang="en-US" smtClean="0"/>
              <a:t>1</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p:cTn id="7" dur="500" fill="hold"/>
                                        <p:tgtEl>
                                          <p:spTgt spid="33"/>
                                        </p:tgtEl>
                                        <p:attrNameLst>
                                          <p:attrName>ppt_w</p:attrName>
                                        </p:attrNameLst>
                                      </p:cBhvr>
                                      <p:tavLst>
                                        <p:tav tm="0">
                                          <p:val>
                                            <p:fltVal val="0"/>
                                          </p:val>
                                        </p:tav>
                                        <p:tav tm="100000">
                                          <p:val>
                                            <p:strVal val="#ppt_w"/>
                                          </p:val>
                                        </p:tav>
                                      </p:tavLst>
                                    </p:anim>
                                    <p:anim calcmode="lin" valueType="num">
                                      <p:cBhvr>
                                        <p:cTn id="8" dur="500" fill="hold"/>
                                        <p:tgtEl>
                                          <p:spTgt spid="33"/>
                                        </p:tgtEl>
                                        <p:attrNameLst>
                                          <p:attrName>ppt_h</p:attrName>
                                        </p:attrNameLst>
                                      </p:cBhvr>
                                      <p:tavLst>
                                        <p:tav tm="0">
                                          <p:val>
                                            <p:fltVal val="0"/>
                                          </p:val>
                                        </p:tav>
                                        <p:tav tm="100000">
                                          <p:val>
                                            <p:strVal val="#ppt_h"/>
                                          </p:val>
                                        </p:tav>
                                      </p:tavLst>
                                    </p:anim>
                                    <p:animEffect transition="in" filter="fade">
                                      <p:cBhvr>
                                        <p:cTn id="9" dur="500"/>
                                        <p:tgtEl>
                                          <p:spTgt spid="33"/>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7"/>
                                        </p:tgtEl>
                                        <p:attrNameLst>
                                          <p:attrName>style.visibility</p:attrName>
                                        </p:attrNameLst>
                                      </p:cBhvr>
                                      <p:to>
                                        <p:strVal val="visible"/>
                                      </p:to>
                                    </p:set>
                                    <p:anim calcmode="lin" valueType="num">
                                      <p:cBhvr>
                                        <p:cTn id="13" dur="500" fill="hold"/>
                                        <p:tgtEl>
                                          <p:spTgt spid="27"/>
                                        </p:tgtEl>
                                        <p:attrNameLst>
                                          <p:attrName>ppt_w</p:attrName>
                                        </p:attrNameLst>
                                      </p:cBhvr>
                                      <p:tavLst>
                                        <p:tav tm="0">
                                          <p:val>
                                            <p:fltVal val="0"/>
                                          </p:val>
                                        </p:tav>
                                        <p:tav tm="100000">
                                          <p:val>
                                            <p:strVal val="#ppt_w"/>
                                          </p:val>
                                        </p:tav>
                                      </p:tavLst>
                                    </p:anim>
                                    <p:anim calcmode="lin" valueType="num">
                                      <p:cBhvr>
                                        <p:cTn id="14" dur="500" fill="hold"/>
                                        <p:tgtEl>
                                          <p:spTgt spid="27"/>
                                        </p:tgtEl>
                                        <p:attrNameLst>
                                          <p:attrName>ppt_h</p:attrName>
                                        </p:attrNameLst>
                                      </p:cBhvr>
                                      <p:tavLst>
                                        <p:tav tm="0">
                                          <p:val>
                                            <p:fltVal val="0"/>
                                          </p:val>
                                        </p:tav>
                                        <p:tav tm="100000">
                                          <p:val>
                                            <p:strVal val="#ppt_h"/>
                                          </p:val>
                                        </p:tav>
                                      </p:tavLst>
                                    </p:anim>
                                    <p:animEffect transition="in" filter="fade">
                                      <p:cBhvr>
                                        <p:cTn id="15" dur="500"/>
                                        <p:tgtEl>
                                          <p:spTgt spid="27"/>
                                        </p:tgtEl>
                                      </p:cBhvr>
                                    </p:animEffect>
                                  </p:childTnLst>
                                </p:cTn>
                              </p:par>
                              <p:par>
                                <p:cTn id="16" presetID="12" presetClass="entr" presetSubtype="8" fill="hold" grpId="2" nodeType="withEffect">
                                  <p:stCondLst>
                                    <p:cond delay="0"/>
                                  </p:stCondLst>
                                  <p:childTnLst>
                                    <p:set>
                                      <p:cBhvr>
                                        <p:cTn id="17" dur="1" fill="hold">
                                          <p:stCondLst>
                                            <p:cond delay="0"/>
                                          </p:stCondLst>
                                        </p:cTn>
                                        <p:tgtEl>
                                          <p:spTgt spid="1855"/>
                                        </p:tgtEl>
                                        <p:attrNameLst>
                                          <p:attrName>style.visibility</p:attrName>
                                        </p:attrNameLst>
                                      </p:cBhvr>
                                      <p:to>
                                        <p:strVal val="visible"/>
                                      </p:to>
                                    </p:set>
                                    <p:anim calcmode="lin" valueType="num">
                                      <p:cBhvr additive="base">
                                        <p:cTn id="18" dur="500"/>
                                        <p:tgtEl>
                                          <p:spTgt spid="1855"/>
                                        </p:tgtEl>
                                        <p:attrNameLst>
                                          <p:attrName>ppt_x</p:attrName>
                                        </p:attrNameLst>
                                      </p:cBhvr>
                                      <p:tavLst>
                                        <p:tav tm="0">
                                          <p:val>
                                            <p:strVal val="#ppt_x-#ppt_w*1.125000"/>
                                          </p:val>
                                        </p:tav>
                                        <p:tav tm="100000">
                                          <p:val>
                                            <p:strVal val="#ppt_x"/>
                                          </p:val>
                                        </p:tav>
                                      </p:tavLst>
                                    </p:anim>
                                    <p:animEffect transition="in" filter="wipe(right)">
                                      <p:cBhvr>
                                        <p:cTn id="19" dur="500"/>
                                        <p:tgtEl>
                                          <p:spTgt spid="1855"/>
                                        </p:tgtEl>
                                      </p:cBhvr>
                                    </p:animEffect>
                                  </p:childTnLst>
                                </p:cTn>
                              </p:par>
                            </p:childTnLst>
                          </p:cTn>
                        </p:par>
                        <p:par>
                          <p:cTn id="20" fill="hold">
                            <p:stCondLst>
                              <p:cond delay="1000"/>
                            </p:stCondLst>
                            <p:childTnLst>
                              <p:par>
                                <p:cTn id="21" presetID="12" presetClass="entr" presetSubtype="8"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p:tgtEl>
                                          <p:spTgt spid="11"/>
                                        </p:tgtEl>
                                        <p:attrNameLst>
                                          <p:attrName>ppt_x</p:attrName>
                                        </p:attrNameLst>
                                      </p:cBhvr>
                                      <p:tavLst>
                                        <p:tav tm="0">
                                          <p:val>
                                            <p:strVal val="#ppt_x-#ppt_w*1.125000"/>
                                          </p:val>
                                        </p:tav>
                                        <p:tav tm="100000">
                                          <p:val>
                                            <p:strVal val="#ppt_x"/>
                                          </p:val>
                                        </p:tav>
                                      </p:tavLst>
                                    </p:anim>
                                    <p:animEffect transition="in" filter="wipe(right)">
                                      <p:cBhvr>
                                        <p:cTn id="24" dur="500"/>
                                        <p:tgtEl>
                                          <p:spTgt spid="11"/>
                                        </p:tgtEl>
                                      </p:cBhvr>
                                    </p:animEffect>
                                  </p:childTnLst>
                                </p:cTn>
                              </p:par>
                            </p:childTnLst>
                          </p:cTn>
                        </p:par>
                        <p:par>
                          <p:cTn id="25" fill="hold">
                            <p:stCondLst>
                              <p:cond delay="1500"/>
                            </p:stCondLst>
                            <p:childTnLst>
                              <p:par>
                                <p:cTn id="26" presetID="53" presetClass="entr" presetSubtype="16" fill="hold" grpId="2" nodeType="after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p:cTn id="28" dur="250" fill="hold"/>
                                        <p:tgtEl>
                                          <p:spTgt spid="12"/>
                                        </p:tgtEl>
                                        <p:attrNameLst>
                                          <p:attrName>ppt_w</p:attrName>
                                        </p:attrNameLst>
                                      </p:cBhvr>
                                      <p:tavLst>
                                        <p:tav tm="0">
                                          <p:val>
                                            <p:fltVal val="0"/>
                                          </p:val>
                                        </p:tav>
                                        <p:tav tm="100000">
                                          <p:val>
                                            <p:strVal val="#ppt_w"/>
                                          </p:val>
                                        </p:tav>
                                      </p:tavLst>
                                    </p:anim>
                                    <p:anim calcmode="lin" valueType="num">
                                      <p:cBhvr>
                                        <p:cTn id="29" dur="250" fill="hold"/>
                                        <p:tgtEl>
                                          <p:spTgt spid="12"/>
                                        </p:tgtEl>
                                        <p:attrNameLst>
                                          <p:attrName>ppt_h</p:attrName>
                                        </p:attrNameLst>
                                      </p:cBhvr>
                                      <p:tavLst>
                                        <p:tav tm="0">
                                          <p:val>
                                            <p:fltVal val="0"/>
                                          </p:val>
                                        </p:tav>
                                        <p:tav tm="100000">
                                          <p:val>
                                            <p:strVal val="#ppt_h"/>
                                          </p:val>
                                        </p:tav>
                                      </p:tavLst>
                                    </p:anim>
                                    <p:animEffect transition="in" filter="fade">
                                      <p:cBhvr>
                                        <p:cTn id="30" dur="250"/>
                                        <p:tgtEl>
                                          <p:spTgt spid="12"/>
                                        </p:tgtEl>
                                      </p:cBhvr>
                                    </p:animEffect>
                                  </p:childTnLst>
                                </p:cTn>
                              </p:par>
                            </p:childTnLst>
                          </p:cTn>
                        </p:par>
                        <p:par>
                          <p:cTn id="31" fill="hold">
                            <p:stCondLst>
                              <p:cond delay="1750"/>
                            </p:stCondLst>
                            <p:childTnLst>
                              <p:par>
                                <p:cTn id="32" presetID="12" presetClass="entr" presetSubtype="8" fill="hold" grpId="0" nodeType="afterEffect">
                                  <p:stCondLst>
                                    <p:cond delay="0"/>
                                  </p:stCondLst>
                                  <p:childTnLst>
                                    <p:set>
                                      <p:cBhvr>
                                        <p:cTn id="33" dur="1" fill="hold">
                                          <p:stCondLst>
                                            <p:cond delay="0"/>
                                          </p:stCondLst>
                                        </p:cTn>
                                        <p:tgtEl>
                                          <p:spTgt spid="3"/>
                                        </p:tgtEl>
                                        <p:attrNameLst>
                                          <p:attrName>style.visibility</p:attrName>
                                        </p:attrNameLst>
                                      </p:cBhvr>
                                      <p:to>
                                        <p:strVal val="visible"/>
                                      </p:to>
                                    </p:set>
                                    <p:anim calcmode="lin" valueType="num">
                                      <p:cBhvr additive="base">
                                        <p:cTn id="34" dur="500"/>
                                        <p:tgtEl>
                                          <p:spTgt spid="3"/>
                                        </p:tgtEl>
                                        <p:attrNameLst>
                                          <p:attrName>ppt_x</p:attrName>
                                        </p:attrNameLst>
                                      </p:cBhvr>
                                      <p:tavLst>
                                        <p:tav tm="0">
                                          <p:val>
                                            <p:strVal val="#ppt_x-#ppt_w*1.125000"/>
                                          </p:val>
                                        </p:tav>
                                        <p:tav tm="100000">
                                          <p:val>
                                            <p:strVal val="#ppt_x"/>
                                          </p:val>
                                        </p:tav>
                                      </p:tavLst>
                                    </p:anim>
                                    <p:animEffect transition="in" filter="wipe(right)">
                                      <p:cBhvr>
                                        <p:cTn id="35" dur="500"/>
                                        <p:tgtEl>
                                          <p:spTgt spid="3"/>
                                        </p:tgtEl>
                                      </p:cBhvr>
                                    </p:animEffect>
                                  </p:childTnLst>
                                </p:cTn>
                              </p:par>
                            </p:childTnLst>
                          </p:cTn>
                        </p:par>
                        <p:par>
                          <p:cTn id="36" fill="hold">
                            <p:stCondLst>
                              <p:cond delay="2250"/>
                            </p:stCondLst>
                            <p:childTnLst>
                              <p:par>
                                <p:cTn id="37" presetID="12" presetClass="entr" presetSubtype="8" fill="hold" grpId="2" nodeType="afterEffect">
                                  <p:stCondLst>
                                    <p:cond delay="0"/>
                                  </p:stCondLst>
                                  <p:childTnLst>
                                    <p:set>
                                      <p:cBhvr>
                                        <p:cTn id="38" dur="1" fill="hold">
                                          <p:stCondLst>
                                            <p:cond delay="0"/>
                                          </p:stCondLst>
                                        </p:cTn>
                                        <p:tgtEl>
                                          <p:spTgt spid="2">
                                            <p:txEl>
                                              <p:pRg st="0" end="0"/>
                                            </p:txEl>
                                          </p:spTgt>
                                        </p:tgtEl>
                                        <p:attrNameLst>
                                          <p:attrName>style.visibility</p:attrName>
                                        </p:attrNameLst>
                                      </p:cBhvr>
                                      <p:to>
                                        <p:strVal val="visible"/>
                                      </p:to>
                                    </p:set>
                                    <p:anim calcmode="lin" valueType="num">
                                      <p:cBhvr additive="base">
                                        <p:cTn id="39" dur="250"/>
                                        <p:tgtEl>
                                          <p:spTgt spid="2">
                                            <p:txEl>
                                              <p:pRg st="0" end="0"/>
                                            </p:txEl>
                                          </p:spTgt>
                                        </p:tgtEl>
                                        <p:attrNameLst>
                                          <p:attrName>ppt_x</p:attrName>
                                        </p:attrNameLst>
                                      </p:cBhvr>
                                      <p:tavLst>
                                        <p:tav tm="0">
                                          <p:val>
                                            <p:strVal val="#ppt_x-#ppt_w*1.125000"/>
                                          </p:val>
                                        </p:tav>
                                        <p:tav tm="100000">
                                          <p:val>
                                            <p:strVal val="#ppt_x"/>
                                          </p:val>
                                        </p:tav>
                                      </p:tavLst>
                                    </p:anim>
                                    <p:animEffect transition="in" filter="wipe(right)">
                                      <p:cBhvr>
                                        <p:cTn id="40" dur="250"/>
                                        <p:tgtEl>
                                          <p:spTgt spid="2">
                                            <p:txEl>
                                              <p:pRg st="0" end="0"/>
                                            </p:txEl>
                                          </p:spTgt>
                                        </p:tgtEl>
                                      </p:cBhvr>
                                    </p:animEffect>
                                  </p:childTnLst>
                                </p:cTn>
                              </p:par>
                            </p:childTnLst>
                          </p:cTn>
                        </p:par>
                        <p:par>
                          <p:cTn id="41" fill="hold">
                            <p:stCondLst>
                              <p:cond delay="2500"/>
                            </p:stCondLst>
                            <p:childTnLst>
                              <p:par>
                                <p:cTn id="42" presetID="12" presetClass="entr" presetSubtype="8" fill="hold" grpId="2" nodeType="afterEffect">
                                  <p:stCondLst>
                                    <p:cond delay="0"/>
                                  </p:stCondLst>
                                  <p:childTnLst>
                                    <p:set>
                                      <p:cBhvr>
                                        <p:cTn id="43" dur="1" fill="hold">
                                          <p:stCondLst>
                                            <p:cond delay="0"/>
                                          </p:stCondLst>
                                        </p:cTn>
                                        <p:tgtEl>
                                          <p:spTgt spid="2">
                                            <p:txEl>
                                              <p:pRg st="1" end="1"/>
                                            </p:txEl>
                                          </p:spTgt>
                                        </p:tgtEl>
                                        <p:attrNameLst>
                                          <p:attrName>style.visibility</p:attrName>
                                        </p:attrNameLst>
                                      </p:cBhvr>
                                      <p:to>
                                        <p:strVal val="visible"/>
                                      </p:to>
                                    </p:set>
                                    <p:anim calcmode="lin" valueType="num">
                                      <p:cBhvr additive="base">
                                        <p:cTn id="44" dur="250"/>
                                        <p:tgtEl>
                                          <p:spTgt spid="2">
                                            <p:txEl>
                                              <p:pRg st="1" end="1"/>
                                            </p:txEl>
                                          </p:spTgt>
                                        </p:tgtEl>
                                        <p:attrNameLst>
                                          <p:attrName>ppt_x</p:attrName>
                                        </p:attrNameLst>
                                      </p:cBhvr>
                                      <p:tavLst>
                                        <p:tav tm="0">
                                          <p:val>
                                            <p:strVal val="#ppt_x-#ppt_w*1.125000"/>
                                          </p:val>
                                        </p:tav>
                                        <p:tav tm="100000">
                                          <p:val>
                                            <p:strVal val="#ppt_x"/>
                                          </p:val>
                                        </p:tav>
                                      </p:tavLst>
                                    </p:anim>
                                    <p:animEffect transition="in" filter="wipe(right)">
                                      <p:cBhvr>
                                        <p:cTn id="45" dur="250"/>
                                        <p:tgtEl>
                                          <p:spTgt spid="2">
                                            <p:txEl>
                                              <p:pRg st="1" end="1"/>
                                            </p:txEl>
                                          </p:spTgt>
                                        </p:tgtEl>
                                      </p:cBhvr>
                                    </p:animEffect>
                                  </p:childTnLst>
                                </p:cTn>
                              </p:par>
                            </p:childTnLst>
                          </p:cTn>
                        </p:par>
                        <p:par>
                          <p:cTn id="46" fill="hold">
                            <p:stCondLst>
                              <p:cond delay="2750"/>
                            </p:stCondLst>
                            <p:childTnLst>
                              <p:par>
                                <p:cTn id="47" presetID="12" presetClass="entr" presetSubtype="8" fill="hold" grpId="2" nodeType="afterEffect">
                                  <p:stCondLst>
                                    <p:cond delay="0"/>
                                  </p:stCondLst>
                                  <p:childTnLst>
                                    <p:set>
                                      <p:cBhvr>
                                        <p:cTn id="48" dur="1" fill="hold">
                                          <p:stCondLst>
                                            <p:cond delay="0"/>
                                          </p:stCondLst>
                                        </p:cTn>
                                        <p:tgtEl>
                                          <p:spTgt spid="2">
                                            <p:txEl>
                                              <p:pRg st="2" end="2"/>
                                            </p:txEl>
                                          </p:spTgt>
                                        </p:tgtEl>
                                        <p:attrNameLst>
                                          <p:attrName>style.visibility</p:attrName>
                                        </p:attrNameLst>
                                      </p:cBhvr>
                                      <p:to>
                                        <p:strVal val="visible"/>
                                      </p:to>
                                    </p:set>
                                    <p:anim calcmode="lin" valueType="num">
                                      <p:cBhvr additive="base">
                                        <p:cTn id="49" dur="250"/>
                                        <p:tgtEl>
                                          <p:spTgt spid="2">
                                            <p:txEl>
                                              <p:pRg st="2" end="2"/>
                                            </p:txEl>
                                          </p:spTgt>
                                        </p:tgtEl>
                                        <p:attrNameLst>
                                          <p:attrName>ppt_x</p:attrName>
                                        </p:attrNameLst>
                                      </p:cBhvr>
                                      <p:tavLst>
                                        <p:tav tm="0">
                                          <p:val>
                                            <p:strVal val="#ppt_x-#ppt_w*1.125000"/>
                                          </p:val>
                                        </p:tav>
                                        <p:tav tm="100000">
                                          <p:val>
                                            <p:strVal val="#ppt_x"/>
                                          </p:val>
                                        </p:tav>
                                      </p:tavLst>
                                    </p:anim>
                                    <p:animEffect transition="in" filter="wipe(right)">
                                      <p:cBhvr>
                                        <p:cTn id="50" dur="250"/>
                                        <p:tgtEl>
                                          <p:spTgt spid="2">
                                            <p:txEl>
                                              <p:pRg st="2" end="2"/>
                                            </p:txEl>
                                          </p:spTgt>
                                        </p:tgtEl>
                                      </p:cBhvr>
                                    </p:animEffect>
                                  </p:childTnLst>
                                </p:cTn>
                              </p:par>
                            </p:childTnLst>
                          </p:cTn>
                        </p:par>
                        <p:par>
                          <p:cTn id="51" fill="hold">
                            <p:stCondLst>
                              <p:cond delay="3000"/>
                            </p:stCondLst>
                            <p:childTnLst>
                              <p:par>
                                <p:cTn id="52" presetID="53" presetClass="entr" presetSubtype="16" fill="hold" nodeType="afterEffect">
                                  <p:stCondLst>
                                    <p:cond delay="0"/>
                                  </p:stCondLst>
                                  <p:childTnLst>
                                    <p:set>
                                      <p:cBhvr>
                                        <p:cTn id="53" dur="1" fill="hold">
                                          <p:stCondLst>
                                            <p:cond delay="0"/>
                                          </p:stCondLst>
                                        </p:cTn>
                                        <p:tgtEl>
                                          <p:spTgt spid="10558"/>
                                        </p:tgtEl>
                                        <p:attrNameLst>
                                          <p:attrName>style.visibility</p:attrName>
                                        </p:attrNameLst>
                                      </p:cBhvr>
                                      <p:to>
                                        <p:strVal val="visible"/>
                                      </p:to>
                                    </p:set>
                                    <p:anim calcmode="lin" valueType="num">
                                      <p:cBhvr>
                                        <p:cTn id="54" dur="500" fill="hold"/>
                                        <p:tgtEl>
                                          <p:spTgt spid="10558"/>
                                        </p:tgtEl>
                                        <p:attrNameLst>
                                          <p:attrName>ppt_w</p:attrName>
                                        </p:attrNameLst>
                                      </p:cBhvr>
                                      <p:tavLst>
                                        <p:tav tm="0">
                                          <p:val>
                                            <p:fltVal val="0"/>
                                          </p:val>
                                        </p:tav>
                                        <p:tav tm="100000">
                                          <p:val>
                                            <p:strVal val="#ppt_w"/>
                                          </p:val>
                                        </p:tav>
                                      </p:tavLst>
                                    </p:anim>
                                    <p:anim calcmode="lin" valueType="num">
                                      <p:cBhvr>
                                        <p:cTn id="55" dur="500" fill="hold"/>
                                        <p:tgtEl>
                                          <p:spTgt spid="10558"/>
                                        </p:tgtEl>
                                        <p:attrNameLst>
                                          <p:attrName>ppt_h</p:attrName>
                                        </p:attrNameLst>
                                      </p:cBhvr>
                                      <p:tavLst>
                                        <p:tav tm="0">
                                          <p:val>
                                            <p:fltVal val="0"/>
                                          </p:val>
                                        </p:tav>
                                        <p:tav tm="100000">
                                          <p:val>
                                            <p:strVal val="#ppt_h"/>
                                          </p:val>
                                        </p:tav>
                                      </p:tavLst>
                                    </p:anim>
                                    <p:animEffect transition="in" filter="fade">
                                      <p:cBhvr>
                                        <p:cTn id="56" dur="500"/>
                                        <p:tgtEl>
                                          <p:spTgt spid="10558"/>
                                        </p:tgtEl>
                                      </p:cBhvr>
                                    </p:animEffect>
                                  </p:childTnLst>
                                </p:cTn>
                              </p:par>
                              <p:par>
                                <p:cTn id="57" presetID="53" presetClass="entr" presetSubtype="16" fill="hold" nodeType="withEffect">
                                  <p:stCondLst>
                                    <p:cond delay="0"/>
                                  </p:stCondLst>
                                  <p:childTnLst>
                                    <p:set>
                                      <p:cBhvr>
                                        <p:cTn id="58" dur="1" fill="hold">
                                          <p:stCondLst>
                                            <p:cond delay="0"/>
                                          </p:stCondLst>
                                        </p:cTn>
                                        <p:tgtEl>
                                          <p:spTgt spid="10566"/>
                                        </p:tgtEl>
                                        <p:attrNameLst>
                                          <p:attrName>style.visibility</p:attrName>
                                        </p:attrNameLst>
                                      </p:cBhvr>
                                      <p:to>
                                        <p:strVal val="visible"/>
                                      </p:to>
                                    </p:set>
                                    <p:anim calcmode="lin" valueType="num">
                                      <p:cBhvr>
                                        <p:cTn id="59" dur="500" fill="hold"/>
                                        <p:tgtEl>
                                          <p:spTgt spid="10566"/>
                                        </p:tgtEl>
                                        <p:attrNameLst>
                                          <p:attrName>ppt_w</p:attrName>
                                        </p:attrNameLst>
                                      </p:cBhvr>
                                      <p:tavLst>
                                        <p:tav tm="0">
                                          <p:val>
                                            <p:fltVal val="0"/>
                                          </p:val>
                                        </p:tav>
                                        <p:tav tm="100000">
                                          <p:val>
                                            <p:strVal val="#ppt_w"/>
                                          </p:val>
                                        </p:tav>
                                      </p:tavLst>
                                    </p:anim>
                                    <p:anim calcmode="lin" valueType="num">
                                      <p:cBhvr>
                                        <p:cTn id="60" dur="500" fill="hold"/>
                                        <p:tgtEl>
                                          <p:spTgt spid="10566"/>
                                        </p:tgtEl>
                                        <p:attrNameLst>
                                          <p:attrName>ppt_h</p:attrName>
                                        </p:attrNameLst>
                                      </p:cBhvr>
                                      <p:tavLst>
                                        <p:tav tm="0">
                                          <p:val>
                                            <p:fltVal val="0"/>
                                          </p:val>
                                        </p:tav>
                                        <p:tav tm="100000">
                                          <p:val>
                                            <p:strVal val="#ppt_h"/>
                                          </p:val>
                                        </p:tav>
                                      </p:tavLst>
                                    </p:anim>
                                    <p:animEffect transition="in" filter="fade">
                                      <p:cBhvr>
                                        <p:cTn id="61" dur="500"/>
                                        <p:tgtEl>
                                          <p:spTgt spid="10566"/>
                                        </p:tgtEl>
                                      </p:cBhvr>
                                    </p:animEffect>
                                  </p:childTnLst>
                                </p:cTn>
                              </p:par>
                            </p:childTnLst>
                          </p:cTn>
                        </p:par>
                        <p:par>
                          <p:cTn id="62" fill="hold">
                            <p:stCondLst>
                              <p:cond delay="3500"/>
                            </p:stCondLst>
                            <p:childTnLst>
                              <p:par>
                                <p:cTn id="63" presetID="26" presetClass="emph" presetSubtype="0" repeatCount="indefinite" fill="hold" nodeType="afterEffect">
                                  <p:stCondLst>
                                    <p:cond delay="0"/>
                                  </p:stCondLst>
                                  <p:endCondLst>
                                    <p:cond evt="onNext" delay="0">
                                      <p:tgtEl>
                                        <p:sldTgt/>
                                      </p:tgtEl>
                                    </p:cond>
                                  </p:endCondLst>
                                  <p:childTnLst>
                                    <p:animEffect transition="out" filter="fade">
                                      <p:cBhvr>
                                        <p:cTn id="64" dur="500" tmFilter="0, 0; .2, .5; .8, .5; 1, 0"/>
                                        <p:tgtEl>
                                          <p:spTgt spid="10558"/>
                                        </p:tgtEl>
                                      </p:cBhvr>
                                    </p:animEffect>
                                    <p:animScale>
                                      <p:cBhvr>
                                        <p:cTn id="65" dur="250" autoRev="1" fill="hold"/>
                                        <p:tgtEl>
                                          <p:spTgt spid="10558"/>
                                        </p:tgtEl>
                                      </p:cBhvr>
                                      <p:by x="105000" y="105000"/>
                                    </p:animScale>
                                  </p:childTnLst>
                                </p:cTn>
                              </p:par>
                              <p:par>
                                <p:cTn id="66" presetID="26" presetClass="emph" presetSubtype="0" repeatCount="indefinite" fill="hold" nodeType="withEffect">
                                  <p:stCondLst>
                                    <p:cond delay="0"/>
                                  </p:stCondLst>
                                  <p:endCondLst>
                                    <p:cond evt="onNext" delay="0">
                                      <p:tgtEl>
                                        <p:sldTgt/>
                                      </p:tgtEl>
                                    </p:cond>
                                  </p:endCondLst>
                                  <p:childTnLst>
                                    <p:animEffect transition="out" filter="fade">
                                      <p:cBhvr>
                                        <p:cTn id="67" dur="500" tmFilter="0, 0; .2, .5; .8, .5; 1, 0"/>
                                        <p:tgtEl>
                                          <p:spTgt spid="10566"/>
                                        </p:tgtEl>
                                      </p:cBhvr>
                                    </p:animEffect>
                                    <p:animScale>
                                      <p:cBhvr>
                                        <p:cTn id="68" dur="250" autoRev="1" fill="hold"/>
                                        <p:tgtEl>
                                          <p:spTgt spid="10566"/>
                                        </p:tgtEl>
                                      </p:cBhvr>
                                      <p:by x="105000" y="105000"/>
                                    </p:animScale>
                                  </p:childTnLst>
                                </p:cTn>
                              </p:par>
                            </p:childTnLst>
                          </p:cTn>
                        </p:par>
                        <p:par>
                          <p:cTn id="69" fill="hold">
                            <p:stCondLst>
                              <p:cond delay="4000"/>
                            </p:stCondLst>
                            <p:childTnLst>
                              <p:par>
                                <p:cTn id="70" presetID="18" presetClass="entr" presetSubtype="3" repeatCount="indefinite" fill="hold" nodeType="afterEffect">
                                  <p:stCondLst>
                                    <p:cond delay="0"/>
                                  </p:stCondLst>
                                  <p:endCondLst>
                                    <p:cond evt="onNext" delay="0">
                                      <p:tgtEl>
                                        <p:sldTgt/>
                                      </p:tgtEl>
                                    </p:cond>
                                  </p:endCondLst>
                                  <p:childTnLst>
                                    <p:set>
                                      <p:cBhvr>
                                        <p:cTn id="71" dur="1" fill="hold">
                                          <p:stCondLst>
                                            <p:cond delay="0"/>
                                          </p:stCondLst>
                                        </p:cTn>
                                        <p:tgtEl>
                                          <p:spTgt spid="10554"/>
                                        </p:tgtEl>
                                        <p:attrNameLst>
                                          <p:attrName>style.visibility</p:attrName>
                                        </p:attrNameLst>
                                      </p:cBhvr>
                                      <p:to>
                                        <p:strVal val="visible"/>
                                      </p:to>
                                    </p:set>
                                    <p:animEffect transition="in" filter="strips(upRight)">
                                      <p:cBhvr>
                                        <p:cTn id="72" dur="500"/>
                                        <p:tgtEl>
                                          <p:spTgt spid="10554"/>
                                        </p:tgtEl>
                                      </p:cBhvr>
                                    </p:animEffect>
                                  </p:childTnLst>
                                </p:cTn>
                              </p:par>
                              <p:par>
                                <p:cTn id="73" presetID="18" presetClass="entr" presetSubtype="3" repeatCount="indefinite" fill="hold" nodeType="withEffect">
                                  <p:stCondLst>
                                    <p:cond delay="0"/>
                                  </p:stCondLst>
                                  <p:endCondLst>
                                    <p:cond evt="onNext" delay="0">
                                      <p:tgtEl>
                                        <p:sldTgt/>
                                      </p:tgtEl>
                                    </p:cond>
                                  </p:endCondLst>
                                  <p:childTnLst>
                                    <p:set>
                                      <p:cBhvr>
                                        <p:cTn id="74" dur="1" fill="hold">
                                          <p:stCondLst>
                                            <p:cond delay="0"/>
                                          </p:stCondLst>
                                        </p:cTn>
                                        <p:tgtEl>
                                          <p:spTgt spid="10556"/>
                                        </p:tgtEl>
                                        <p:attrNameLst>
                                          <p:attrName>style.visibility</p:attrName>
                                        </p:attrNameLst>
                                      </p:cBhvr>
                                      <p:to>
                                        <p:strVal val="visible"/>
                                      </p:to>
                                    </p:set>
                                    <p:animEffect transition="in" filter="strips(upRight)">
                                      <p:cBhvr>
                                        <p:cTn id="75" dur="500"/>
                                        <p:tgtEl>
                                          <p:spTgt spid="10556"/>
                                        </p:tgtEl>
                                      </p:cBhvr>
                                    </p:animEffect>
                                  </p:childTnLst>
                                </p:cTn>
                              </p:par>
                              <p:par>
                                <p:cTn id="76" presetID="18" presetClass="entr" presetSubtype="3" repeatCount="indefinite" fill="hold" nodeType="withEffect">
                                  <p:stCondLst>
                                    <p:cond delay="0"/>
                                  </p:stCondLst>
                                  <p:endCondLst>
                                    <p:cond evt="onNext" delay="0">
                                      <p:tgtEl>
                                        <p:sldTgt/>
                                      </p:tgtEl>
                                    </p:cond>
                                  </p:endCondLst>
                                  <p:childTnLst>
                                    <p:set>
                                      <p:cBhvr>
                                        <p:cTn id="77" dur="1" fill="hold">
                                          <p:stCondLst>
                                            <p:cond delay="0"/>
                                          </p:stCondLst>
                                        </p:cTn>
                                        <p:tgtEl>
                                          <p:spTgt spid="10552"/>
                                        </p:tgtEl>
                                        <p:attrNameLst>
                                          <p:attrName>style.visibility</p:attrName>
                                        </p:attrNameLst>
                                      </p:cBhvr>
                                      <p:to>
                                        <p:strVal val="visible"/>
                                      </p:to>
                                    </p:set>
                                    <p:animEffect transition="in" filter="strips(upRight)">
                                      <p:cBhvr>
                                        <p:cTn id="78" dur="500"/>
                                        <p:tgtEl>
                                          <p:spTgt spid="10552"/>
                                        </p:tgtEl>
                                      </p:cBhvr>
                                    </p:animEffect>
                                  </p:childTnLst>
                                </p:cTn>
                              </p:par>
                              <p:par>
                                <p:cTn id="79" presetID="18" presetClass="entr" presetSubtype="12" repeatCount="indefinite" fill="hold" nodeType="withEffect">
                                  <p:stCondLst>
                                    <p:cond delay="0"/>
                                  </p:stCondLst>
                                  <p:endCondLst>
                                    <p:cond evt="onNext" delay="0">
                                      <p:tgtEl>
                                        <p:sldTgt/>
                                      </p:tgtEl>
                                    </p:cond>
                                  </p:endCondLst>
                                  <p:childTnLst>
                                    <p:set>
                                      <p:cBhvr>
                                        <p:cTn id="80" dur="1" fill="hold">
                                          <p:stCondLst>
                                            <p:cond delay="0"/>
                                          </p:stCondLst>
                                        </p:cTn>
                                        <p:tgtEl>
                                          <p:spTgt spid="10551"/>
                                        </p:tgtEl>
                                        <p:attrNameLst>
                                          <p:attrName>style.visibility</p:attrName>
                                        </p:attrNameLst>
                                      </p:cBhvr>
                                      <p:to>
                                        <p:strVal val="visible"/>
                                      </p:to>
                                    </p:set>
                                    <p:animEffect transition="in" filter="strips(downLeft)">
                                      <p:cBhvr>
                                        <p:cTn id="81" dur="500"/>
                                        <p:tgtEl>
                                          <p:spTgt spid="10551"/>
                                        </p:tgtEl>
                                      </p:cBhvr>
                                    </p:animEffect>
                                  </p:childTnLst>
                                </p:cTn>
                              </p:par>
                              <p:par>
                                <p:cTn id="82" presetID="18" presetClass="entr" presetSubtype="12" repeatCount="indefinite" fill="hold" nodeType="withEffect">
                                  <p:stCondLst>
                                    <p:cond delay="0"/>
                                  </p:stCondLst>
                                  <p:endCondLst>
                                    <p:cond evt="onNext" delay="0">
                                      <p:tgtEl>
                                        <p:sldTgt/>
                                      </p:tgtEl>
                                    </p:cond>
                                  </p:endCondLst>
                                  <p:childTnLst>
                                    <p:set>
                                      <p:cBhvr>
                                        <p:cTn id="83" dur="1" fill="hold">
                                          <p:stCondLst>
                                            <p:cond delay="0"/>
                                          </p:stCondLst>
                                        </p:cTn>
                                        <p:tgtEl>
                                          <p:spTgt spid="10555"/>
                                        </p:tgtEl>
                                        <p:attrNameLst>
                                          <p:attrName>style.visibility</p:attrName>
                                        </p:attrNameLst>
                                      </p:cBhvr>
                                      <p:to>
                                        <p:strVal val="visible"/>
                                      </p:to>
                                    </p:set>
                                    <p:animEffect transition="in" filter="strips(downLeft)">
                                      <p:cBhvr>
                                        <p:cTn id="84" dur="500"/>
                                        <p:tgtEl>
                                          <p:spTgt spid="10555"/>
                                        </p:tgtEl>
                                      </p:cBhvr>
                                    </p:animEffect>
                                  </p:childTnLst>
                                </p:cTn>
                              </p:par>
                              <p:par>
                                <p:cTn id="85" presetID="18" presetClass="entr" presetSubtype="12" repeatCount="indefinite" fill="hold" nodeType="withEffect">
                                  <p:stCondLst>
                                    <p:cond delay="0"/>
                                  </p:stCondLst>
                                  <p:endCondLst>
                                    <p:cond evt="onNext" delay="0">
                                      <p:tgtEl>
                                        <p:sldTgt/>
                                      </p:tgtEl>
                                    </p:cond>
                                  </p:endCondLst>
                                  <p:childTnLst>
                                    <p:set>
                                      <p:cBhvr>
                                        <p:cTn id="86" dur="1" fill="hold">
                                          <p:stCondLst>
                                            <p:cond delay="0"/>
                                          </p:stCondLst>
                                        </p:cTn>
                                        <p:tgtEl>
                                          <p:spTgt spid="10553"/>
                                        </p:tgtEl>
                                        <p:attrNameLst>
                                          <p:attrName>style.visibility</p:attrName>
                                        </p:attrNameLst>
                                      </p:cBhvr>
                                      <p:to>
                                        <p:strVal val="visible"/>
                                      </p:to>
                                    </p:set>
                                    <p:animEffect transition="in" filter="strips(downLeft)">
                                      <p:cBhvr>
                                        <p:cTn id="87" dur="500"/>
                                        <p:tgtEl>
                                          <p:spTgt spid="10553"/>
                                        </p:tgtEl>
                                      </p:cBhvr>
                                    </p:animEffect>
                                  </p:childTnLst>
                                </p:cTn>
                              </p:par>
                              <p:par>
                                <p:cTn id="88" presetID="12" presetClass="entr" presetSubtype="2" fill="hold" nodeType="withEffect">
                                  <p:stCondLst>
                                    <p:cond delay="0"/>
                                  </p:stCondLst>
                                  <p:childTnLst>
                                    <p:set>
                                      <p:cBhvr>
                                        <p:cTn id="89" dur="1" fill="hold">
                                          <p:stCondLst>
                                            <p:cond delay="0"/>
                                          </p:stCondLst>
                                        </p:cTn>
                                        <p:tgtEl>
                                          <p:spTgt spid="6"/>
                                        </p:tgtEl>
                                        <p:attrNameLst>
                                          <p:attrName>style.visibility</p:attrName>
                                        </p:attrNameLst>
                                      </p:cBhvr>
                                      <p:to>
                                        <p:strVal val="visible"/>
                                      </p:to>
                                    </p:set>
                                    <p:anim calcmode="lin" valueType="num">
                                      <p:cBhvr additive="base">
                                        <p:cTn id="90" dur="500"/>
                                        <p:tgtEl>
                                          <p:spTgt spid="6"/>
                                        </p:tgtEl>
                                        <p:attrNameLst>
                                          <p:attrName>ppt_x</p:attrName>
                                        </p:attrNameLst>
                                      </p:cBhvr>
                                      <p:tavLst>
                                        <p:tav tm="0">
                                          <p:val>
                                            <p:strVal val="#ppt_x+#ppt_w*1.125000"/>
                                          </p:val>
                                        </p:tav>
                                        <p:tav tm="100000">
                                          <p:val>
                                            <p:strVal val="#ppt_x"/>
                                          </p:val>
                                        </p:tav>
                                      </p:tavLst>
                                    </p:anim>
                                    <p:animEffect transition="in" filter="wipe(left)">
                                      <p:cBhvr>
                                        <p:cTn id="91" dur="500"/>
                                        <p:tgtEl>
                                          <p:spTgt spid="6"/>
                                        </p:tgtEl>
                                      </p:cBhvr>
                                    </p:animEffect>
                                  </p:childTnLst>
                                </p:cTn>
                              </p:par>
                            </p:childTnLst>
                          </p:cTn>
                        </p:par>
                        <p:par>
                          <p:cTn id="92" fill="hold">
                            <p:stCondLst>
                              <p:cond delay="4500"/>
                            </p:stCondLst>
                            <p:childTnLst>
                              <p:par>
                                <p:cTn id="93" presetID="53" presetClass="entr" presetSubtype="16" fill="hold" nodeType="afterEffect">
                                  <p:stCondLst>
                                    <p:cond delay="0"/>
                                  </p:stCondLst>
                                  <p:childTnLst>
                                    <p:set>
                                      <p:cBhvr>
                                        <p:cTn id="94" dur="1" fill="hold">
                                          <p:stCondLst>
                                            <p:cond delay="0"/>
                                          </p:stCondLst>
                                        </p:cTn>
                                        <p:tgtEl>
                                          <p:spTgt spid="47"/>
                                        </p:tgtEl>
                                        <p:attrNameLst>
                                          <p:attrName>style.visibility</p:attrName>
                                        </p:attrNameLst>
                                      </p:cBhvr>
                                      <p:to>
                                        <p:strVal val="visible"/>
                                      </p:to>
                                    </p:set>
                                    <p:anim calcmode="lin" valueType="num">
                                      <p:cBhvr>
                                        <p:cTn id="95" dur="500" fill="hold"/>
                                        <p:tgtEl>
                                          <p:spTgt spid="47"/>
                                        </p:tgtEl>
                                        <p:attrNameLst>
                                          <p:attrName>ppt_w</p:attrName>
                                        </p:attrNameLst>
                                      </p:cBhvr>
                                      <p:tavLst>
                                        <p:tav tm="0">
                                          <p:val>
                                            <p:fltVal val="0"/>
                                          </p:val>
                                        </p:tav>
                                        <p:tav tm="100000">
                                          <p:val>
                                            <p:strVal val="#ppt_w"/>
                                          </p:val>
                                        </p:tav>
                                      </p:tavLst>
                                    </p:anim>
                                    <p:anim calcmode="lin" valueType="num">
                                      <p:cBhvr>
                                        <p:cTn id="96" dur="500" fill="hold"/>
                                        <p:tgtEl>
                                          <p:spTgt spid="47"/>
                                        </p:tgtEl>
                                        <p:attrNameLst>
                                          <p:attrName>ppt_h</p:attrName>
                                        </p:attrNameLst>
                                      </p:cBhvr>
                                      <p:tavLst>
                                        <p:tav tm="0">
                                          <p:val>
                                            <p:fltVal val="0"/>
                                          </p:val>
                                        </p:tav>
                                        <p:tav tm="100000">
                                          <p:val>
                                            <p:strVal val="#ppt_h"/>
                                          </p:val>
                                        </p:tav>
                                      </p:tavLst>
                                    </p:anim>
                                    <p:animEffect transition="in" filter="fade">
                                      <p:cBhvr>
                                        <p:cTn id="97" dur="500"/>
                                        <p:tgtEl>
                                          <p:spTgt spid="47"/>
                                        </p:tgtEl>
                                      </p:cBhvr>
                                    </p:animEffect>
                                  </p:childTnLst>
                                </p:cTn>
                              </p:par>
                            </p:childTnLst>
                          </p:cTn>
                        </p:par>
                        <p:par>
                          <p:cTn id="98" fill="hold">
                            <p:stCondLst>
                              <p:cond delay="5000"/>
                            </p:stCondLst>
                            <p:childTnLst>
                              <p:par>
                                <p:cTn id="99" presetID="35" presetClass="path" presetSubtype="0" accel="50000" decel="50000" fill="hold" nodeType="afterEffect">
                                  <p:stCondLst>
                                    <p:cond delay="0"/>
                                  </p:stCondLst>
                                  <p:childTnLst>
                                    <p:animMotion origin="layout" path="M -0.00035 -0.00093 L -0.79323 -0.00155 " pathEditMode="relative" rAng="0" ptsTypes="AA">
                                      <p:cBhvr>
                                        <p:cTn id="100" dur="2000" fill="hold"/>
                                        <p:tgtEl>
                                          <p:spTgt spid="47"/>
                                        </p:tgtEl>
                                        <p:attrNameLst>
                                          <p:attrName>ppt_x</p:attrName>
                                          <p:attrName>ppt_y</p:attrName>
                                        </p:attrNameLst>
                                      </p:cBhvr>
                                      <p:rCtr x="-39653" y="-31"/>
                                    </p:animMotion>
                                  </p:childTnLst>
                                </p:cTn>
                              </p:par>
                            </p:childTnLst>
                          </p:cTn>
                        </p:par>
                        <p:par>
                          <p:cTn id="101" fill="hold">
                            <p:stCondLst>
                              <p:cond delay="7000"/>
                            </p:stCondLst>
                            <p:childTnLst>
                              <p:par>
                                <p:cTn id="102" presetID="10" presetClass="exit" presetSubtype="0" fill="hold" nodeType="afterEffect">
                                  <p:stCondLst>
                                    <p:cond delay="0"/>
                                  </p:stCondLst>
                                  <p:childTnLst>
                                    <p:animEffect transition="out" filter="fade">
                                      <p:cBhvr>
                                        <p:cTn id="103" dur="500"/>
                                        <p:tgtEl>
                                          <p:spTgt spid="47"/>
                                        </p:tgtEl>
                                      </p:cBhvr>
                                    </p:animEffect>
                                    <p:set>
                                      <p:cBhvr>
                                        <p:cTn id="104" dur="1" fill="hold">
                                          <p:stCondLst>
                                            <p:cond delay="499"/>
                                          </p:stCondLst>
                                        </p:cTn>
                                        <p:tgtEl>
                                          <p:spTgt spid="4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 grpId="1" animBg="1"/>
      <p:bldP spid="3" grpId="0" animBg="1"/>
      <p:bldP spid="1855" grpId="1"/>
      <p:bldP spid="1855" grpId="2"/>
      <p:bldP spid="1856" grpId="1" build="p"/>
      <p:bldP spid="27" grpId="0"/>
      <p:bldP spid="12" grpId="1" animBg="1"/>
      <p:bldP spid="12" grpId="2" animBg="1"/>
      <p:bldP spid="2" grpId="1"/>
      <p:bldP spid="2" grpId="2"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Google Shape;10051;p59"/>
          <p:cNvSpPr/>
          <p:nvPr/>
        </p:nvSpPr>
        <p:spPr>
          <a:xfrm>
            <a:off x="1963041" y="4268838"/>
            <a:ext cx="660919" cy="381685"/>
          </a:xfrm>
          <a:custGeom>
            <a:avLst/>
            <a:gdLst/>
            <a:ahLst/>
            <a:cxnLst/>
            <a:rect l="l" t="t" r="r" b="b"/>
            <a:pathLst>
              <a:path w="37118" h="21448" extrusionOk="0">
                <a:moveTo>
                  <a:pt x="4950" y="1"/>
                </a:moveTo>
                <a:cubicBezTo>
                  <a:pt x="2218" y="1"/>
                  <a:pt x="0" y="2679"/>
                  <a:pt x="0" y="5984"/>
                </a:cubicBezTo>
                <a:lnTo>
                  <a:pt x="0" y="15461"/>
                </a:lnTo>
                <a:cubicBezTo>
                  <a:pt x="0" y="18766"/>
                  <a:pt x="2218" y="21447"/>
                  <a:pt x="4950" y="21447"/>
                </a:cubicBezTo>
                <a:lnTo>
                  <a:pt x="32168" y="21447"/>
                </a:lnTo>
                <a:cubicBezTo>
                  <a:pt x="34904" y="21447"/>
                  <a:pt x="37118" y="18766"/>
                  <a:pt x="37118" y="15461"/>
                </a:cubicBezTo>
                <a:lnTo>
                  <a:pt x="37118" y="5984"/>
                </a:lnTo>
                <a:cubicBezTo>
                  <a:pt x="37118" y="2679"/>
                  <a:pt x="34904" y="1"/>
                  <a:pt x="32168" y="1"/>
                </a:cubicBezTo>
                <a:close/>
              </a:path>
            </a:pathLst>
          </a:custGeom>
          <a:solidFill>
            <a:schemeClr val="tx2">
              <a:lumMod val="75000"/>
            </a:schemeClr>
          </a:solidFill>
          <a:ln w="9525" cap="flat" cmpd="sng">
            <a:solidFill>
              <a:schemeClr val="tx2">
                <a:lumMod val="75000"/>
              </a:schemeClr>
            </a:solidFill>
            <a:prstDash val="solid"/>
            <a:miter lim="3647"/>
            <a:headEnd type="none" w="sm" len="sm"/>
            <a:tailEnd type="none" w="sm" len="sm"/>
          </a:ln>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0062;p59"/>
          <p:cNvSpPr/>
          <p:nvPr/>
        </p:nvSpPr>
        <p:spPr>
          <a:xfrm>
            <a:off x="2280790" y="2171866"/>
            <a:ext cx="660867" cy="381669"/>
          </a:xfrm>
          <a:custGeom>
            <a:avLst/>
            <a:gdLst/>
            <a:ahLst/>
            <a:cxnLst/>
            <a:rect l="l" t="t" r="r" b="b"/>
            <a:pathLst>
              <a:path w="37115" h="21447" extrusionOk="0">
                <a:moveTo>
                  <a:pt x="4951" y="0"/>
                </a:moveTo>
                <a:cubicBezTo>
                  <a:pt x="2215" y="0"/>
                  <a:pt x="1" y="2678"/>
                  <a:pt x="1" y="5983"/>
                </a:cubicBezTo>
                <a:lnTo>
                  <a:pt x="1" y="15460"/>
                </a:lnTo>
                <a:cubicBezTo>
                  <a:pt x="1" y="18765"/>
                  <a:pt x="2215" y="21446"/>
                  <a:pt x="4951" y="21446"/>
                </a:cubicBezTo>
                <a:lnTo>
                  <a:pt x="32168" y="21446"/>
                </a:lnTo>
                <a:cubicBezTo>
                  <a:pt x="34901" y="21446"/>
                  <a:pt x="37115" y="18765"/>
                  <a:pt x="37115" y="15460"/>
                </a:cubicBezTo>
                <a:lnTo>
                  <a:pt x="37115" y="5983"/>
                </a:lnTo>
                <a:cubicBezTo>
                  <a:pt x="37115" y="2678"/>
                  <a:pt x="34901" y="0"/>
                  <a:pt x="32168" y="0"/>
                </a:cubicBezTo>
                <a:close/>
              </a:path>
            </a:pathLst>
          </a:custGeom>
          <a:solidFill>
            <a:schemeClr val="tx2">
              <a:lumMod val="20000"/>
              <a:lumOff val="80000"/>
            </a:schemeClr>
          </a:solidFill>
          <a:ln w="9525" cap="flat" cmpd="sng">
            <a:solidFill>
              <a:schemeClr val="tx2">
                <a:lumMod val="75000"/>
              </a:schemeClr>
            </a:solidFill>
            <a:prstDash val="solid"/>
            <a:miter lim="3647"/>
            <a:headEnd type="none" w="sm" len="sm"/>
            <a:tailEnd type="none" w="sm" len="sm"/>
          </a:ln>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0063;p59"/>
          <p:cNvSpPr/>
          <p:nvPr/>
        </p:nvSpPr>
        <p:spPr>
          <a:xfrm>
            <a:off x="2286386" y="3561251"/>
            <a:ext cx="660940" cy="381612"/>
          </a:xfrm>
          <a:custGeom>
            <a:avLst/>
            <a:gdLst/>
            <a:ahLst/>
            <a:cxnLst/>
            <a:rect l="l" t="t" r="r" b="b"/>
            <a:pathLst>
              <a:path w="37119" h="21444" extrusionOk="0">
                <a:moveTo>
                  <a:pt x="4951" y="1"/>
                </a:moveTo>
                <a:cubicBezTo>
                  <a:pt x="2219" y="1"/>
                  <a:pt x="1" y="2678"/>
                  <a:pt x="1" y="5983"/>
                </a:cubicBezTo>
                <a:lnTo>
                  <a:pt x="1" y="15461"/>
                </a:lnTo>
                <a:cubicBezTo>
                  <a:pt x="1" y="18766"/>
                  <a:pt x="2219" y="21443"/>
                  <a:pt x="4951" y="21443"/>
                </a:cubicBezTo>
                <a:lnTo>
                  <a:pt x="32168" y="21443"/>
                </a:lnTo>
                <a:cubicBezTo>
                  <a:pt x="34901" y="21443"/>
                  <a:pt x="37119" y="18766"/>
                  <a:pt x="37119" y="15461"/>
                </a:cubicBezTo>
                <a:lnTo>
                  <a:pt x="37119" y="5983"/>
                </a:lnTo>
                <a:cubicBezTo>
                  <a:pt x="37119" y="2678"/>
                  <a:pt x="34901" y="1"/>
                  <a:pt x="32168" y="1"/>
                </a:cubicBezTo>
                <a:close/>
              </a:path>
            </a:pathLst>
          </a:custGeom>
          <a:solidFill>
            <a:schemeClr val="tx2">
              <a:lumMod val="20000"/>
              <a:lumOff val="80000"/>
            </a:schemeClr>
          </a:solidFill>
          <a:ln w="9525" cap="flat" cmpd="sng">
            <a:solidFill>
              <a:schemeClr val="tx2">
                <a:lumMod val="75000"/>
              </a:schemeClr>
            </a:solidFill>
            <a:prstDash val="solid"/>
            <a:miter lim="3647"/>
            <a:headEnd type="none" w="sm" len="sm"/>
            <a:tailEnd type="none" w="sm" len="sm"/>
          </a:ln>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0073;p59"/>
          <p:cNvSpPr/>
          <p:nvPr/>
        </p:nvSpPr>
        <p:spPr>
          <a:xfrm>
            <a:off x="1991106" y="1477143"/>
            <a:ext cx="660919" cy="381685"/>
          </a:xfrm>
          <a:custGeom>
            <a:avLst/>
            <a:gdLst/>
            <a:ahLst/>
            <a:cxnLst/>
            <a:rect l="l" t="t" r="r" b="b"/>
            <a:pathLst>
              <a:path w="37118" h="21448" extrusionOk="0">
                <a:moveTo>
                  <a:pt x="4947" y="1"/>
                </a:moveTo>
                <a:cubicBezTo>
                  <a:pt x="2214" y="1"/>
                  <a:pt x="0" y="2682"/>
                  <a:pt x="0" y="5987"/>
                </a:cubicBezTo>
                <a:lnTo>
                  <a:pt x="0" y="15464"/>
                </a:lnTo>
                <a:cubicBezTo>
                  <a:pt x="0" y="18769"/>
                  <a:pt x="2214" y="21447"/>
                  <a:pt x="4950" y="21447"/>
                </a:cubicBezTo>
                <a:lnTo>
                  <a:pt x="32168" y="21447"/>
                </a:lnTo>
                <a:cubicBezTo>
                  <a:pt x="34900" y="21447"/>
                  <a:pt x="37118" y="18769"/>
                  <a:pt x="37118" y="15464"/>
                </a:cubicBezTo>
                <a:lnTo>
                  <a:pt x="37118" y="5987"/>
                </a:lnTo>
                <a:cubicBezTo>
                  <a:pt x="37118" y="2682"/>
                  <a:pt x="34900" y="1"/>
                  <a:pt x="32168" y="1"/>
                </a:cubicBezTo>
                <a:close/>
              </a:path>
            </a:pathLst>
          </a:custGeom>
          <a:solidFill>
            <a:schemeClr val="tx2">
              <a:lumMod val="75000"/>
            </a:schemeClr>
          </a:solidFill>
          <a:ln w="9525" cap="flat" cmpd="sng">
            <a:solidFill>
              <a:schemeClr val="tx2">
                <a:lumMod val="75000"/>
              </a:schemeClr>
            </a:solidFill>
            <a:prstDash val="solid"/>
            <a:miter lim="3647"/>
            <a:headEnd type="none" w="sm" len="sm"/>
            <a:tailEnd type="none" w="sm" len="sm"/>
          </a:ln>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0062;p59"/>
          <p:cNvSpPr/>
          <p:nvPr/>
        </p:nvSpPr>
        <p:spPr>
          <a:xfrm>
            <a:off x="2415715" y="2884185"/>
            <a:ext cx="660867" cy="381669"/>
          </a:xfrm>
          <a:custGeom>
            <a:avLst/>
            <a:gdLst/>
            <a:ahLst/>
            <a:cxnLst/>
            <a:rect l="l" t="t" r="r" b="b"/>
            <a:pathLst>
              <a:path w="37115" h="21447" extrusionOk="0">
                <a:moveTo>
                  <a:pt x="4951" y="0"/>
                </a:moveTo>
                <a:cubicBezTo>
                  <a:pt x="2215" y="0"/>
                  <a:pt x="1" y="2678"/>
                  <a:pt x="1" y="5983"/>
                </a:cubicBezTo>
                <a:lnTo>
                  <a:pt x="1" y="15460"/>
                </a:lnTo>
                <a:cubicBezTo>
                  <a:pt x="1" y="18765"/>
                  <a:pt x="2215" y="21446"/>
                  <a:pt x="4951" y="21446"/>
                </a:cubicBezTo>
                <a:lnTo>
                  <a:pt x="32168" y="21446"/>
                </a:lnTo>
                <a:cubicBezTo>
                  <a:pt x="34901" y="21446"/>
                  <a:pt x="37115" y="18765"/>
                  <a:pt x="37115" y="15460"/>
                </a:cubicBezTo>
                <a:lnTo>
                  <a:pt x="37115" y="5983"/>
                </a:lnTo>
                <a:cubicBezTo>
                  <a:pt x="37115" y="2678"/>
                  <a:pt x="34901" y="0"/>
                  <a:pt x="32168" y="0"/>
                </a:cubicBezTo>
                <a:close/>
              </a:path>
            </a:pathLst>
          </a:custGeom>
          <a:solidFill>
            <a:schemeClr val="tx2">
              <a:lumMod val="75000"/>
            </a:schemeClr>
          </a:solidFill>
          <a:ln w="9525" cap="flat" cmpd="sng">
            <a:solidFill>
              <a:schemeClr val="tx2">
                <a:lumMod val="75000"/>
              </a:schemeClr>
            </a:solidFill>
            <a:prstDash val="solid"/>
            <a:miter lim="3647"/>
            <a:headEnd type="none" w="sm" len="sm"/>
            <a:tailEnd type="none" w="sm" len="sm"/>
          </a:ln>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856;p24"/>
          <p:cNvSpPr txBox="1">
            <a:spLocks/>
          </p:cNvSpPr>
          <p:nvPr/>
        </p:nvSpPr>
        <p:spPr>
          <a:xfrm>
            <a:off x="1991106" y="1428703"/>
            <a:ext cx="660904" cy="481423"/>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2400" b="1">
                <a:solidFill>
                  <a:schemeClr val="tx1"/>
                </a:solidFill>
                <a:latin typeface="Arial" panose="020B0604020202020204" pitchFamily="34" charset="0"/>
                <a:cs typeface="Arial" panose="020B0604020202020204" pitchFamily="34" charset="0"/>
              </a:rPr>
              <a:t>1</a:t>
            </a:r>
          </a:p>
        </p:txBody>
      </p:sp>
      <p:sp>
        <p:nvSpPr>
          <p:cNvPr id="177" name="Google Shape;1856;p24"/>
          <p:cNvSpPr txBox="1">
            <a:spLocks/>
          </p:cNvSpPr>
          <p:nvPr/>
        </p:nvSpPr>
        <p:spPr>
          <a:xfrm>
            <a:off x="2420285" y="2839169"/>
            <a:ext cx="660904" cy="481423"/>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2400" b="1">
                <a:solidFill>
                  <a:schemeClr val="tx1"/>
                </a:solidFill>
                <a:latin typeface="Arial" panose="020B0604020202020204" pitchFamily="34" charset="0"/>
                <a:cs typeface="Arial" panose="020B0604020202020204" pitchFamily="34" charset="0"/>
              </a:rPr>
              <a:t>3</a:t>
            </a:r>
          </a:p>
        </p:txBody>
      </p:sp>
      <p:sp>
        <p:nvSpPr>
          <p:cNvPr id="178" name="Google Shape;1856;p24"/>
          <p:cNvSpPr txBox="1">
            <a:spLocks/>
          </p:cNvSpPr>
          <p:nvPr/>
        </p:nvSpPr>
        <p:spPr>
          <a:xfrm>
            <a:off x="1964166" y="4218968"/>
            <a:ext cx="660904" cy="481423"/>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2400" b="1">
                <a:solidFill>
                  <a:schemeClr val="tx1"/>
                </a:solidFill>
                <a:latin typeface="Arial" panose="020B0604020202020204" pitchFamily="34" charset="0"/>
                <a:cs typeface="Arial" panose="020B0604020202020204" pitchFamily="34" charset="0"/>
              </a:rPr>
              <a:t>5</a:t>
            </a:r>
          </a:p>
        </p:txBody>
      </p:sp>
      <p:sp>
        <p:nvSpPr>
          <p:cNvPr id="179" name="Google Shape;1856;p24"/>
          <p:cNvSpPr txBox="1">
            <a:spLocks/>
          </p:cNvSpPr>
          <p:nvPr/>
        </p:nvSpPr>
        <p:spPr>
          <a:xfrm>
            <a:off x="2287227" y="2126657"/>
            <a:ext cx="660904" cy="481423"/>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2400" b="1">
                <a:solidFill>
                  <a:schemeClr val="tx2">
                    <a:lumMod val="75000"/>
                  </a:schemeClr>
                </a:solidFill>
                <a:latin typeface="Arial" panose="020B0604020202020204" pitchFamily="34" charset="0"/>
                <a:cs typeface="Arial" panose="020B0604020202020204" pitchFamily="34" charset="0"/>
              </a:rPr>
              <a:t>2</a:t>
            </a:r>
          </a:p>
        </p:txBody>
      </p:sp>
      <p:sp>
        <p:nvSpPr>
          <p:cNvPr id="180" name="Google Shape;1856;p24"/>
          <p:cNvSpPr txBox="1">
            <a:spLocks/>
          </p:cNvSpPr>
          <p:nvPr/>
        </p:nvSpPr>
        <p:spPr>
          <a:xfrm>
            <a:off x="2286420" y="3507889"/>
            <a:ext cx="660904" cy="481423"/>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2400" b="1">
                <a:solidFill>
                  <a:schemeClr val="tx2">
                    <a:lumMod val="75000"/>
                  </a:schemeClr>
                </a:solidFill>
                <a:latin typeface="Arial" panose="020B0604020202020204" pitchFamily="34" charset="0"/>
                <a:cs typeface="Arial" panose="020B0604020202020204" pitchFamily="34" charset="0"/>
              </a:rPr>
              <a:t>4</a:t>
            </a:r>
          </a:p>
        </p:txBody>
      </p:sp>
      <p:sp>
        <p:nvSpPr>
          <p:cNvPr id="3" name="Oval 2"/>
          <p:cNvSpPr/>
          <p:nvPr/>
        </p:nvSpPr>
        <p:spPr>
          <a:xfrm>
            <a:off x="536245" y="2546656"/>
            <a:ext cx="1078645" cy="1057123"/>
          </a:xfrm>
          <a:prstGeom prst="ellipse">
            <a:avLst/>
          </a:prstGeom>
          <a:solidFill>
            <a:schemeClr val="tx1"/>
          </a:solidFill>
          <a:ln>
            <a:solidFill>
              <a:schemeClr val="accent1">
                <a:lumMod val="50000"/>
              </a:schemeClr>
            </a:solidFill>
          </a:ln>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arallelogram 17"/>
          <p:cNvSpPr/>
          <p:nvPr/>
        </p:nvSpPr>
        <p:spPr>
          <a:xfrm>
            <a:off x="2526030" y="433070"/>
            <a:ext cx="4803775" cy="484505"/>
          </a:xfrm>
          <a:prstGeom prst="parallelogram">
            <a:avLst>
              <a:gd name="adj" fmla="val 8165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75" name="Google Shape;10575;p61"/>
          <p:cNvSpPr/>
          <p:nvPr/>
        </p:nvSpPr>
        <p:spPr>
          <a:xfrm>
            <a:off x="8139795" y="494920"/>
            <a:ext cx="422275" cy="419100"/>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noFill/>
          <a:ln w="9525"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6" name="Google Shape;10576;p61"/>
          <p:cNvSpPr/>
          <p:nvPr/>
        </p:nvSpPr>
        <p:spPr>
          <a:xfrm>
            <a:off x="8151860" y="921005"/>
            <a:ext cx="398145" cy="398145"/>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7" name="Google Shape;10577;p61"/>
          <p:cNvSpPr/>
          <p:nvPr/>
        </p:nvSpPr>
        <p:spPr>
          <a:xfrm>
            <a:off x="7753715" y="754635"/>
            <a:ext cx="425450" cy="422275"/>
          </a:xfrm>
          <a:custGeom>
            <a:avLst/>
            <a:gdLst/>
            <a:ahLst/>
            <a:cxnLst/>
            <a:rect l="l" t="t" r="r" b="b"/>
            <a:pathLst>
              <a:path w="25669" h="25472" extrusionOk="0">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8" name="Google Shape;10578;p61"/>
          <p:cNvSpPr/>
          <p:nvPr/>
        </p:nvSpPr>
        <p:spPr>
          <a:xfrm>
            <a:off x="7788005" y="354585"/>
            <a:ext cx="379730" cy="379730"/>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79" name="Google Shape;10579;p61"/>
          <p:cNvGrpSpPr/>
          <p:nvPr/>
        </p:nvGrpSpPr>
        <p:grpSpPr>
          <a:xfrm>
            <a:off x="8264255" y="445390"/>
            <a:ext cx="186690" cy="38100"/>
            <a:chOff x="4644280" y="1290523"/>
            <a:chExt cx="143716" cy="29463"/>
          </a:xfrm>
        </p:grpSpPr>
        <p:sp>
          <p:nvSpPr>
            <p:cNvPr id="10580" name="Google Shape;10580;p61"/>
            <p:cNvSpPr/>
            <p:nvPr/>
          </p:nvSpPr>
          <p:spPr>
            <a:xfrm>
              <a:off x="4736292" y="1294223"/>
              <a:ext cx="51704" cy="25762"/>
            </a:xfrm>
            <a:custGeom>
              <a:avLst/>
              <a:gdLst/>
              <a:ahLst/>
              <a:cxnLst/>
              <a:rect l="l" t="t" r="r" b="b"/>
              <a:pathLst>
                <a:path w="4052" h="2019" extrusionOk="0">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1" name="Google Shape;10581;p61"/>
            <p:cNvSpPr/>
            <p:nvPr/>
          </p:nvSpPr>
          <p:spPr>
            <a:xfrm>
              <a:off x="4700066" y="1290523"/>
              <a:ext cx="32206" cy="7988"/>
            </a:xfrm>
            <a:custGeom>
              <a:avLst/>
              <a:gdLst/>
              <a:ahLst/>
              <a:cxnLst/>
              <a:rect l="l" t="t" r="r" b="b"/>
              <a:pathLst>
                <a:path w="2524" h="626" extrusionOk="0">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2" name="Google Shape;10582;p61"/>
            <p:cNvSpPr/>
            <p:nvPr/>
          </p:nvSpPr>
          <p:spPr>
            <a:xfrm>
              <a:off x="4644280" y="1300641"/>
              <a:ext cx="20225" cy="13283"/>
            </a:xfrm>
            <a:custGeom>
              <a:avLst/>
              <a:gdLst/>
              <a:ahLst/>
              <a:cxnLst/>
              <a:rect l="l" t="t" r="r" b="b"/>
              <a:pathLst>
                <a:path w="1585" h="1041" extrusionOk="0">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3" name="Google Shape;10583;p61"/>
            <p:cNvSpPr/>
            <p:nvPr/>
          </p:nvSpPr>
          <p:spPr>
            <a:xfrm>
              <a:off x="4667822" y="1291888"/>
              <a:ext cx="27779" cy="11433"/>
            </a:xfrm>
            <a:custGeom>
              <a:avLst/>
              <a:gdLst/>
              <a:ahLst/>
              <a:cxnLst/>
              <a:rect l="l" t="t" r="r" b="b"/>
              <a:pathLst>
                <a:path w="2177" h="896" extrusionOk="0">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84" name="Google Shape;10584;p61"/>
          <p:cNvGrpSpPr/>
          <p:nvPr/>
        </p:nvGrpSpPr>
        <p:grpSpPr>
          <a:xfrm>
            <a:off x="7890875" y="316485"/>
            <a:ext cx="186690" cy="38100"/>
            <a:chOff x="4356567" y="1191441"/>
            <a:chExt cx="143690" cy="29488"/>
          </a:xfrm>
        </p:grpSpPr>
        <p:sp>
          <p:nvSpPr>
            <p:cNvPr id="10585" name="Google Shape;10585;p61"/>
            <p:cNvSpPr/>
            <p:nvPr/>
          </p:nvSpPr>
          <p:spPr>
            <a:xfrm>
              <a:off x="4448554" y="1195154"/>
              <a:ext cx="51704" cy="25775"/>
            </a:xfrm>
            <a:custGeom>
              <a:avLst/>
              <a:gdLst/>
              <a:ahLst/>
              <a:cxnLst/>
              <a:rect l="l" t="t" r="r" b="b"/>
              <a:pathLst>
                <a:path w="4052" h="2020" extrusionOk="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6" name="Google Shape;10586;p61"/>
            <p:cNvSpPr/>
            <p:nvPr/>
          </p:nvSpPr>
          <p:spPr>
            <a:xfrm>
              <a:off x="4412341" y="1191441"/>
              <a:ext cx="32206" cy="8013"/>
            </a:xfrm>
            <a:custGeom>
              <a:avLst/>
              <a:gdLst/>
              <a:ahLst/>
              <a:cxnLst/>
              <a:rect l="l" t="t" r="r" b="b"/>
              <a:pathLst>
                <a:path w="2524" h="628" extrusionOk="0">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7" name="Google Shape;10587;p61"/>
            <p:cNvSpPr/>
            <p:nvPr/>
          </p:nvSpPr>
          <p:spPr>
            <a:xfrm>
              <a:off x="4356567" y="1201573"/>
              <a:ext cx="20212" cy="13270"/>
            </a:xfrm>
            <a:custGeom>
              <a:avLst/>
              <a:gdLst/>
              <a:ahLst/>
              <a:cxnLst/>
              <a:rect l="l" t="t" r="r" b="b"/>
              <a:pathLst>
                <a:path w="1584" h="1040" extrusionOk="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8" name="Google Shape;10588;p61"/>
            <p:cNvSpPr/>
            <p:nvPr/>
          </p:nvSpPr>
          <p:spPr>
            <a:xfrm>
              <a:off x="4380084" y="1192832"/>
              <a:ext cx="27779" cy="11433"/>
            </a:xfrm>
            <a:custGeom>
              <a:avLst/>
              <a:gdLst/>
              <a:ahLst/>
              <a:cxnLst/>
              <a:rect l="l" t="t" r="r" b="b"/>
              <a:pathLst>
                <a:path w="2177" h="896" extrusionOk="0">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89" name="Google Shape;10589;p61"/>
          <p:cNvGrpSpPr/>
          <p:nvPr/>
        </p:nvGrpSpPr>
        <p:grpSpPr>
          <a:xfrm>
            <a:off x="7868015" y="1190245"/>
            <a:ext cx="186690" cy="38100"/>
            <a:chOff x="4339009" y="1863727"/>
            <a:chExt cx="143703" cy="29476"/>
          </a:xfrm>
        </p:grpSpPr>
        <p:sp>
          <p:nvSpPr>
            <p:cNvPr id="10590" name="Google Shape;10590;p61"/>
            <p:cNvSpPr/>
            <p:nvPr/>
          </p:nvSpPr>
          <p:spPr>
            <a:xfrm>
              <a:off x="4339009" y="1863727"/>
              <a:ext cx="51691" cy="25762"/>
            </a:xfrm>
            <a:custGeom>
              <a:avLst/>
              <a:gdLst/>
              <a:ahLst/>
              <a:cxnLst/>
              <a:rect l="l" t="t" r="r" b="b"/>
              <a:pathLst>
                <a:path w="4051" h="2019" extrusionOk="0">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1" name="Google Shape;10591;p61"/>
            <p:cNvSpPr/>
            <p:nvPr/>
          </p:nvSpPr>
          <p:spPr>
            <a:xfrm>
              <a:off x="4394732" y="1885202"/>
              <a:ext cx="32193" cy="8001"/>
            </a:xfrm>
            <a:custGeom>
              <a:avLst/>
              <a:gdLst/>
              <a:ahLst/>
              <a:cxnLst/>
              <a:rect l="l" t="t" r="r" b="b"/>
              <a:pathLst>
                <a:path w="2523" h="627" extrusionOk="0">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2" name="Google Shape;10592;p61"/>
            <p:cNvSpPr/>
            <p:nvPr/>
          </p:nvSpPr>
          <p:spPr>
            <a:xfrm>
              <a:off x="4462488" y="1869814"/>
              <a:ext cx="20225" cy="13258"/>
            </a:xfrm>
            <a:custGeom>
              <a:avLst/>
              <a:gdLst/>
              <a:ahLst/>
              <a:cxnLst/>
              <a:rect l="l" t="t" r="r" b="b"/>
              <a:pathLst>
                <a:path w="1585" h="1039" extrusionOk="0">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3" name="Google Shape;10593;p61"/>
            <p:cNvSpPr/>
            <p:nvPr/>
          </p:nvSpPr>
          <p:spPr>
            <a:xfrm>
              <a:off x="4431392" y="1880392"/>
              <a:ext cx="27804" cy="11433"/>
            </a:xfrm>
            <a:custGeom>
              <a:avLst/>
              <a:gdLst/>
              <a:ahLst/>
              <a:cxnLst/>
              <a:rect l="l" t="t" r="r" b="b"/>
              <a:pathLst>
                <a:path w="2179" h="896" extrusionOk="0">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94" name="Google Shape;10594;p61"/>
          <p:cNvGrpSpPr/>
          <p:nvPr/>
        </p:nvGrpSpPr>
        <p:grpSpPr>
          <a:xfrm>
            <a:off x="7695930" y="856870"/>
            <a:ext cx="38100" cy="185420"/>
            <a:chOff x="4206459" y="1607315"/>
            <a:chExt cx="29539" cy="142899"/>
          </a:xfrm>
        </p:grpSpPr>
        <p:sp>
          <p:nvSpPr>
            <p:cNvPr id="10595" name="Google Shape;10595;p61"/>
            <p:cNvSpPr/>
            <p:nvPr/>
          </p:nvSpPr>
          <p:spPr>
            <a:xfrm>
              <a:off x="4209840" y="1607315"/>
              <a:ext cx="26158" cy="50989"/>
            </a:xfrm>
            <a:custGeom>
              <a:avLst/>
              <a:gdLst/>
              <a:ahLst/>
              <a:cxnLst/>
              <a:rect l="l" t="t" r="r" b="b"/>
              <a:pathLst>
                <a:path w="2050" h="3996" extrusionOk="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6" name="Google Shape;10596;p61"/>
            <p:cNvSpPr/>
            <p:nvPr/>
          </p:nvSpPr>
          <p:spPr>
            <a:xfrm>
              <a:off x="4206459" y="1662910"/>
              <a:ext cx="8230" cy="31785"/>
            </a:xfrm>
            <a:custGeom>
              <a:avLst/>
              <a:gdLst/>
              <a:ahLst/>
              <a:cxnLst/>
              <a:rect l="l" t="t" r="r" b="b"/>
              <a:pathLst>
                <a:path w="645" h="2491" extrusionOk="0">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7" name="Google Shape;10597;p61"/>
            <p:cNvSpPr/>
            <p:nvPr/>
          </p:nvSpPr>
          <p:spPr>
            <a:xfrm>
              <a:off x="4216194" y="1730768"/>
              <a:ext cx="14227" cy="19446"/>
            </a:xfrm>
            <a:custGeom>
              <a:avLst/>
              <a:gdLst/>
              <a:ahLst/>
              <a:cxnLst/>
              <a:rect l="l" t="t" r="r" b="b"/>
              <a:pathLst>
                <a:path w="1115" h="1524" extrusionOk="0">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8" name="Google Shape;10598;p61"/>
            <p:cNvSpPr/>
            <p:nvPr/>
          </p:nvSpPr>
          <p:spPr>
            <a:xfrm>
              <a:off x="4207607" y="1699506"/>
              <a:ext cx="12045" cy="27153"/>
            </a:xfrm>
            <a:custGeom>
              <a:avLst/>
              <a:gdLst/>
              <a:ahLst/>
              <a:cxnLst/>
              <a:rect l="l" t="t" r="r" b="b"/>
              <a:pathLst>
                <a:path w="944" h="2128" extrusionOk="0">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599" name="Google Shape;10599;p61"/>
          <p:cNvSpPr/>
          <p:nvPr/>
        </p:nvSpPr>
        <p:spPr>
          <a:xfrm>
            <a:off x="7753080" y="608585"/>
            <a:ext cx="34925" cy="67945"/>
          </a:xfrm>
          <a:custGeom>
            <a:avLst/>
            <a:gdLst/>
            <a:ahLst/>
            <a:cxnLst/>
            <a:rect l="l" t="t" r="r" b="b"/>
            <a:pathLst>
              <a:path w="2099" h="4099" extrusionOk="0">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0" name="Google Shape;10600;p61"/>
          <p:cNvSpPr/>
          <p:nvPr/>
        </p:nvSpPr>
        <p:spPr>
          <a:xfrm>
            <a:off x="7786735" y="680340"/>
            <a:ext cx="31750" cy="33020"/>
          </a:xfrm>
          <a:custGeom>
            <a:avLst/>
            <a:gdLst/>
            <a:ahLst/>
            <a:cxnLst/>
            <a:rect l="l" t="t" r="r" b="b"/>
            <a:pathLst>
              <a:path w="1909" h="1982" extrusionOk="0">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1" name="Google Shape;10601;p61"/>
          <p:cNvSpPr/>
          <p:nvPr/>
        </p:nvSpPr>
        <p:spPr>
          <a:xfrm>
            <a:off x="7856585" y="734315"/>
            <a:ext cx="27940" cy="13970"/>
          </a:xfrm>
          <a:custGeom>
            <a:avLst/>
            <a:gdLst/>
            <a:ahLst/>
            <a:cxnLst/>
            <a:rect l="l" t="t" r="r" b="b"/>
            <a:pathLst>
              <a:path w="1682" h="861" extrusionOk="0">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2" name="Google Shape;10602;p61"/>
          <p:cNvSpPr/>
          <p:nvPr/>
        </p:nvSpPr>
        <p:spPr>
          <a:xfrm>
            <a:off x="7819755" y="713995"/>
            <a:ext cx="33020" cy="22860"/>
          </a:xfrm>
          <a:custGeom>
            <a:avLst/>
            <a:gdLst/>
            <a:ahLst/>
            <a:cxnLst/>
            <a:rect l="l" t="t" r="r" b="b"/>
            <a:pathLst>
              <a:path w="1996" h="1383" extrusionOk="0">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603" name="Google Shape;10603;p61"/>
          <p:cNvGrpSpPr/>
          <p:nvPr/>
        </p:nvGrpSpPr>
        <p:grpSpPr>
          <a:xfrm>
            <a:off x="8583025" y="618110"/>
            <a:ext cx="38100" cy="185420"/>
            <a:chOff x="4889463" y="1423737"/>
            <a:chExt cx="29552" cy="142899"/>
          </a:xfrm>
        </p:grpSpPr>
        <p:sp>
          <p:nvSpPr>
            <p:cNvPr id="10604" name="Google Shape;10604;p61"/>
            <p:cNvSpPr/>
            <p:nvPr/>
          </p:nvSpPr>
          <p:spPr>
            <a:xfrm>
              <a:off x="4889463" y="1515647"/>
              <a:ext cx="26158" cy="50989"/>
            </a:xfrm>
            <a:custGeom>
              <a:avLst/>
              <a:gdLst/>
              <a:ahLst/>
              <a:cxnLst/>
              <a:rect l="l" t="t" r="r" b="b"/>
              <a:pathLst>
                <a:path w="2050" h="3996" extrusionOk="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5" name="Google Shape;10605;p61"/>
            <p:cNvSpPr/>
            <p:nvPr/>
          </p:nvSpPr>
          <p:spPr>
            <a:xfrm>
              <a:off x="4910772" y="1479256"/>
              <a:ext cx="8243" cy="31785"/>
            </a:xfrm>
            <a:custGeom>
              <a:avLst/>
              <a:gdLst/>
              <a:ahLst/>
              <a:cxnLst/>
              <a:rect l="l" t="t" r="r" b="b"/>
              <a:pathLst>
                <a:path w="646" h="2491" extrusionOk="0">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6" name="Google Shape;10606;p61"/>
            <p:cNvSpPr/>
            <p:nvPr/>
          </p:nvSpPr>
          <p:spPr>
            <a:xfrm>
              <a:off x="4895052" y="1423737"/>
              <a:ext cx="14215" cy="19446"/>
            </a:xfrm>
            <a:custGeom>
              <a:avLst/>
              <a:gdLst/>
              <a:ahLst/>
              <a:cxnLst/>
              <a:rect l="l" t="t" r="r" b="b"/>
              <a:pathLst>
                <a:path w="1114" h="1524" extrusionOk="0">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7" name="Google Shape;10607;p61"/>
            <p:cNvSpPr/>
            <p:nvPr/>
          </p:nvSpPr>
          <p:spPr>
            <a:xfrm>
              <a:off x="4905783" y="1447292"/>
              <a:ext cx="12071" cy="27153"/>
            </a:xfrm>
            <a:custGeom>
              <a:avLst/>
              <a:gdLst/>
              <a:ahLst/>
              <a:cxnLst/>
              <a:rect l="l" t="t" r="r" b="b"/>
              <a:pathLst>
                <a:path w="946" h="2128" extrusionOk="0">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08" name="Google Shape;10608;p61"/>
          <p:cNvGrpSpPr/>
          <p:nvPr/>
        </p:nvGrpSpPr>
        <p:grpSpPr>
          <a:xfrm>
            <a:off x="8429990" y="1206755"/>
            <a:ext cx="140970" cy="130810"/>
            <a:chOff x="4771663" y="1876896"/>
            <a:chExt cx="108651" cy="100447"/>
          </a:xfrm>
        </p:grpSpPr>
        <p:sp>
          <p:nvSpPr>
            <p:cNvPr id="10609" name="Google Shape;10609;p61"/>
            <p:cNvSpPr/>
            <p:nvPr/>
          </p:nvSpPr>
          <p:spPr>
            <a:xfrm>
              <a:off x="4771663" y="1951210"/>
              <a:ext cx="53184" cy="26132"/>
            </a:xfrm>
            <a:custGeom>
              <a:avLst/>
              <a:gdLst/>
              <a:ahLst/>
              <a:cxnLst/>
              <a:rect l="l" t="t" r="r" b="b"/>
              <a:pathLst>
                <a:path w="4168" h="2048" extrusionOk="0">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0" name="Google Shape;10610;p61"/>
            <p:cNvSpPr/>
            <p:nvPr/>
          </p:nvSpPr>
          <p:spPr>
            <a:xfrm>
              <a:off x="4826850" y="1927897"/>
              <a:ext cx="26081" cy="23529"/>
            </a:xfrm>
            <a:custGeom>
              <a:avLst/>
              <a:gdLst/>
              <a:ahLst/>
              <a:cxnLst/>
              <a:rect l="l" t="t" r="r" b="b"/>
              <a:pathLst>
                <a:path w="2044" h="1844" extrusionOk="0">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1" name="Google Shape;10611;p61"/>
            <p:cNvSpPr/>
            <p:nvPr/>
          </p:nvSpPr>
          <p:spPr>
            <a:xfrm>
              <a:off x="4868600" y="1876896"/>
              <a:ext cx="11714" cy="20531"/>
            </a:xfrm>
            <a:custGeom>
              <a:avLst/>
              <a:gdLst/>
              <a:ahLst/>
              <a:cxnLst/>
              <a:rect l="l" t="t" r="r" b="b"/>
              <a:pathLst>
                <a:path w="918" h="1609" extrusionOk="0">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2" name="Google Shape;10612;p61"/>
            <p:cNvSpPr/>
            <p:nvPr/>
          </p:nvSpPr>
          <p:spPr>
            <a:xfrm>
              <a:off x="4852804" y="1901038"/>
              <a:ext cx="18528" cy="24589"/>
            </a:xfrm>
            <a:custGeom>
              <a:avLst/>
              <a:gdLst/>
              <a:ahLst/>
              <a:cxnLst/>
              <a:rect l="l" t="t" r="r" b="b"/>
              <a:pathLst>
                <a:path w="1452" h="1927" extrusionOk="0">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 name="Google Shape;1856;p24"/>
          <p:cNvSpPr txBox="1">
            <a:spLocks/>
          </p:cNvSpPr>
          <p:nvPr/>
        </p:nvSpPr>
        <p:spPr>
          <a:xfrm>
            <a:off x="2892155" y="432597"/>
            <a:ext cx="4075714" cy="481423"/>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2400" b="1">
                <a:solidFill>
                  <a:schemeClr val="tx1"/>
                </a:solidFill>
                <a:latin typeface="Arial" panose="020B0604020202020204" pitchFamily="34" charset="0"/>
                <a:cs typeface="Arial" panose="020B0604020202020204" pitchFamily="34" charset="0"/>
              </a:rPr>
              <a:t>NỘI DUNG</a:t>
            </a:r>
          </a:p>
        </p:txBody>
      </p:sp>
      <p:sp>
        <p:nvSpPr>
          <p:cNvPr id="111" name="Google Shape;10049;p59"/>
          <p:cNvSpPr/>
          <p:nvPr/>
        </p:nvSpPr>
        <p:spPr>
          <a:xfrm>
            <a:off x="1449947" y="3480066"/>
            <a:ext cx="513098" cy="983281"/>
          </a:xfrm>
          <a:custGeom>
            <a:avLst/>
            <a:gdLst/>
            <a:ahLst/>
            <a:cxnLst/>
            <a:rect l="l" t="t" r="r" b="b"/>
            <a:pathLst>
              <a:path w="28816" h="37079" fill="none" extrusionOk="0">
                <a:moveTo>
                  <a:pt x="28815" y="37078"/>
                </a:moveTo>
                <a:lnTo>
                  <a:pt x="17922" y="37078"/>
                </a:lnTo>
                <a:cubicBezTo>
                  <a:pt x="14829" y="37078"/>
                  <a:pt x="14212" y="33613"/>
                  <a:pt x="14212" y="33613"/>
                </a:cubicBezTo>
                <a:lnTo>
                  <a:pt x="14212" y="10631"/>
                </a:lnTo>
                <a:lnTo>
                  <a:pt x="0" y="10631"/>
                </a:lnTo>
                <a:lnTo>
                  <a:pt x="0" y="1"/>
                </a:lnTo>
              </a:path>
            </a:pathLst>
          </a:custGeom>
          <a:noFill/>
          <a:ln w="9525" cap="rnd" cmpd="sng">
            <a:solidFill>
              <a:schemeClr val="tx2">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0058;p59"/>
          <p:cNvSpPr/>
          <p:nvPr/>
        </p:nvSpPr>
        <p:spPr>
          <a:xfrm>
            <a:off x="1613961" y="3070239"/>
            <a:ext cx="335251" cy="47353"/>
          </a:xfrm>
          <a:custGeom>
            <a:avLst/>
            <a:gdLst/>
            <a:ahLst/>
            <a:cxnLst/>
            <a:rect l="l" t="t" r="r" b="b"/>
            <a:pathLst>
              <a:path w="17599" h="1" fill="none" extrusionOk="0">
                <a:moveTo>
                  <a:pt x="1" y="0"/>
                </a:moveTo>
                <a:lnTo>
                  <a:pt x="17598" y="0"/>
                </a:lnTo>
              </a:path>
            </a:pathLst>
          </a:custGeom>
          <a:noFill/>
          <a:ln w="9525" cap="rnd" cmpd="sng">
            <a:solidFill>
              <a:schemeClr val="tx2">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0060;p59"/>
          <p:cNvSpPr/>
          <p:nvPr/>
        </p:nvSpPr>
        <p:spPr>
          <a:xfrm>
            <a:off x="1949192" y="2356033"/>
            <a:ext cx="331598" cy="1416296"/>
          </a:xfrm>
          <a:custGeom>
            <a:avLst/>
            <a:gdLst/>
            <a:ahLst/>
            <a:cxnLst/>
            <a:rect l="l" t="t" r="r" b="b"/>
            <a:pathLst>
              <a:path w="18623" h="45330" fill="none" extrusionOk="0">
                <a:moveTo>
                  <a:pt x="18623" y="45330"/>
                </a:moveTo>
                <a:lnTo>
                  <a:pt x="5625" y="45330"/>
                </a:lnTo>
                <a:cubicBezTo>
                  <a:pt x="2889" y="45330"/>
                  <a:pt x="0" y="42619"/>
                  <a:pt x="0" y="35634"/>
                </a:cubicBezTo>
                <a:lnTo>
                  <a:pt x="0" y="9697"/>
                </a:lnTo>
                <a:cubicBezTo>
                  <a:pt x="0" y="2711"/>
                  <a:pt x="2889" y="1"/>
                  <a:pt x="5625" y="1"/>
                </a:cubicBezTo>
                <a:lnTo>
                  <a:pt x="18623" y="1"/>
                </a:lnTo>
              </a:path>
            </a:pathLst>
          </a:custGeom>
          <a:noFill/>
          <a:ln w="9525" cap="rnd" cmpd="sng">
            <a:solidFill>
              <a:schemeClr val="tx2">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0071;p59"/>
          <p:cNvSpPr/>
          <p:nvPr/>
        </p:nvSpPr>
        <p:spPr>
          <a:xfrm>
            <a:off x="1470995" y="1664303"/>
            <a:ext cx="520111" cy="1003917"/>
          </a:xfrm>
          <a:custGeom>
            <a:avLst/>
            <a:gdLst/>
            <a:ahLst/>
            <a:cxnLst/>
            <a:rect l="l" t="t" r="r" b="b"/>
            <a:pathLst>
              <a:path w="29210" h="38848" fill="none" extrusionOk="0">
                <a:moveTo>
                  <a:pt x="29209" y="1"/>
                </a:moveTo>
                <a:lnTo>
                  <a:pt x="17922" y="1"/>
                </a:lnTo>
                <a:cubicBezTo>
                  <a:pt x="14829" y="1"/>
                  <a:pt x="14209" y="3466"/>
                  <a:pt x="14209" y="3466"/>
                </a:cubicBezTo>
                <a:lnTo>
                  <a:pt x="14209" y="26448"/>
                </a:lnTo>
                <a:lnTo>
                  <a:pt x="0" y="26448"/>
                </a:lnTo>
                <a:lnTo>
                  <a:pt x="0" y="38848"/>
                </a:lnTo>
              </a:path>
            </a:pathLst>
          </a:custGeom>
          <a:noFill/>
          <a:ln w="9525" cap="rnd" cmpd="sng">
            <a:solidFill>
              <a:schemeClr val="tx2">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0075;p59"/>
          <p:cNvSpPr/>
          <p:nvPr/>
        </p:nvSpPr>
        <p:spPr>
          <a:xfrm>
            <a:off x="655540" y="2617354"/>
            <a:ext cx="400383" cy="905826"/>
          </a:xfrm>
          <a:custGeom>
            <a:avLst/>
            <a:gdLst/>
            <a:ahLst/>
            <a:cxnLst/>
            <a:rect l="l" t="t" r="r" b="b"/>
            <a:pathLst>
              <a:path w="22486" h="50901" fill="none" extrusionOk="0">
                <a:moveTo>
                  <a:pt x="22384" y="2729"/>
                </a:moveTo>
                <a:cubicBezTo>
                  <a:pt x="22333" y="2383"/>
                  <a:pt x="22249" y="2040"/>
                  <a:pt x="22128" y="1711"/>
                </a:cubicBezTo>
                <a:cubicBezTo>
                  <a:pt x="21742" y="675"/>
                  <a:pt x="20979" y="1"/>
                  <a:pt x="19582" y="1"/>
                </a:cubicBezTo>
                <a:cubicBezTo>
                  <a:pt x="17966" y="1"/>
                  <a:pt x="17204" y="913"/>
                  <a:pt x="16883" y="2229"/>
                </a:cubicBezTo>
                <a:cubicBezTo>
                  <a:pt x="13443" y="1682"/>
                  <a:pt x="10331" y="4356"/>
                  <a:pt x="10353" y="7840"/>
                </a:cubicBezTo>
                <a:cubicBezTo>
                  <a:pt x="10353" y="7997"/>
                  <a:pt x="10364" y="8150"/>
                  <a:pt x="10378" y="8300"/>
                </a:cubicBezTo>
                <a:cubicBezTo>
                  <a:pt x="7945" y="7307"/>
                  <a:pt x="5147" y="7957"/>
                  <a:pt x="3404" y="9923"/>
                </a:cubicBezTo>
                <a:cubicBezTo>
                  <a:pt x="1660" y="11889"/>
                  <a:pt x="1343" y="14742"/>
                  <a:pt x="2616" y="17040"/>
                </a:cubicBezTo>
                <a:cubicBezTo>
                  <a:pt x="930" y="18382"/>
                  <a:pt x="0" y="20454"/>
                  <a:pt x="120" y="22607"/>
                </a:cubicBezTo>
                <a:cubicBezTo>
                  <a:pt x="241" y="24755"/>
                  <a:pt x="1394" y="26714"/>
                  <a:pt x="3218" y="27860"/>
                </a:cubicBezTo>
                <a:cubicBezTo>
                  <a:pt x="748" y="30913"/>
                  <a:pt x="1707" y="35462"/>
                  <a:pt x="5202" y="37260"/>
                </a:cubicBezTo>
                <a:cubicBezTo>
                  <a:pt x="5173" y="37490"/>
                  <a:pt x="5162" y="37720"/>
                  <a:pt x="5162" y="37954"/>
                </a:cubicBezTo>
                <a:cubicBezTo>
                  <a:pt x="5162" y="40832"/>
                  <a:pt x="7125" y="43243"/>
                  <a:pt x="9784" y="43943"/>
                </a:cubicBezTo>
                <a:cubicBezTo>
                  <a:pt x="10776" y="46782"/>
                  <a:pt x="13818" y="48350"/>
                  <a:pt x="16708" y="47511"/>
                </a:cubicBezTo>
                <a:cubicBezTo>
                  <a:pt x="16835" y="49437"/>
                  <a:pt x="17525" y="50900"/>
                  <a:pt x="19582" y="50900"/>
                </a:cubicBezTo>
                <a:cubicBezTo>
                  <a:pt x="22482" y="50900"/>
                  <a:pt x="22439" y="48390"/>
                  <a:pt x="22482" y="48401"/>
                </a:cubicBezTo>
                <a:cubicBezTo>
                  <a:pt x="22486" y="48401"/>
                  <a:pt x="22417" y="2722"/>
                  <a:pt x="22384" y="2729"/>
                </a:cubicBezTo>
                <a:close/>
              </a:path>
            </a:pathLst>
          </a:custGeom>
          <a:noFill/>
          <a:ln w="9525" cap="flat" cmpd="sng">
            <a:solidFill>
              <a:schemeClr val="tx2">
                <a:lumMod val="75000"/>
              </a:schemeClr>
            </a:solidFill>
            <a:prstDash val="solid"/>
            <a:miter lim="3647"/>
            <a:headEnd type="none" w="sm" len="sm"/>
            <a:tailEnd type="none" w="sm" len="sm"/>
          </a:ln>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0076;p59"/>
          <p:cNvSpPr/>
          <p:nvPr/>
        </p:nvSpPr>
        <p:spPr>
          <a:xfrm>
            <a:off x="890417" y="2863060"/>
            <a:ext cx="164404" cy="207179"/>
          </a:xfrm>
          <a:custGeom>
            <a:avLst/>
            <a:gdLst/>
            <a:ahLst/>
            <a:cxnLst/>
            <a:rect l="l" t="t" r="r" b="b"/>
            <a:pathLst>
              <a:path w="9233" h="11642" fill="none" extrusionOk="0">
                <a:moveTo>
                  <a:pt x="9233" y="1"/>
                </a:moveTo>
                <a:cubicBezTo>
                  <a:pt x="9233" y="1"/>
                  <a:pt x="0" y="570"/>
                  <a:pt x="2586" y="11641"/>
                </a:cubicBezTo>
              </a:path>
            </a:pathLst>
          </a:custGeom>
          <a:noFill/>
          <a:ln w="9525" cap="rnd" cmpd="sng">
            <a:solidFill>
              <a:schemeClr val="tx2">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0077;p59"/>
          <p:cNvSpPr/>
          <p:nvPr/>
        </p:nvSpPr>
        <p:spPr>
          <a:xfrm>
            <a:off x="947113" y="2741354"/>
            <a:ext cx="107264" cy="101082"/>
          </a:xfrm>
          <a:custGeom>
            <a:avLst/>
            <a:gdLst/>
            <a:ahLst/>
            <a:cxnLst/>
            <a:rect l="l" t="t" r="r" b="b"/>
            <a:pathLst>
              <a:path w="6024" h="5680" fill="none" extrusionOk="0">
                <a:moveTo>
                  <a:pt x="1" y="1795"/>
                </a:moveTo>
                <a:cubicBezTo>
                  <a:pt x="1" y="1795"/>
                  <a:pt x="6023" y="0"/>
                  <a:pt x="6023" y="5680"/>
                </a:cubicBezTo>
              </a:path>
            </a:pathLst>
          </a:custGeom>
          <a:noFill/>
          <a:ln w="9525" cap="rnd" cmpd="sng">
            <a:solidFill>
              <a:schemeClr val="tx2">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0078;p59"/>
          <p:cNvSpPr/>
          <p:nvPr/>
        </p:nvSpPr>
        <p:spPr>
          <a:xfrm>
            <a:off x="839866" y="2756855"/>
            <a:ext cx="35236" cy="85582"/>
          </a:xfrm>
          <a:custGeom>
            <a:avLst/>
            <a:gdLst/>
            <a:ahLst/>
            <a:cxnLst/>
            <a:rect l="l" t="t" r="r" b="b"/>
            <a:pathLst>
              <a:path w="1979" h="4809" fill="none" extrusionOk="0">
                <a:moveTo>
                  <a:pt x="1" y="1"/>
                </a:moveTo>
                <a:cubicBezTo>
                  <a:pt x="1" y="1"/>
                  <a:pt x="1" y="2730"/>
                  <a:pt x="1978" y="4809"/>
                </a:cubicBezTo>
              </a:path>
            </a:pathLst>
          </a:custGeom>
          <a:noFill/>
          <a:ln w="9525" cap="rnd" cmpd="sng">
            <a:solidFill>
              <a:schemeClr val="tx2">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0079;p59"/>
          <p:cNvSpPr/>
          <p:nvPr/>
        </p:nvSpPr>
        <p:spPr>
          <a:xfrm>
            <a:off x="711867" y="2873203"/>
            <a:ext cx="209823" cy="61093"/>
          </a:xfrm>
          <a:custGeom>
            <a:avLst/>
            <a:gdLst/>
            <a:ahLst/>
            <a:cxnLst/>
            <a:rect l="l" t="t" r="r" b="b"/>
            <a:pathLst>
              <a:path w="11784" h="3433" fill="none" extrusionOk="0">
                <a:moveTo>
                  <a:pt x="1" y="2663"/>
                </a:moveTo>
                <a:cubicBezTo>
                  <a:pt x="3364" y="0"/>
                  <a:pt x="6622" y="3433"/>
                  <a:pt x="6622" y="3433"/>
                </a:cubicBezTo>
                <a:cubicBezTo>
                  <a:pt x="6622" y="3433"/>
                  <a:pt x="7307" y="387"/>
                  <a:pt x="11783" y="1653"/>
                </a:cubicBezTo>
              </a:path>
            </a:pathLst>
          </a:custGeom>
          <a:noFill/>
          <a:ln w="9525" cap="rnd" cmpd="sng">
            <a:solidFill>
              <a:schemeClr val="tx2">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0080;p59"/>
          <p:cNvSpPr/>
          <p:nvPr/>
        </p:nvSpPr>
        <p:spPr>
          <a:xfrm>
            <a:off x="747061" y="3088586"/>
            <a:ext cx="110433" cy="204191"/>
          </a:xfrm>
          <a:custGeom>
            <a:avLst/>
            <a:gdLst/>
            <a:ahLst/>
            <a:cxnLst/>
            <a:rect l="l" t="t" r="r" b="b"/>
            <a:pathLst>
              <a:path w="6202" h="11474" fill="none" extrusionOk="0">
                <a:moveTo>
                  <a:pt x="22" y="11474"/>
                </a:moveTo>
                <a:cubicBezTo>
                  <a:pt x="22" y="11474"/>
                  <a:pt x="0" y="5735"/>
                  <a:pt x="4440" y="6297"/>
                </a:cubicBezTo>
                <a:cubicBezTo>
                  <a:pt x="4440" y="6297"/>
                  <a:pt x="2134" y="3149"/>
                  <a:pt x="6202" y="1"/>
                </a:cubicBezTo>
              </a:path>
            </a:pathLst>
          </a:custGeom>
          <a:noFill/>
          <a:ln w="9525" cap="rnd" cmpd="sng">
            <a:solidFill>
              <a:schemeClr val="tx2">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0081;p59"/>
          <p:cNvSpPr/>
          <p:nvPr/>
        </p:nvSpPr>
        <p:spPr>
          <a:xfrm>
            <a:off x="807726" y="3292761"/>
            <a:ext cx="48984" cy="127258"/>
          </a:xfrm>
          <a:custGeom>
            <a:avLst/>
            <a:gdLst/>
            <a:ahLst/>
            <a:cxnLst/>
            <a:rect l="l" t="t" r="r" b="b"/>
            <a:pathLst>
              <a:path w="2751" h="7151" fill="none" extrusionOk="0">
                <a:moveTo>
                  <a:pt x="2751" y="1"/>
                </a:moveTo>
                <a:cubicBezTo>
                  <a:pt x="2751" y="1"/>
                  <a:pt x="0" y="2963"/>
                  <a:pt x="1806" y="7151"/>
                </a:cubicBezTo>
              </a:path>
            </a:pathLst>
          </a:custGeom>
          <a:noFill/>
          <a:ln w="9525" cap="rnd" cmpd="sng">
            <a:solidFill>
              <a:schemeClr val="tx2">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0082;p59"/>
          <p:cNvSpPr/>
          <p:nvPr/>
        </p:nvSpPr>
        <p:spPr>
          <a:xfrm>
            <a:off x="911909" y="3283664"/>
            <a:ext cx="142464" cy="85456"/>
          </a:xfrm>
          <a:custGeom>
            <a:avLst/>
            <a:gdLst/>
            <a:ahLst/>
            <a:cxnLst/>
            <a:rect l="l" t="t" r="r" b="b"/>
            <a:pathLst>
              <a:path w="8001" h="4802" fill="none" extrusionOk="0">
                <a:moveTo>
                  <a:pt x="8000" y="512"/>
                </a:moveTo>
                <a:cubicBezTo>
                  <a:pt x="3783" y="1"/>
                  <a:pt x="1978" y="4087"/>
                  <a:pt x="1978" y="4087"/>
                </a:cubicBezTo>
                <a:cubicBezTo>
                  <a:pt x="1978" y="4087"/>
                  <a:pt x="858" y="3598"/>
                  <a:pt x="0" y="4802"/>
                </a:cubicBezTo>
              </a:path>
            </a:pathLst>
          </a:custGeom>
          <a:noFill/>
          <a:ln w="9525" cap="rnd" cmpd="sng">
            <a:solidFill>
              <a:schemeClr val="tx2">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0083;p59"/>
          <p:cNvSpPr/>
          <p:nvPr/>
        </p:nvSpPr>
        <p:spPr>
          <a:xfrm>
            <a:off x="802457" y="3001603"/>
            <a:ext cx="125905" cy="70453"/>
          </a:xfrm>
          <a:custGeom>
            <a:avLst/>
            <a:gdLst/>
            <a:ahLst/>
            <a:cxnLst/>
            <a:rect l="l" t="t" r="r" b="b"/>
            <a:pathLst>
              <a:path w="7071" h="3959" fill="none" extrusionOk="0">
                <a:moveTo>
                  <a:pt x="7070" y="1"/>
                </a:moveTo>
                <a:cubicBezTo>
                  <a:pt x="7070" y="1"/>
                  <a:pt x="2802" y="3959"/>
                  <a:pt x="1" y="1"/>
                </a:cubicBezTo>
              </a:path>
            </a:pathLst>
          </a:custGeom>
          <a:noFill/>
          <a:ln w="9525" cap="rnd" cmpd="sng">
            <a:solidFill>
              <a:schemeClr val="tx2">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0084;p59"/>
          <p:cNvSpPr/>
          <p:nvPr/>
        </p:nvSpPr>
        <p:spPr>
          <a:xfrm>
            <a:off x="928342" y="3128575"/>
            <a:ext cx="126031" cy="62091"/>
          </a:xfrm>
          <a:custGeom>
            <a:avLst/>
            <a:gdLst/>
            <a:ahLst/>
            <a:cxnLst/>
            <a:rect l="l" t="t" r="r" b="b"/>
            <a:pathLst>
              <a:path w="7078" h="3489" fill="none" extrusionOk="0">
                <a:moveTo>
                  <a:pt x="0" y="1125"/>
                </a:moveTo>
                <a:cubicBezTo>
                  <a:pt x="0" y="1125"/>
                  <a:pt x="4411" y="1"/>
                  <a:pt x="7077" y="3488"/>
                </a:cubicBezTo>
              </a:path>
            </a:pathLst>
          </a:custGeom>
          <a:noFill/>
          <a:ln w="9525" cap="rnd" cmpd="sng">
            <a:solidFill>
              <a:schemeClr val="tx2">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0085;p59"/>
          <p:cNvSpPr/>
          <p:nvPr/>
        </p:nvSpPr>
        <p:spPr>
          <a:xfrm>
            <a:off x="1092230" y="2863060"/>
            <a:ext cx="164348" cy="207179"/>
          </a:xfrm>
          <a:custGeom>
            <a:avLst/>
            <a:gdLst/>
            <a:ahLst/>
            <a:cxnLst/>
            <a:rect l="l" t="t" r="r" b="b"/>
            <a:pathLst>
              <a:path w="9230" h="11642" fill="none" extrusionOk="0">
                <a:moveTo>
                  <a:pt x="0" y="1"/>
                </a:moveTo>
                <a:cubicBezTo>
                  <a:pt x="0" y="1"/>
                  <a:pt x="9229" y="570"/>
                  <a:pt x="6647" y="11641"/>
                </a:cubicBezTo>
              </a:path>
            </a:pathLst>
          </a:custGeom>
          <a:noFill/>
          <a:ln w="9525" cap="flat" cmpd="sng">
            <a:solidFill>
              <a:schemeClr val="tx2">
                <a:lumMod val="75000"/>
              </a:schemeClr>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0086;p59"/>
          <p:cNvSpPr/>
          <p:nvPr/>
        </p:nvSpPr>
        <p:spPr>
          <a:xfrm>
            <a:off x="1092621" y="2741354"/>
            <a:ext cx="107243" cy="101082"/>
          </a:xfrm>
          <a:custGeom>
            <a:avLst/>
            <a:gdLst/>
            <a:ahLst/>
            <a:cxnLst/>
            <a:rect l="l" t="t" r="r" b="b"/>
            <a:pathLst>
              <a:path w="6023" h="5680" fill="none" extrusionOk="0">
                <a:moveTo>
                  <a:pt x="6023" y="1795"/>
                </a:moveTo>
                <a:cubicBezTo>
                  <a:pt x="6023" y="1795"/>
                  <a:pt x="0" y="0"/>
                  <a:pt x="0" y="5680"/>
                </a:cubicBezTo>
              </a:path>
            </a:pathLst>
          </a:custGeom>
          <a:noFill/>
          <a:ln w="9525" cap="flat" cmpd="sng">
            <a:solidFill>
              <a:schemeClr val="tx2">
                <a:lumMod val="75000"/>
              </a:schemeClr>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0087;p59"/>
          <p:cNvSpPr/>
          <p:nvPr/>
        </p:nvSpPr>
        <p:spPr>
          <a:xfrm>
            <a:off x="1271944" y="2756855"/>
            <a:ext cx="35168" cy="85582"/>
          </a:xfrm>
          <a:custGeom>
            <a:avLst/>
            <a:gdLst/>
            <a:ahLst/>
            <a:cxnLst/>
            <a:rect l="l" t="t" r="r" b="b"/>
            <a:pathLst>
              <a:path w="1975" h="4809" fill="none" extrusionOk="0">
                <a:moveTo>
                  <a:pt x="1975" y="1"/>
                </a:moveTo>
                <a:cubicBezTo>
                  <a:pt x="1975" y="1"/>
                  <a:pt x="1975" y="2730"/>
                  <a:pt x="1" y="4809"/>
                </a:cubicBezTo>
              </a:path>
            </a:pathLst>
          </a:custGeom>
          <a:noFill/>
          <a:ln w="9525" cap="flat" cmpd="sng">
            <a:solidFill>
              <a:schemeClr val="tx2">
                <a:lumMod val="75000"/>
              </a:schemeClr>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0088;p59"/>
          <p:cNvSpPr/>
          <p:nvPr/>
        </p:nvSpPr>
        <p:spPr>
          <a:xfrm>
            <a:off x="1289484" y="3088586"/>
            <a:ext cx="110449" cy="204191"/>
          </a:xfrm>
          <a:custGeom>
            <a:avLst/>
            <a:gdLst/>
            <a:ahLst/>
            <a:cxnLst/>
            <a:rect l="l" t="t" r="r" b="b"/>
            <a:pathLst>
              <a:path w="6203" h="11474" fill="none" extrusionOk="0">
                <a:moveTo>
                  <a:pt x="6181" y="11474"/>
                </a:moveTo>
                <a:cubicBezTo>
                  <a:pt x="6181" y="11474"/>
                  <a:pt x="6202" y="5735"/>
                  <a:pt x="1767" y="6297"/>
                </a:cubicBezTo>
                <a:cubicBezTo>
                  <a:pt x="1767" y="6297"/>
                  <a:pt x="4068" y="3149"/>
                  <a:pt x="1" y="1"/>
                </a:cubicBezTo>
              </a:path>
            </a:pathLst>
          </a:custGeom>
          <a:noFill/>
          <a:ln w="9525" cap="flat" cmpd="sng">
            <a:solidFill>
              <a:schemeClr val="tx2">
                <a:lumMod val="75000"/>
              </a:schemeClr>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0089;p59"/>
          <p:cNvSpPr/>
          <p:nvPr/>
        </p:nvSpPr>
        <p:spPr>
          <a:xfrm>
            <a:off x="1290340" y="3292761"/>
            <a:ext cx="48932" cy="127258"/>
          </a:xfrm>
          <a:custGeom>
            <a:avLst/>
            <a:gdLst/>
            <a:ahLst/>
            <a:cxnLst/>
            <a:rect l="l" t="t" r="r" b="b"/>
            <a:pathLst>
              <a:path w="2748" h="7151" fill="none" extrusionOk="0">
                <a:moveTo>
                  <a:pt x="0" y="1"/>
                </a:moveTo>
                <a:cubicBezTo>
                  <a:pt x="0" y="1"/>
                  <a:pt x="2747" y="2963"/>
                  <a:pt x="942" y="7151"/>
                </a:cubicBezTo>
              </a:path>
            </a:pathLst>
          </a:custGeom>
          <a:noFill/>
          <a:ln w="9525" cap="flat" cmpd="sng">
            <a:solidFill>
              <a:schemeClr val="tx2">
                <a:lumMod val="75000"/>
              </a:schemeClr>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0090;p59"/>
          <p:cNvSpPr/>
          <p:nvPr/>
        </p:nvSpPr>
        <p:spPr>
          <a:xfrm>
            <a:off x="1092621" y="3283664"/>
            <a:ext cx="142520" cy="85456"/>
          </a:xfrm>
          <a:custGeom>
            <a:avLst/>
            <a:gdLst/>
            <a:ahLst/>
            <a:cxnLst/>
            <a:rect l="l" t="t" r="r" b="b"/>
            <a:pathLst>
              <a:path w="8004" h="4802" fill="none" extrusionOk="0">
                <a:moveTo>
                  <a:pt x="0" y="512"/>
                </a:moveTo>
                <a:cubicBezTo>
                  <a:pt x="4217" y="1"/>
                  <a:pt x="6023" y="4087"/>
                  <a:pt x="6023" y="4087"/>
                </a:cubicBezTo>
                <a:cubicBezTo>
                  <a:pt x="6023" y="4087"/>
                  <a:pt x="7143" y="3598"/>
                  <a:pt x="8004" y="4802"/>
                </a:cubicBezTo>
              </a:path>
            </a:pathLst>
          </a:custGeom>
          <a:noFill/>
          <a:ln w="9525" cap="flat" cmpd="sng">
            <a:solidFill>
              <a:schemeClr val="tx2">
                <a:lumMod val="75000"/>
              </a:schemeClr>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0091;p59"/>
          <p:cNvSpPr/>
          <p:nvPr/>
        </p:nvSpPr>
        <p:spPr>
          <a:xfrm>
            <a:off x="1218688" y="3001603"/>
            <a:ext cx="125905" cy="70453"/>
          </a:xfrm>
          <a:custGeom>
            <a:avLst/>
            <a:gdLst/>
            <a:ahLst/>
            <a:cxnLst/>
            <a:rect l="l" t="t" r="r" b="b"/>
            <a:pathLst>
              <a:path w="7071" h="3959" fill="none" extrusionOk="0">
                <a:moveTo>
                  <a:pt x="1" y="1"/>
                </a:moveTo>
                <a:cubicBezTo>
                  <a:pt x="1" y="1"/>
                  <a:pt x="4265" y="3959"/>
                  <a:pt x="7070" y="1"/>
                </a:cubicBezTo>
              </a:path>
            </a:pathLst>
          </a:custGeom>
          <a:noFill/>
          <a:ln w="9525" cap="flat" cmpd="sng">
            <a:solidFill>
              <a:schemeClr val="tx2">
                <a:lumMod val="75000"/>
              </a:schemeClr>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0092;p59"/>
          <p:cNvSpPr/>
          <p:nvPr/>
        </p:nvSpPr>
        <p:spPr>
          <a:xfrm>
            <a:off x="1092621" y="3128575"/>
            <a:ext cx="126083" cy="62091"/>
          </a:xfrm>
          <a:custGeom>
            <a:avLst/>
            <a:gdLst/>
            <a:ahLst/>
            <a:cxnLst/>
            <a:rect l="l" t="t" r="r" b="b"/>
            <a:pathLst>
              <a:path w="7081" h="3489" fill="none" extrusionOk="0">
                <a:moveTo>
                  <a:pt x="7081" y="1125"/>
                </a:moveTo>
                <a:cubicBezTo>
                  <a:pt x="7081" y="1125"/>
                  <a:pt x="2670" y="1"/>
                  <a:pt x="0" y="3488"/>
                </a:cubicBezTo>
              </a:path>
            </a:pathLst>
          </a:custGeom>
          <a:noFill/>
          <a:ln w="9525" cap="flat" cmpd="sng">
            <a:solidFill>
              <a:schemeClr val="tx2">
                <a:lumMod val="75000"/>
              </a:schemeClr>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0093;p59"/>
          <p:cNvSpPr/>
          <p:nvPr/>
        </p:nvSpPr>
        <p:spPr>
          <a:xfrm>
            <a:off x="1235121" y="2873203"/>
            <a:ext cx="209755" cy="61093"/>
          </a:xfrm>
          <a:custGeom>
            <a:avLst/>
            <a:gdLst/>
            <a:ahLst/>
            <a:cxnLst/>
            <a:rect l="l" t="t" r="r" b="b"/>
            <a:pathLst>
              <a:path w="11780" h="3433" fill="none" extrusionOk="0">
                <a:moveTo>
                  <a:pt x="11780" y="2663"/>
                </a:moveTo>
                <a:cubicBezTo>
                  <a:pt x="8420" y="0"/>
                  <a:pt x="5162" y="3433"/>
                  <a:pt x="5162" y="3433"/>
                </a:cubicBezTo>
                <a:cubicBezTo>
                  <a:pt x="5162" y="3433"/>
                  <a:pt x="4473" y="387"/>
                  <a:pt x="1" y="1653"/>
                </a:cubicBezTo>
              </a:path>
            </a:pathLst>
          </a:custGeom>
          <a:noFill/>
          <a:ln w="9525" cap="flat" cmpd="sng">
            <a:solidFill>
              <a:schemeClr val="tx2">
                <a:lumMod val="75000"/>
              </a:schemeClr>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0094;p59"/>
          <p:cNvSpPr/>
          <p:nvPr/>
        </p:nvSpPr>
        <p:spPr>
          <a:xfrm>
            <a:off x="1095516" y="2617302"/>
            <a:ext cx="400331" cy="905826"/>
          </a:xfrm>
          <a:custGeom>
            <a:avLst/>
            <a:gdLst/>
            <a:ahLst/>
            <a:cxnLst/>
            <a:rect l="l" t="t" r="r" b="b"/>
            <a:pathLst>
              <a:path w="22483" h="50901" fill="none" extrusionOk="0">
                <a:moveTo>
                  <a:pt x="99" y="2729"/>
                </a:moveTo>
                <a:cubicBezTo>
                  <a:pt x="150" y="2383"/>
                  <a:pt x="237" y="2040"/>
                  <a:pt x="354" y="1711"/>
                </a:cubicBezTo>
                <a:cubicBezTo>
                  <a:pt x="744" y="675"/>
                  <a:pt x="1503" y="1"/>
                  <a:pt x="2900" y="1"/>
                </a:cubicBezTo>
                <a:cubicBezTo>
                  <a:pt x="4516" y="1"/>
                  <a:pt x="5282" y="913"/>
                  <a:pt x="5600" y="2229"/>
                </a:cubicBezTo>
                <a:cubicBezTo>
                  <a:pt x="9040" y="1682"/>
                  <a:pt x="12151" y="4356"/>
                  <a:pt x="12130" y="7840"/>
                </a:cubicBezTo>
                <a:cubicBezTo>
                  <a:pt x="12130" y="7997"/>
                  <a:pt x="12119" y="8150"/>
                  <a:pt x="12108" y="8300"/>
                </a:cubicBezTo>
                <a:cubicBezTo>
                  <a:pt x="14541" y="7307"/>
                  <a:pt x="17335" y="7957"/>
                  <a:pt x="19082" y="9923"/>
                </a:cubicBezTo>
                <a:cubicBezTo>
                  <a:pt x="20826" y="11889"/>
                  <a:pt x="21140" y="14742"/>
                  <a:pt x="19867" y="17040"/>
                </a:cubicBezTo>
                <a:cubicBezTo>
                  <a:pt x="21552" y="18379"/>
                  <a:pt x="22482" y="20454"/>
                  <a:pt x="22362" y="22603"/>
                </a:cubicBezTo>
                <a:cubicBezTo>
                  <a:pt x="22242" y="24755"/>
                  <a:pt x="21089" y="26714"/>
                  <a:pt x="19265" y="27860"/>
                </a:cubicBezTo>
                <a:cubicBezTo>
                  <a:pt x="20440" y="29308"/>
                  <a:pt x="20896" y="31205"/>
                  <a:pt x="20512" y="33029"/>
                </a:cubicBezTo>
                <a:cubicBezTo>
                  <a:pt x="20126" y="34853"/>
                  <a:pt x="18940" y="36407"/>
                  <a:pt x="17284" y="37257"/>
                </a:cubicBezTo>
                <a:cubicBezTo>
                  <a:pt x="17310" y="37487"/>
                  <a:pt x="17321" y="37720"/>
                  <a:pt x="17324" y="37950"/>
                </a:cubicBezTo>
                <a:cubicBezTo>
                  <a:pt x="17321" y="40766"/>
                  <a:pt x="15420" y="43225"/>
                  <a:pt x="12699" y="43940"/>
                </a:cubicBezTo>
                <a:cubicBezTo>
                  <a:pt x="11710" y="46782"/>
                  <a:pt x="8664" y="48350"/>
                  <a:pt x="5778" y="47507"/>
                </a:cubicBezTo>
                <a:cubicBezTo>
                  <a:pt x="5647" y="49434"/>
                  <a:pt x="4958" y="50900"/>
                  <a:pt x="2900" y="50900"/>
                </a:cubicBezTo>
                <a:cubicBezTo>
                  <a:pt x="0" y="50900"/>
                  <a:pt x="40" y="48390"/>
                  <a:pt x="0" y="48401"/>
                </a:cubicBezTo>
                <a:cubicBezTo>
                  <a:pt x="0" y="48401"/>
                  <a:pt x="69" y="2722"/>
                  <a:pt x="99" y="2729"/>
                </a:cubicBezTo>
                <a:close/>
              </a:path>
            </a:pathLst>
          </a:custGeom>
          <a:noFill/>
          <a:ln w="9525" cap="flat" cmpd="sng">
            <a:solidFill>
              <a:schemeClr val="tx2">
                <a:lumMod val="75000"/>
              </a:schemeClr>
            </a:solidFill>
            <a:prstDash val="solid"/>
            <a:miter lim="3647"/>
            <a:headEnd type="none" w="sm" len="sm"/>
            <a:tailEnd type="none" w="sm" len="sm"/>
          </a:ln>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0096;p59"/>
          <p:cNvSpPr/>
          <p:nvPr/>
        </p:nvSpPr>
        <p:spPr>
          <a:xfrm>
            <a:off x="1403636" y="3432478"/>
            <a:ext cx="99003" cy="95191"/>
          </a:xfrm>
          <a:custGeom>
            <a:avLst/>
            <a:gdLst/>
            <a:ahLst/>
            <a:cxnLst/>
            <a:rect l="l" t="t" r="r" b="b"/>
            <a:pathLst>
              <a:path w="5560" h="5349" extrusionOk="0">
                <a:moveTo>
                  <a:pt x="2886" y="1"/>
                </a:moveTo>
                <a:cubicBezTo>
                  <a:pt x="1806" y="1"/>
                  <a:pt x="828" y="654"/>
                  <a:pt x="416" y="1653"/>
                </a:cubicBezTo>
                <a:cubicBezTo>
                  <a:pt x="0" y="2649"/>
                  <a:pt x="230" y="3802"/>
                  <a:pt x="996" y="4564"/>
                </a:cubicBezTo>
                <a:cubicBezTo>
                  <a:pt x="1506" y="5077"/>
                  <a:pt x="2190" y="5349"/>
                  <a:pt x="2886" y="5349"/>
                </a:cubicBezTo>
                <a:cubicBezTo>
                  <a:pt x="3232" y="5349"/>
                  <a:pt x="3580" y="5282"/>
                  <a:pt x="3911" y="5144"/>
                </a:cubicBezTo>
                <a:cubicBezTo>
                  <a:pt x="4910" y="4732"/>
                  <a:pt x="5560" y="3758"/>
                  <a:pt x="5560" y="2675"/>
                </a:cubicBezTo>
                <a:cubicBezTo>
                  <a:pt x="5560" y="1197"/>
                  <a:pt x="4363" y="1"/>
                  <a:pt x="2886" y="1"/>
                </a:cubicBezTo>
                <a:close/>
              </a:path>
            </a:pathLst>
          </a:custGeom>
          <a:solidFill>
            <a:schemeClr val="tx2">
              <a:lumMod val="50000"/>
            </a:schemeClr>
          </a:solidFill>
          <a:ln>
            <a:solidFill>
              <a:schemeClr val="tx2">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0100;p59"/>
          <p:cNvSpPr/>
          <p:nvPr/>
        </p:nvSpPr>
        <p:spPr>
          <a:xfrm>
            <a:off x="1897874" y="3019668"/>
            <a:ext cx="99003" cy="95191"/>
          </a:xfrm>
          <a:custGeom>
            <a:avLst/>
            <a:gdLst/>
            <a:ahLst/>
            <a:cxnLst/>
            <a:rect l="l" t="t" r="r" b="b"/>
            <a:pathLst>
              <a:path w="5560" h="5349" extrusionOk="0">
                <a:moveTo>
                  <a:pt x="2882" y="1"/>
                </a:moveTo>
                <a:cubicBezTo>
                  <a:pt x="1802" y="1"/>
                  <a:pt x="828" y="650"/>
                  <a:pt x="412" y="1649"/>
                </a:cubicBezTo>
                <a:cubicBezTo>
                  <a:pt x="0" y="2649"/>
                  <a:pt x="226" y="3798"/>
                  <a:pt x="993" y="4564"/>
                </a:cubicBezTo>
                <a:cubicBezTo>
                  <a:pt x="1502" y="5076"/>
                  <a:pt x="2187" y="5349"/>
                  <a:pt x="2883" y="5349"/>
                </a:cubicBezTo>
                <a:cubicBezTo>
                  <a:pt x="3228" y="5349"/>
                  <a:pt x="3576" y="5282"/>
                  <a:pt x="3907" y="5144"/>
                </a:cubicBezTo>
                <a:cubicBezTo>
                  <a:pt x="4907" y="4732"/>
                  <a:pt x="5556" y="3758"/>
                  <a:pt x="5560" y="2674"/>
                </a:cubicBezTo>
                <a:cubicBezTo>
                  <a:pt x="5560" y="1197"/>
                  <a:pt x="4360" y="1"/>
                  <a:pt x="2882" y="1"/>
                </a:cubicBezTo>
                <a:close/>
              </a:path>
            </a:pathLst>
          </a:custGeom>
          <a:solidFill>
            <a:schemeClr val="tx2">
              <a:lumMod val="50000"/>
            </a:schemeClr>
          </a:solidFill>
          <a:ln>
            <a:solidFill>
              <a:schemeClr val="tx2">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0106;p59"/>
          <p:cNvSpPr/>
          <p:nvPr/>
        </p:nvSpPr>
        <p:spPr>
          <a:xfrm>
            <a:off x="1414158" y="2620560"/>
            <a:ext cx="99003" cy="95207"/>
          </a:xfrm>
          <a:custGeom>
            <a:avLst/>
            <a:gdLst/>
            <a:ahLst/>
            <a:cxnLst/>
            <a:rect l="l" t="t" r="r" b="b"/>
            <a:pathLst>
              <a:path w="5560" h="5350" extrusionOk="0">
                <a:moveTo>
                  <a:pt x="2886" y="0"/>
                </a:moveTo>
                <a:cubicBezTo>
                  <a:pt x="1806" y="0"/>
                  <a:pt x="828" y="653"/>
                  <a:pt x="416" y="1653"/>
                </a:cubicBezTo>
                <a:cubicBezTo>
                  <a:pt x="0" y="2652"/>
                  <a:pt x="230" y="3801"/>
                  <a:pt x="996" y="4567"/>
                </a:cubicBezTo>
                <a:cubicBezTo>
                  <a:pt x="1507" y="5078"/>
                  <a:pt x="2192" y="5350"/>
                  <a:pt x="2890" y="5350"/>
                </a:cubicBezTo>
                <a:cubicBezTo>
                  <a:pt x="3234" y="5350"/>
                  <a:pt x="3581" y="5283"/>
                  <a:pt x="3911" y="5147"/>
                </a:cubicBezTo>
                <a:cubicBezTo>
                  <a:pt x="4910" y="4731"/>
                  <a:pt x="5560" y="3757"/>
                  <a:pt x="5560" y="2678"/>
                </a:cubicBezTo>
                <a:cubicBezTo>
                  <a:pt x="5560" y="1200"/>
                  <a:pt x="4363" y="0"/>
                  <a:pt x="2886" y="0"/>
                </a:cubicBezTo>
                <a:close/>
              </a:path>
            </a:pathLst>
          </a:custGeom>
          <a:solidFill>
            <a:schemeClr val="tx2">
              <a:lumMod val="50000"/>
            </a:schemeClr>
          </a:solidFill>
          <a:ln>
            <a:solidFill>
              <a:schemeClr val="tx2">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0058;p59"/>
          <p:cNvSpPr/>
          <p:nvPr/>
        </p:nvSpPr>
        <p:spPr>
          <a:xfrm flipV="1">
            <a:off x="2008197" y="3026466"/>
            <a:ext cx="405648" cy="45719"/>
          </a:xfrm>
          <a:custGeom>
            <a:avLst/>
            <a:gdLst/>
            <a:ahLst/>
            <a:cxnLst/>
            <a:rect l="l" t="t" r="r" b="b"/>
            <a:pathLst>
              <a:path w="17599" h="1" fill="none" extrusionOk="0">
                <a:moveTo>
                  <a:pt x="1" y="0"/>
                </a:moveTo>
                <a:lnTo>
                  <a:pt x="17598" y="0"/>
                </a:lnTo>
              </a:path>
            </a:pathLst>
          </a:custGeom>
          <a:noFill/>
          <a:ln w="9525" cap="rnd" cmpd="sng">
            <a:solidFill>
              <a:schemeClr val="tx2">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 name="Straight Connector 5"/>
          <p:cNvCxnSpPr/>
          <p:nvPr/>
        </p:nvCxnSpPr>
        <p:spPr>
          <a:xfrm>
            <a:off x="2652010" y="1664302"/>
            <a:ext cx="3351891" cy="0"/>
          </a:xfrm>
          <a:prstGeom prst="line">
            <a:avLst/>
          </a:prstGeom>
        </p:spPr>
        <p:style>
          <a:lnRef idx="1">
            <a:schemeClr val="accent1"/>
          </a:lnRef>
          <a:fillRef idx="0">
            <a:schemeClr val="accent1"/>
          </a:fillRef>
          <a:effectRef idx="0">
            <a:schemeClr val="accent1"/>
          </a:effectRef>
          <a:fontRef idx="minor">
            <a:schemeClr val="tx1"/>
          </a:fontRef>
        </p:style>
      </p:cxnSp>
      <p:sp>
        <p:nvSpPr>
          <p:cNvPr id="147" name="Google Shape;10105;p59"/>
          <p:cNvSpPr/>
          <p:nvPr/>
        </p:nvSpPr>
        <p:spPr>
          <a:xfrm>
            <a:off x="5954365" y="1616707"/>
            <a:ext cx="99071" cy="95191"/>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55;p24"/>
          <p:cNvSpPr txBox="1">
            <a:spLocks/>
          </p:cNvSpPr>
          <p:nvPr/>
        </p:nvSpPr>
        <p:spPr>
          <a:xfrm>
            <a:off x="3064388" y="1340602"/>
            <a:ext cx="3302340" cy="32763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altLang="en-GB" sz="1800">
                <a:solidFill>
                  <a:schemeClr val="bg1">
                    <a:lumMod val="50000"/>
                  </a:schemeClr>
                </a:solidFill>
                <a:latin typeface="+mn-lt"/>
                <a:cs typeface="+mn-lt"/>
              </a:rPr>
              <a:t>TỔNG QUAN ĐỀ TÀI</a:t>
            </a:r>
          </a:p>
        </p:txBody>
      </p:sp>
      <p:cxnSp>
        <p:nvCxnSpPr>
          <p:cNvPr id="184" name="Straight Connector 183"/>
          <p:cNvCxnSpPr/>
          <p:nvPr/>
        </p:nvCxnSpPr>
        <p:spPr>
          <a:xfrm>
            <a:off x="2948094" y="2353372"/>
            <a:ext cx="3351891" cy="0"/>
          </a:xfrm>
          <a:prstGeom prst="line">
            <a:avLst/>
          </a:prstGeom>
        </p:spPr>
        <p:style>
          <a:lnRef idx="1">
            <a:schemeClr val="accent1"/>
          </a:lnRef>
          <a:fillRef idx="0">
            <a:schemeClr val="accent1"/>
          </a:fillRef>
          <a:effectRef idx="0">
            <a:schemeClr val="accent1"/>
          </a:effectRef>
          <a:fontRef idx="minor">
            <a:schemeClr val="tx1"/>
          </a:fontRef>
        </p:style>
      </p:cxnSp>
      <p:sp>
        <p:nvSpPr>
          <p:cNvPr id="185" name="Google Shape;10105;p59"/>
          <p:cNvSpPr/>
          <p:nvPr/>
        </p:nvSpPr>
        <p:spPr>
          <a:xfrm>
            <a:off x="6250449" y="2305777"/>
            <a:ext cx="99071" cy="95191"/>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86" name="Straight Connector 185"/>
          <p:cNvCxnSpPr>
            <a:cxnSpLocks/>
          </p:cNvCxnSpPr>
          <p:nvPr/>
        </p:nvCxnSpPr>
        <p:spPr>
          <a:xfrm flipV="1">
            <a:off x="3076582" y="3067566"/>
            <a:ext cx="3508544" cy="2673"/>
          </a:xfrm>
          <a:prstGeom prst="line">
            <a:avLst/>
          </a:prstGeom>
        </p:spPr>
        <p:style>
          <a:lnRef idx="1">
            <a:schemeClr val="accent1"/>
          </a:lnRef>
          <a:fillRef idx="0">
            <a:schemeClr val="accent1"/>
          </a:fillRef>
          <a:effectRef idx="0">
            <a:schemeClr val="accent1"/>
          </a:effectRef>
          <a:fontRef idx="minor">
            <a:schemeClr val="tx1"/>
          </a:fontRef>
        </p:style>
      </p:cxnSp>
      <p:sp>
        <p:nvSpPr>
          <p:cNvPr id="187" name="Google Shape;10105;p59"/>
          <p:cNvSpPr/>
          <p:nvPr/>
        </p:nvSpPr>
        <p:spPr>
          <a:xfrm>
            <a:off x="6585126" y="3022644"/>
            <a:ext cx="99071" cy="95191"/>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88" name="Straight Connector 187"/>
          <p:cNvCxnSpPr>
            <a:cxnSpLocks/>
          </p:cNvCxnSpPr>
          <p:nvPr/>
        </p:nvCxnSpPr>
        <p:spPr>
          <a:xfrm>
            <a:off x="2954446" y="3746599"/>
            <a:ext cx="1846154" cy="0"/>
          </a:xfrm>
          <a:prstGeom prst="line">
            <a:avLst/>
          </a:prstGeom>
        </p:spPr>
        <p:style>
          <a:lnRef idx="1">
            <a:schemeClr val="accent1"/>
          </a:lnRef>
          <a:fillRef idx="0">
            <a:schemeClr val="accent1"/>
          </a:fillRef>
          <a:effectRef idx="0">
            <a:schemeClr val="accent1"/>
          </a:effectRef>
          <a:fontRef idx="minor">
            <a:schemeClr val="tx1"/>
          </a:fontRef>
        </p:style>
      </p:cxnSp>
      <p:sp>
        <p:nvSpPr>
          <p:cNvPr id="189" name="Google Shape;10105;p59"/>
          <p:cNvSpPr/>
          <p:nvPr/>
        </p:nvSpPr>
        <p:spPr>
          <a:xfrm>
            <a:off x="4772966" y="3692726"/>
            <a:ext cx="99071" cy="95191"/>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855;p24"/>
          <p:cNvSpPr txBox="1">
            <a:spLocks/>
          </p:cNvSpPr>
          <p:nvPr/>
        </p:nvSpPr>
        <p:spPr>
          <a:xfrm>
            <a:off x="3477012" y="2024246"/>
            <a:ext cx="3308707" cy="32763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altLang="en-GB" sz="1800">
                <a:solidFill>
                  <a:schemeClr val="bg1">
                    <a:lumMod val="50000"/>
                  </a:schemeClr>
                </a:solidFill>
                <a:latin typeface="+mn-lt"/>
                <a:cs typeface="+mn-lt"/>
              </a:rPr>
              <a:t>CƠ SỞ LÍ THUYẾT</a:t>
            </a:r>
          </a:p>
        </p:txBody>
      </p:sp>
      <p:sp>
        <p:nvSpPr>
          <p:cNvPr id="191" name="Google Shape;1855;p24"/>
          <p:cNvSpPr txBox="1">
            <a:spLocks/>
          </p:cNvSpPr>
          <p:nvPr/>
        </p:nvSpPr>
        <p:spPr>
          <a:xfrm>
            <a:off x="3477012" y="3414825"/>
            <a:ext cx="1293489" cy="32763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altLang="en-GB" sz="1800">
                <a:solidFill>
                  <a:schemeClr val="bg1">
                    <a:lumMod val="50000"/>
                  </a:schemeClr>
                </a:solidFill>
                <a:latin typeface="+mn-lt"/>
                <a:cs typeface="+mn-lt"/>
              </a:rPr>
              <a:t>KẾT LUẬN</a:t>
            </a:r>
          </a:p>
        </p:txBody>
      </p:sp>
      <p:sp>
        <p:nvSpPr>
          <p:cNvPr id="192" name="Google Shape;1855;p24"/>
          <p:cNvSpPr txBox="1">
            <a:spLocks/>
          </p:cNvSpPr>
          <p:nvPr/>
        </p:nvSpPr>
        <p:spPr>
          <a:xfrm>
            <a:off x="3533994" y="2739931"/>
            <a:ext cx="3342713" cy="32763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altLang="en-GB" sz="1800">
                <a:solidFill>
                  <a:schemeClr val="bg1">
                    <a:lumMod val="50000"/>
                  </a:schemeClr>
                </a:solidFill>
                <a:latin typeface="+mn-lt"/>
                <a:cs typeface="+mn-lt"/>
              </a:rPr>
              <a:t>PHÂN TÍCH VÀ XÂY DỰNG</a:t>
            </a:r>
          </a:p>
        </p:txBody>
      </p:sp>
      <p:sp>
        <p:nvSpPr>
          <p:cNvPr id="193" name="Google Shape;1855;p24"/>
          <p:cNvSpPr txBox="1">
            <a:spLocks/>
          </p:cNvSpPr>
          <p:nvPr/>
        </p:nvSpPr>
        <p:spPr>
          <a:xfrm>
            <a:off x="3064388" y="4140266"/>
            <a:ext cx="3198678" cy="32763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altLang="en-GB" sz="1800">
                <a:solidFill>
                  <a:schemeClr val="bg1">
                    <a:lumMod val="50000"/>
                  </a:schemeClr>
                </a:solidFill>
                <a:latin typeface="+mn-lt"/>
                <a:cs typeface="+mn-lt"/>
              </a:rPr>
              <a:t>DEMO SẢN PHẨM</a:t>
            </a:r>
          </a:p>
        </p:txBody>
      </p:sp>
      <p:cxnSp>
        <p:nvCxnSpPr>
          <p:cNvPr id="194" name="Straight Connector 193"/>
          <p:cNvCxnSpPr/>
          <p:nvPr/>
        </p:nvCxnSpPr>
        <p:spPr>
          <a:xfrm>
            <a:off x="2611224" y="4463347"/>
            <a:ext cx="3351891" cy="0"/>
          </a:xfrm>
          <a:prstGeom prst="line">
            <a:avLst/>
          </a:prstGeom>
        </p:spPr>
        <p:style>
          <a:lnRef idx="1">
            <a:schemeClr val="accent1"/>
          </a:lnRef>
          <a:fillRef idx="0">
            <a:schemeClr val="accent1"/>
          </a:fillRef>
          <a:effectRef idx="0">
            <a:schemeClr val="accent1"/>
          </a:effectRef>
          <a:fontRef idx="minor">
            <a:schemeClr val="tx1"/>
          </a:fontRef>
        </p:style>
      </p:cxnSp>
      <p:sp>
        <p:nvSpPr>
          <p:cNvPr id="195" name="Google Shape;10105;p59"/>
          <p:cNvSpPr/>
          <p:nvPr/>
        </p:nvSpPr>
        <p:spPr>
          <a:xfrm>
            <a:off x="5913579" y="4415752"/>
            <a:ext cx="99071" cy="95191"/>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TextBox 95"/>
          <p:cNvSpPr txBox="1"/>
          <p:nvPr/>
        </p:nvSpPr>
        <p:spPr>
          <a:xfrm>
            <a:off x="8723086" y="4702628"/>
            <a:ext cx="284052" cy="307777"/>
          </a:xfrm>
          <a:prstGeom prst="rect">
            <a:avLst/>
          </a:prstGeom>
          <a:noFill/>
        </p:spPr>
        <p:txBody>
          <a:bodyPr wrap="none" rtlCol="0">
            <a:spAutoFit/>
          </a:bodyPr>
          <a:lstStyle/>
          <a:p>
            <a:fld id="{3B13CC22-955F-4C18-B43E-F8F0DA7FF5AB}" type="slidenum">
              <a:rPr lang="en-US" smtClean="0"/>
              <a:t>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500" fill="hold">
                                          <p:stCondLst>
                                            <p:cond delay="0"/>
                                          </p:stCondLst>
                                        </p:cTn>
                                        <p:tgtEl>
                                          <p:spTgt spid="18"/>
                                        </p:tgtEl>
                                        <p:attrNameLst>
                                          <p:attrName>style.visibility</p:attrName>
                                        </p:attrNameLst>
                                      </p:cBhvr>
                                      <p:to>
                                        <p:strVal val="visible"/>
                                      </p:to>
                                    </p:set>
                                    <p:anim calcmode="lin" valueType="num">
                                      <p:cBhvr additive="base">
                                        <p:cTn id="7" dur="500"/>
                                        <p:tgtEl>
                                          <p:spTgt spid="18"/>
                                        </p:tgtEl>
                                        <p:attrNameLst>
                                          <p:attrName>ppt_x</p:attrName>
                                        </p:attrNameLst>
                                      </p:cBhvr>
                                      <p:tavLst>
                                        <p:tav tm="0">
                                          <p:val>
                                            <p:strVal val="#ppt_x-#ppt_w*1.125000"/>
                                          </p:val>
                                        </p:tav>
                                        <p:tav tm="100000">
                                          <p:val>
                                            <p:strVal val="#ppt_x"/>
                                          </p:val>
                                        </p:tav>
                                      </p:tavLst>
                                    </p:anim>
                                    <p:animEffect transition="in" filter="wipe(right)">
                                      <p:cBhvr>
                                        <p:cTn id="8" dur="500"/>
                                        <p:tgtEl>
                                          <p:spTgt spid="18"/>
                                        </p:tgtEl>
                                      </p:cBhvr>
                                    </p:animEffect>
                                  </p:childTnLst>
                                </p:cTn>
                              </p:par>
                            </p:childTnLst>
                          </p:cTn>
                        </p:par>
                        <p:par>
                          <p:cTn id="9" fill="hold">
                            <p:stCondLst>
                              <p:cond delay="500"/>
                            </p:stCondLst>
                            <p:childTnLst>
                              <p:par>
                                <p:cTn id="10" presetID="8" presetClass="emph" presetSubtype="0" repeatCount="indefinite" fill="hold" grpId="0" nodeType="afterEffect">
                                  <p:stCondLst>
                                    <p:cond delay="0"/>
                                  </p:stCondLst>
                                  <p:endCondLst>
                                    <p:cond evt="onNext" delay="0">
                                      <p:tgtEl>
                                        <p:sldTgt/>
                                      </p:tgtEl>
                                    </p:cond>
                                  </p:endCondLst>
                                  <p:childTnLst>
                                    <p:animRot by="21600000">
                                      <p:cBhvr>
                                        <p:cTn id="11" dur="2000" fill="hold"/>
                                        <p:tgtEl>
                                          <p:spTgt spid="10578"/>
                                        </p:tgtEl>
                                        <p:attrNameLst>
                                          <p:attrName>r</p:attrName>
                                        </p:attrNameLst>
                                      </p:cBhvr>
                                    </p:animRot>
                                  </p:childTnLst>
                                </p:cTn>
                              </p:par>
                              <p:par>
                                <p:cTn id="12" presetID="8" presetClass="emph" presetSubtype="0" repeatCount="indefinite" fill="hold" grpId="0" nodeType="withEffect">
                                  <p:stCondLst>
                                    <p:cond delay="0"/>
                                  </p:stCondLst>
                                  <p:endCondLst>
                                    <p:cond evt="onNext" delay="0">
                                      <p:tgtEl>
                                        <p:sldTgt/>
                                      </p:tgtEl>
                                    </p:cond>
                                  </p:endCondLst>
                                  <p:childTnLst>
                                    <p:animRot by="-21600000">
                                      <p:cBhvr>
                                        <p:cTn id="13" dur="2000" fill="hold"/>
                                        <p:tgtEl>
                                          <p:spTgt spid="10577"/>
                                        </p:tgtEl>
                                        <p:attrNameLst>
                                          <p:attrName>r</p:attrName>
                                        </p:attrNameLst>
                                      </p:cBhvr>
                                    </p:animRot>
                                  </p:childTnLst>
                                </p:cTn>
                              </p:par>
                              <p:par>
                                <p:cTn id="14" presetID="8" presetClass="emph" presetSubtype="0" repeatCount="indefinite" fill="hold" grpId="0" nodeType="withEffect">
                                  <p:stCondLst>
                                    <p:cond delay="0"/>
                                  </p:stCondLst>
                                  <p:endCondLst>
                                    <p:cond evt="onNext" delay="0">
                                      <p:tgtEl>
                                        <p:sldTgt/>
                                      </p:tgtEl>
                                    </p:cond>
                                  </p:endCondLst>
                                  <p:childTnLst>
                                    <p:animRot by="-21600000">
                                      <p:cBhvr>
                                        <p:cTn id="15" dur="2000" fill="hold"/>
                                        <p:tgtEl>
                                          <p:spTgt spid="10575"/>
                                        </p:tgtEl>
                                        <p:attrNameLst>
                                          <p:attrName>r</p:attrName>
                                        </p:attrNameLst>
                                      </p:cBhvr>
                                    </p:animRot>
                                  </p:childTnLst>
                                </p:cTn>
                              </p:par>
                              <p:par>
                                <p:cTn id="16" presetID="8" presetClass="emph" presetSubtype="0" repeatCount="indefinite" fill="hold" grpId="0" nodeType="withEffect">
                                  <p:stCondLst>
                                    <p:cond delay="0"/>
                                  </p:stCondLst>
                                  <p:endCondLst>
                                    <p:cond evt="onNext" delay="0">
                                      <p:tgtEl>
                                        <p:sldTgt/>
                                      </p:tgtEl>
                                    </p:cond>
                                  </p:endCondLst>
                                  <p:childTnLst>
                                    <p:animRot by="21600000">
                                      <p:cBhvr>
                                        <p:cTn id="17" dur="2000" fill="hold"/>
                                        <p:tgtEl>
                                          <p:spTgt spid="10576"/>
                                        </p:tgtEl>
                                        <p:attrNameLst>
                                          <p:attrName>r</p:attrName>
                                        </p:attrNameLst>
                                      </p:cBhvr>
                                    </p:animRot>
                                  </p:childTnLst>
                                </p:cTn>
                              </p:par>
                              <p:par>
                                <p:cTn id="18" presetID="12" presetClass="entr" presetSubtype="8" fill="hold" grpId="1" nodeType="withEffect">
                                  <p:stCondLst>
                                    <p:cond delay="0"/>
                                  </p:stCondLst>
                                  <p:childTnLst>
                                    <p:set>
                                      <p:cBhvr>
                                        <p:cTn id="19" dur="1" fill="hold">
                                          <p:stCondLst>
                                            <p:cond delay="0"/>
                                          </p:stCondLst>
                                        </p:cTn>
                                        <p:tgtEl>
                                          <p:spTgt spid="183"/>
                                        </p:tgtEl>
                                        <p:attrNameLst>
                                          <p:attrName>style.visibility</p:attrName>
                                        </p:attrNameLst>
                                      </p:cBhvr>
                                      <p:to>
                                        <p:strVal val="visible"/>
                                      </p:to>
                                    </p:set>
                                    <p:anim calcmode="lin" valueType="num">
                                      <p:cBhvr additive="base">
                                        <p:cTn id="20" dur="500"/>
                                        <p:tgtEl>
                                          <p:spTgt spid="183"/>
                                        </p:tgtEl>
                                        <p:attrNameLst>
                                          <p:attrName>ppt_x</p:attrName>
                                        </p:attrNameLst>
                                      </p:cBhvr>
                                      <p:tavLst>
                                        <p:tav tm="0">
                                          <p:val>
                                            <p:strVal val="#ppt_x-#ppt_w*1.125000"/>
                                          </p:val>
                                        </p:tav>
                                        <p:tav tm="100000">
                                          <p:val>
                                            <p:strVal val="#ppt_x"/>
                                          </p:val>
                                        </p:tav>
                                      </p:tavLst>
                                    </p:anim>
                                    <p:animEffect transition="in" filter="wipe(right)">
                                      <p:cBhvr>
                                        <p:cTn id="21" dur="500"/>
                                        <p:tgtEl>
                                          <p:spTgt spid="183"/>
                                        </p:tgtEl>
                                      </p:cBhvr>
                                    </p:animEffect>
                                  </p:childTnLst>
                                </p:cTn>
                              </p:par>
                              <p:par>
                                <p:cTn id="22" presetID="12" presetClass="entr" presetSubtype="8" fill="hold" grpId="1" nodeType="withEffect">
                                  <p:stCondLst>
                                    <p:cond delay="0"/>
                                  </p:stCondLst>
                                  <p:childTnLst>
                                    <p:set>
                                      <p:cBhvr>
                                        <p:cTn id="23" dur="1" fill="hold">
                                          <p:stCondLst>
                                            <p:cond delay="0"/>
                                          </p:stCondLst>
                                        </p:cTn>
                                        <p:tgtEl>
                                          <p:spTgt spid="190"/>
                                        </p:tgtEl>
                                        <p:attrNameLst>
                                          <p:attrName>style.visibility</p:attrName>
                                        </p:attrNameLst>
                                      </p:cBhvr>
                                      <p:to>
                                        <p:strVal val="visible"/>
                                      </p:to>
                                    </p:set>
                                    <p:anim calcmode="lin" valueType="num">
                                      <p:cBhvr additive="base">
                                        <p:cTn id="24" dur="500"/>
                                        <p:tgtEl>
                                          <p:spTgt spid="190"/>
                                        </p:tgtEl>
                                        <p:attrNameLst>
                                          <p:attrName>ppt_x</p:attrName>
                                        </p:attrNameLst>
                                      </p:cBhvr>
                                      <p:tavLst>
                                        <p:tav tm="0">
                                          <p:val>
                                            <p:strVal val="#ppt_x-#ppt_w*1.125000"/>
                                          </p:val>
                                        </p:tav>
                                        <p:tav tm="100000">
                                          <p:val>
                                            <p:strVal val="#ppt_x"/>
                                          </p:val>
                                        </p:tav>
                                      </p:tavLst>
                                    </p:anim>
                                    <p:animEffect transition="in" filter="wipe(right)">
                                      <p:cBhvr>
                                        <p:cTn id="25" dur="500"/>
                                        <p:tgtEl>
                                          <p:spTgt spid="190"/>
                                        </p:tgtEl>
                                      </p:cBhvr>
                                    </p:animEffect>
                                  </p:childTnLst>
                                </p:cTn>
                              </p:par>
                              <p:par>
                                <p:cTn id="26" presetID="12" presetClass="entr" presetSubtype="8" fill="hold" grpId="1" nodeType="withEffect">
                                  <p:stCondLst>
                                    <p:cond delay="0"/>
                                  </p:stCondLst>
                                  <p:childTnLst>
                                    <p:set>
                                      <p:cBhvr>
                                        <p:cTn id="27" dur="1" fill="hold">
                                          <p:stCondLst>
                                            <p:cond delay="0"/>
                                          </p:stCondLst>
                                        </p:cTn>
                                        <p:tgtEl>
                                          <p:spTgt spid="191"/>
                                        </p:tgtEl>
                                        <p:attrNameLst>
                                          <p:attrName>style.visibility</p:attrName>
                                        </p:attrNameLst>
                                      </p:cBhvr>
                                      <p:to>
                                        <p:strVal val="visible"/>
                                      </p:to>
                                    </p:set>
                                    <p:anim calcmode="lin" valueType="num">
                                      <p:cBhvr additive="base">
                                        <p:cTn id="28" dur="500"/>
                                        <p:tgtEl>
                                          <p:spTgt spid="191"/>
                                        </p:tgtEl>
                                        <p:attrNameLst>
                                          <p:attrName>ppt_x</p:attrName>
                                        </p:attrNameLst>
                                      </p:cBhvr>
                                      <p:tavLst>
                                        <p:tav tm="0">
                                          <p:val>
                                            <p:strVal val="#ppt_x-#ppt_w*1.125000"/>
                                          </p:val>
                                        </p:tav>
                                        <p:tav tm="100000">
                                          <p:val>
                                            <p:strVal val="#ppt_x"/>
                                          </p:val>
                                        </p:tav>
                                      </p:tavLst>
                                    </p:anim>
                                    <p:animEffect transition="in" filter="wipe(right)">
                                      <p:cBhvr>
                                        <p:cTn id="29" dur="500"/>
                                        <p:tgtEl>
                                          <p:spTgt spid="191"/>
                                        </p:tgtEl>
                                      </p:cBhvr>
                                    </p:animEffect>
                                  </p:childTnLst>
                                </p:cTn>
                              </p:par>
                              <p:par>
                                <p:cTn id="30" presetID="12" presetClass="entr" presetSubtype="8" fill="hold" grpId="1" nodeType="withEffect">
                                  <p:stCondLst>
                                    <p:cond delay="0"/>
                                  </p:stCondLst>
                                  <p:childTnLst>
                                    <p:set>
                                      <p:cBhvr>
                                        <p:cTn id="31" dur="1" fill="hold">
                                          <p:stCondLst>
                                            <p:cond delay="0"/>
                                          </p:stCondLst>
                                        </p:cTn>
                                        <p:tgtEl>
                                          <p:spTgt spid="192"/>
                                        </p:tgtEl>
                                        <p:attrNameLst>
                                          <p:attrName>style.visibility</p:attrName>
                                        </p:attrNameLst>
                                      </p:cBhvr>
                                      <p:to>
                                        <p:strVal val="visible"/>
                                      </p:to>
                                    </p:set>
                                    <p:anim calcmode="lin" valueType="num">
                                      <p:cBhvr additive="base">
                                        <p:cTn id="32" dur="500"/>
                                        <p:tgtEl>
                                          <p:spTgt spid="192"/>
                                        </p:tgtEl>
                                        <p:attrNameLst>
                                          <p:attrName>ppt_x</p:attrName>
                                        </p:attrNameLst>
                                      </p:cBhvr>
                                      <p:tavLst>
                                        <p:tav tm="0">
                                          <p:val>
                                            <p:strVal val="#ppt_x-#ppt_w*1.125000"/>
                                          </p:val>
                                        </p:tav>
                                        <p:tav tm="100000">
                                          <p:val>
                                            <p:strVal val="#ppt_x"/>
                                          </p:val>
                                        </p:tav>
                                      </p:tavLst>
                                    </p:anim>
                                    <p:animEffect transition="in" filter="wipe(right)">
                                      <p:cBhvr>
                                        <p:cTn id="33" dur="500"/>
                                        <p:tgtEl>
                                          <p:spTgt spid="192"/>
                                        </p:tgtEl>
                                      </p:cBhvr>
                                    </p:animEffect>
                                  </p:childTnLst>
                                </p:cTn>
                              </p:par>
                              <p:par>
                                <p:cTn id="34" presetID="12" presetClass="entr" presetSubtype="8" fill="hold" grpId="1" nodeType="withEffect">
                                  <p:stCondLst>
                                    <p:cond delay="0"/>
                                  </p:stCondLst>
                                  <p:childTnLst>
                                    <p:set>
                                      <p:cBhvr>
                                        <p:cTn id="35" dur="1" fill="hold">
                                          <p:stCondLst>
                                            <p:cond delay="0"/>
                                          </p:stCondLst>
                                        </p:cTn>
                                        <p:tgtEl>
                                          <p:spTgt spid="193"/>
                                        </p:tgtEl>
                                        <p:attrNameLst>
                                          <p:attrName>style.visibility</p:attrName>
                                        </p:attrNameLst>
                                      </p:cBhvr>
                                      <p:to>
                                        <p:strVal val="visible"/>
                                      </p:to>
                                    </p:set>
                                    <p:anim calcmode="lin" valueType="num">
                                      <p:cBhvr additive="base">
                                        <p:cTn id="36" dur="500"/>
                                        <p:tgtEl>
                                          <p:spTgt spid="193"/>
                                        </p:tgtEl>
                                        <p:attrNameLst>
                                          <p:attrName>ppt_x</p:attrName>
                                        </p:attrNameLst>
                                      </p:cBhvr>
                                      <p:tavLst>
                                        <p:tav tm="0">
                                          <p:val>
                                            <p:strVal val="#ppt_x-#ppt_w*1.125000"/>
                                          </p:val>
                                        </p:tav>
                                        <p:tav tm="100000">
                                          <p:val>
                                            <p:strVal val="#ppt_x"/>
                                          </p:val>
                                        </p:tav>
                                      </p:tavLst>
                                    </p:anim>
                                    <p:animEffect transition="in" filter="wipe(right)">
                                      <p:cBhvr>
                                        <p:cTn id="37" dur="500"/>
                                        <p:tgtEl>
                                          <p:spTgt spid="1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 grpId="0" build="p"/>
      <p:bldP spid="177" grpId="0" build="p"/>
      <p:bldP spid="178" grpId="0" build="p"/>
      <p:bldP spid="179" grpId="0" build="p"/>
      <p:bldP spid="180" grpId="0" build="p"/>
      <p:bldP spid="18" grpId="0" bldLvl="0" animBg="1"/>
      <p:bldP spid="18" grpId="1" animBg="1"/>
      <p:bldP spid="10575" grpId="0" animBg="1"/>
      <p:bldP spid="10576" grpId="0" animBg="1"/>
      <p:bldP spid="10577" grpId="0" animBg="1"/>
      <p:bldP spid="10577" grpId="1" animBg="1"/>
      <p:bldP spid="10578" grpId="0" animBg="1"/>
      <p:bldP spid="10578" grpId="1" animBg="1"/>
      <p:bldP spid="48" grpId="0" build="p"/>
      <p:bldP spid="183" grpId="0"/>
      <p:bldP spid="183" grpId="1"/>
      <p:bldP spid="190" grpId="0"/>
      <p:bldP spid="190" grpId="1"/>
      <p:bldP spid="191" grpId="0"/>
      <p:bldP spid="191" grpId="1"/>
      <p:bldP spid="192" grpId="0"/>
      <p:bldP spid="192" grpId="1"/>
      <p:bldP spid="193" grpId="0"/>
      <p:bldP spid="193"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p:cNvSpPr>
            <a:spLocks noGrp="1"/>
          </p:cNvSpPr>
          <p:nvPr>
            <p:ph type="title"/>
          </p:nvPr>
        </p:nvSpPr>
        <p:spPr>
          <a:xfrm>
            <a:off x="2479658" y="2221500"/>
            <a:ext cx="4262105" cy="754800"/>
          </a:xfrm>
        </p:spPr>
        <p:txBody>
          <a:bodyPr/>
          <a:lstStyle/>
          <a:p>
            <a:r>
              <a:rPr lang="en-US" sz="3200" b="1">
                <a:solidFill>
                  <a:schemeClr val="tx2">
                    <a:lumMod val="75000"/>
                  </a:schemeClr>
                </a:solidFill>
                <a:latin typeface="Arial" panose="020B0604020202020204" pitchFamily="34" charset="0"/>
                <a:cs typeface="Arial" panose="020B0604020202020204" pitchFamily="34" charset="0"/>
              </a:rPr>
              <a:t>TỔNG QUAN ĐỀ TÀI</a:t>
            </a:r>
          </a:p>
        </p:txBody>
      </p:sp>
      <p:sp>
        <p:nvSpPr>
          <p:cNvPr id="2" name="Subtitle 1"/>
          <p:cNvSpPr>
            <a:spLocks noGrp="1"/>
          </p:cNvSpPr>
          <p:nvPr>
            <p:ph type="subTitle" idx="1"/>
          </p:nvPr>
        </p:nvSpPr>
        <p:spPr>
          <a:xfrm>
            <a:off x="2191032" y="3009602"/>
            <a:ext cx="6061815" cy="700500"/>
          </a:xfrm>
        </p:spPr>
        <p:txBody>
          <a:bodyPr/>
          <a:lstStyle/>
          <a:p>
            <a:pPr algn="l"/>
            <a:r>
              <a:rPr lang="en-US">
                <a:solidFill>
                  <a:schemeClr val="bg1">
                    <a:lumMod val="50000"/>
                  </a:schemeClr>
                </a:solidFill>
              </a:rPr>
              <a:t>Lí do chọn đề tài, mục tiêu nghiên cứu, đối tượng nghiên cứu, phạm vi nghiên cứu</a:t>
            </a:r>
          </a:p>
        </p:txBody>
      </p:sp>
      <p:sp>
        <p:nvSpPr>
          <p:cNvPr id="17" name="Google Shape;1856;p24"/>
          <p:cNvSpPr txBox="1">
            <a:spLocks/>
          </p:cNvSpPr>
          <p:nvPr/>
        </p:nvSpPr>
        <p:spPr>
          <a:xfrm>
            <a:off x="3917317" y="1073424"/>
            <a:ext cx="1355859" cy="1189857"/>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8800" b="1">
                <a:solidFill>
                  <a:schemeClr val="tx2">
                    <a:lumMod val="75000"/>
                  </a:schemeClr>
                </a:solidFill>
                <a:latin typeface="Arial" panose="020B0604020202020204" pitchFamily="34" charset="0"/>
                <a:cs typeface="Arial" panose="020B0604020202020204" pitchFamily="34" charset="0"/>
              </a:rPr>
              <a:t>1</a:t>
            </a:r>
          </a:p>
        </p:txBody>
      </p:sp>
      <p:sp>
        <p:nvSpPr>
          <p:cNvPr id="18" name="Google Shape;10575;p61"/>
          <p:cNvSpPr/>
          <p:nvPr/>
        </p:nvSpPr>
        <p:spPr>
          <a:xfrm>
            <a:off x="939660" y="2305518"/>
            <a:ext cx="422275" cy="419100"/>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noFill/>
          <a:ln w="9525"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0576;p61"/>
          <p:cNvSpPr/>
          <p:nvPr/>
        </p:nvSpPr>
        <p:spPr>
          <a:xfrm>
            <a:off x="951725" y="2731603"/>
            <a:ext cx="398145" cy="398145"/>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noFill/>
          <a:ln w="9525" cap="flat" cmpd="sng">
            <a:solidFill>
              <a:schemeClr val="accent3">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0577;p61"/>
          <p:cNvSpPr/>
          <p:nvPr/>
        </p:nvSpPr>
        <p:spPr>
          <a:xfrm>
            <a:off x="553580" y="2565233"/>
            <a:ext cx="425450" cy="422275"/>
          </a:xfrm>
          <a:custGeom>
            <a:avLst/>
            <a:gdLst/>
            <a:ahLst/>
            <a:cxnLst/>
            <a:rect l="l" t="t" r="r" b="b"/>
            <a:pathLst>
              <a:path w="25669" h="25472" extrusionOk="0">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noFill/>
          <a:ln w="9525" cap="flat"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0578;p61"/>
          <p:cNvSpPr/>
          <p:nvPr/>
        </p:nvSpPr>
        <p:spPr>
          <a:xfrm>
            <a:off x="587870" y="2165183"/>
            <a:ext cx="379730" cy="379730"/>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noFill/>
          <a:ln w="9525" cap="flat" cmpd="sng">
            <a:solidFill>
              <a:schemeClr val="bg1">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 name="Google Shape;10579;p61"/>
          <p:cNvGrpSpPr/>
          <p:nvPr/>
        </p:nvGrpSpPr>
        <p:grpSpPr>
          <a:xfrm>
            <a:off x="1064120" y="2255988"/>
            <a:ext cx="186690" cy="38100"/>
            <a:chOff x="4644280" y="1290523"/>
            <a:chExt cx="143716" cy="29463"/>
          </a:xfrm>
        </p:grpSpPr>
        <p:sp>
          <p:nvSpPr>
            <p:cNvPr id="23" name="Google Shape;10580;p61"/>
            <p:cNvSpPr/>
            <p:nvPr/>
          </p:nvSpPr>
          <p:spPr>
            <a:xfrm>
              <a:off x="4736292" y="1294223"/>
              <a:ext cx="51704" cy="25762"/>
            </a:xfrm>
            <a:custGeom>
              <a:avLst/>
              <a:gdLst/>
              <a:ahLst/>
              <a:cxnLst/>
              <a:rect l="l" t="t" r="r" b="b"/>
              <a:pathLst>
                <a:path w="4052" h="2019" extrusionOk="0">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0581;p61"/>
            <p:cNvSpPr/>
            <p:nvPr/>
          </p:nvSpPr>
          <p:spPr>
            <a:xfrm>
              <a:off x="4700066" y="1290523"/>
              <a:ext cx="32206" cy="7988"/>
            </a:xfrm>
            <a:custGeom>
              <a:avLst/>
              <a:gdLst/>
              <a:ahLst/>
              <a:cxnLst/>
              <a:rect l="l" t="t" r="r" b="b"/>
              <a:pathLst>
                <a:path w="2524" h="626" extrusionOk="0">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0582;p61"/>
            <p:cNvSpPr/>
            <p:nvPr/>
          </p:nvSpPr>
          <p:spPr>
            <a:xfrm>
              <a:off x="4644280" y="1300641"/>
              <a:ext cx="20225" cy="13283"/>
            </a:xfrm>
            <a:custGeom>
              <a:avLst/>
              <a:gdLst/>
              <a:ahLst/>
              <a:cxnLst/>
              <a:rect l="l" t="t" r="r" b="b"/>
              <a:pathLst>
                <a:path w="1585" h="1041" extrusionOk="0">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0583;p61"/>
            <p:cNvSpPr/>
            <p:nvPr/>
          </p:nvSpPr>
          <p:spPr>
            <a:xfrm>
              <a:off x="4667822" y="1291888"/>
              <a:ext cx="27779" cy="11433"/>
            </a:xfrm>
            <a:custGeom>
              <a:avLst/>
              <a:gdLst/>
              <a:ahLst/>
              <a:cxnLst/>
              <a:rect l="l" t="t" r="r" b="b"/>
              <a:pathLst>
                <a:path w="2177" h="896" extrusionOk="0">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oogle Shape;10584;p61"/>
          <p:cNvGrpSpPr/>
          <p:nvPr/>
        </p:nvGrpSpPr>
        <p:grpSpPr>
          <a:xfrm>
            <a:off x="690740" y="2127083"/>
            <a:ext cx="186690" cy="38100"/>
            <a:chOff x="4356567" y="1191441"/>
            <a:chExt cx="143690" cy="29488"/>
          </a:xfrm>
        </p:grpSpPr>
        <p:sp>
          <p:nvSpPr>
            <p:cNvPr id="28" name="Google Shape;10585;p61"/>
            <p:cNvSpPr/>
            <p:nvPr/>
          </p:nvSpPr>
          <p:spPr>
            <a:xfrm>
              <a:off x="4448554" y="1195154"/>
              <a:ext cx="51704" cy="25775"/>
            </a:xfrm>
            <a:custGeom>
              <a:avLst/>
              <a:gdLst/>
              <a:ahLst/>
              <a:cxnLst/>
              <a:rect l="l" t="t" r="r" b="b"/>
              <a:pathLst>
                <a:path w="4052" h="2020" extrusionOk="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0586;p61"/>
            <p:cNvSpPr/>
            <p:nvPr/>
          </p:nvSpPr>
          <p:spPr>
            <a:xfrm>
              <a:off x="4412341" y="1191441"/>
              <a:ext cx="32206" cy="8013"/>
            </a:xfrm>
            <a:custGeom>
              <a:avLst/>
              <a:gdLst/>
              <a:ahLst/>
              <a:cxnLst/>
              <a:rect l="l" t="t" r="r" b="b"/>
              <a:pathLst>
                <a:path w="2524" h="628" extrusionOk="0">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0587;p61"/>
            <p:cNvSpPr/>
            <p:nvPr/>
          </p:nvSpPr>
          <p:spPr>
            <a:xfrm>
              <a:off x="4356567" y="1201573"/>
              <a:ext cx="20212" cy="13270"/>
            </a:xfrm>
            <a:custGeom>
              <a:avLst/>
              <a:gdLst/>
              <a:ahLst/>
              <a:cxnLst/>
              <a:rect l="l" t="t" r="r" b="b"/>
              <a:pathLst>
                <a:path w="1584" h="1040" extrusionOk="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0588;p61"/>
            <p:cNvSpPr/>
            <p:nvPr/>
          </p:nvSpPr>
          <p:spPr>
            <a:xfrm>
              <a:off x="4380084" y="1192832"/>
              <a:ext cx="27779" cy="11433"/>
            </a:xfrm>
            <a:custGeom>
              <a:avLst/>
              <a:gdLst/>
              <a:ahLst/>
              <a:cxnLst/>
              <a:rect l="l" t="t" r="r" b="b"/>
              <a:pathLst>
                <a:path w="2177" h="896" extrusionOk="0">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 name="Google Shape;10589;p61"/>
          <p:cNvGrpSpPr/>
          <p:nvPr/>
        </p:nvGrpSpPr>
        <p:grpSpPr>
          <a:xfrm>
            <a:off x="667880" y="3000843"/>
            <a:ext cx="186690" cy="38100"/>
            <a:chOff x="4339009" y="1863727"/>
            <a:chExt cx="143703" cy="29476"/>
          </a:xfrm>
        </p:grpSpPr>
        <p:sp>
          <p:nvSpPr>
            <p:cNvPr id="33" name="Google Shape;10590;p61"/>
            <p:cNvSpPr/>
            <p:nvPr/>
          </p:nvSpPr>
          <p:spPr>
            <a:xfrm>
              <a:off x="4339009" y="1863727"/>
              <a:ext cx="51691" cy="25762"/>
            </a:xfrm>
            <a:custGeom>
              <a:avLst/>
              <a:gdLst/>
              <a:ahLst/>
              <a:cxnLst/>
              <a:rect l="l" t="t" r="r" b="b"/>
              <a:pathLst>
                <a:path w="4051" h="2019" extrusionOk="0">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0591;p61"/>
            <p:cNvSpPr/>
            <p:nvPr/>
          </p:nvSpPr>
          <p:spPr>
            <a:xfrm>
              <a:off x="4394732" y="1885202"/>
              <a:ext cx="32193" cy="8001"/>
            </a:xfrm>
            <a:custGeom>
              <a:avLst/>
              <a:gdLst/>
              <a:ahLst/>
              <a:cxnLst/>
              <a:rect l="l" t="t" r="r" b="b"/>
              <a:pathLst>
                <a:path w="2523" h="627" extrusionOk="0">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0592;p61"/>
            <p:cNvSpPr/>
            <p:nvPr/>
          </p:nvSpPr>
          <p:spPr>
            <a:xfrm>
              <a:off x="4462488" y="1869814"/>
              <a:ext cx="20225" cy="13258"/>
            </a:xfrm>
            <a:custGeom>
              <a:avLst/>
              <a:gdLst/>
              <a:ahLst/>
              <a:cxnLst/>
              <a:rect l="l" t="t" r="r" b="b"/>
              <a:pathLst>
                <a:path w="1585" h="1039" extrusionOk="0">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0593;p61"/>
            <p:cNvSpPr/>
            <p:nvPr/>
          </p:nvSpPr>
          <p:spPr>
            <a:xfrm>
              <a:off x="4431392" y="1880392"/>
              <a:ext cx="27804" cy="11433"/>
            </a:xfrm>
            <a:custGeom>
              <a:avLst/>
              <a:gdLst/>
              <a:ahLst/>
              <a:cxnLst/>
              <a:rect l="l" t="t" r="r" b="b"/>
              <a:pathLst>
                <a:path w="2179" h="896" extrusionOk="0">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 name="Google Shape;10594;p61"/>
          <p:cNvGrpSpPr/>
          <p:nvPr/>
        </p:nvGrpSpPr>
        <p:grpSpPr>
          <a:xfrm>
            <a:off x="495795" y="2667468"/>
            <a:ext cx="38100" cy="185420"/>
            <a:chOff x="4206459" y="1607315"/>
            <a:chExt cx="29539" cy="142899"/>
          </a:xfrm>
        </p:grpSpPr>
        <p:sp>
          <p:nvSpPr>
            <p:cNvPr id="38" name="Google Shape;10595;p61"/>
            <p:cNvSpPr/>
            <p:nvPr/>
          </p:nvSpPr>
          <p:spPr>
            <a:xfrm>
              <a:off x="4209840" y="1607315"/>
              <a:ext cx="26158" cy="50989"/>
            </a:xfrm>
            <a:custGeom>
              <a:avLst/>
              <a:gdLst/>
              <a:ahLst/>
              <a:cxnLst/>
              <a:rect l="l" t="t" r="r" b="b"/>
              <a:pathLst>
                <a:path w="2050" h="3996" extrusionOk="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0596;p61"/>
            <p:cNvSpPr/>
            <p:nvPr/>
          </p:nvSpPr>
          <p:spPr>
            <a:xfrm>
              <a:off x="4206459" y="1662910"/>
              <a:ext cx="8230" cy="31785"/>
            </a:xfrm>
            <a:custGeom>
              <a:avLst/>
              <a:gdLst/>
              <a:ahLst/>
              <a:cxnLst/>
              <a:rect l="l" t="t" r="r" b="b"/>
              <a:pathLst>
                <a:path w="645" h="2491" extrusionOk="0">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0597;p61"/>
            <p:cNvSpPr/>
            <p:nvPr/>
          </p:nvSpPr>
          <p:spPr>
            <a:xfrm>
              <a:off x="4216194" y="1730768"/>
              <a:ext cx="14227" cy="19446"/>
            </a:xfrm>
            <a:custGeom>
              <a:avLst/>
              <a:gdLst/>
              <a:ahLst/>
              <a:cxnLst/>
              <a:rect l="l" t="t" r="r" b="b"/>
              <a:pathLst>
                <a:path w="1115" h="1524" extrusionOk="0">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0598;p61"/>
            <p:cNvSpPr/>
            <p:nvPr/>
          </p:nvSpPr>
          <p:spPr>
            <a:xfrm>
              <a:off x="4207607" y="1699506"/>
              <a:ext cx="12045" cy="27153"/>
            </a:xfrm>
            <a:custGeom>
              <a:avLst/>
              <a:gdLst/>
              <a:ahLst/>
              <a:cxnLst/>
              <a:rect l="l" t="t" r="r" b="b"/>
              <a:pathLst>
                <a:path w="944" h="2128" extrusionOk="0">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 name="Google Shape;10599;p61"/>
          <p:cNvSpPr/>
          <p:nvPr/>
        </p:nvSpPr>
        <p:spPr>
          <a:xfrm>
            <a:off x="552945" y="2419183"/>
            <a:ext cx="34925" cy="67945"/>
          </a:xfrm>
          <a:custGeom>
            <a:avLst/>
            <a:gdLst/>
            <a:ahLst/>
            <a:cxnLst/>
            <a:rect l="l" t="t" r="r" b="b"/>
            <a:pathLst>
              <a:path w="2099" h="4099" extrusionOk="0">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0600;p61"/>
          <p:cNvSpPr/>
          <p:nvPr/>
        </p:nvSpPr>
        <p:spPr>
          <a:xfrm>
            <a:off x="586600" y="2490938"/>
            <a:ext cx="31750" cy="33020"/>
          </a:xfrm>
          <a:custGeom>
            <a:avLst/>
            <a:gdLst/>
            <a:ahLst/>
            <a:cxnLst/>
            <a:rect l="l" t="t" r="r" b="b"/>
            <a:pathLst>
              <a:path w="1909" h="1982" extrusionOk="0">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0601;p61"/>
          <p:cNvSpPr/>
          <p:nvPr/>
        </p:nvSpPr>
        <p:spPr>
          <a:xfrm>
            <a:off x="656450" y="2544913"/>
            <a:ext cx="27940" cy="13970"/>
          </a:xfrm>
          <a:custGeom>
            <a:avLst/>
            <a:gdLst/>
            <a:ahLst/>
            <a:cxnLst/>
            <a:rect l="l" t="t" r="r" b="b"/>
            <a:pathLst>
              <a:path w="1682" h="861" extrusionOk="0">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0602;p61"/>
          <p:cNvSpPr/>
          <p:nvPr/>
        </p:nvSpPr>
        <p:spPr>
          <a:xfrm>
            <a:off x="619620" y="2524593"/>
            <a:ext cx="33020" cy="22860"/>
          </a:xfrm>
          <a:custGeom>
            <a:avLst/>
            <a:gdLst/>
            <a:ahLst/>
            <a:cxnLst/>
            <a:rect l="l" t="t" r="r" b="b"/>
            <a:pathLst>
              <a:path w="1996" h="1383" extrusionOk="0">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 name="Google Shape;10603;p61"/>
          <p:cNvGrpSpPr/>
          <p:nvPr/>
        </p:nvGrpSpPr>
        <p:grpSpPr>
          <a:xfrm>
            <a:off x="1382890" y="2428708"/>
            <a:ext cx="38100" cy="185420"/>
            <a:chOff x="4889463" y="1423737"/>
            <a:chExt cx="29552" cy="142899"/>
          </a:xfrm>
        </p:grpSpPr>
        <p:sp>
          <p:nvSpPr>
            <p:cNvPr id="47" name="Google Shape;10604;p61"/>
            <p:cNvSpPr/>
            <p:nvPr/>
          </p:nvSpPr>
          <p:spPr>
            <a:xfrm>
              <a:off x="4889463" y="1515647"/>
              <a:ext cx="26158" cy="50989"/>
            </a:xfrm>
            <a:custGeom>
              <a:avLst/>
              <a:gdLst/>
              <a:ahLst/>
              <a:cxnLst/>
              <a:rect l="l" t="t" r="r" b="b"/>
              <a:pathLst>
                <a:path w="2050" h="3996" extrusionOk="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0605;p61"/>
            <p:cNvSpPr/>
            <p:nvPr/>
          </p:nvSpPr>
          <p:spPr>
            <a:xfrm>
              <a:off x="4910772" y="1479256"/>
              <a:ext cx="8243" cy="31785"/>
            </a:xfrm>
            <a:custGeom>
              <a:avLst/>
              <a:gdLst/>
              <a:ahLst/>
              <a:cxnLst/>
              <a:rect l="l" t="t" r="r" b="b"/>
              <a:pathLst>
                <a:path w="646" h="2491" extrusionOk="0">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0606;p61"/>
            <p:cNvSpPr/>
            <p:nvPr/>
          </p:nvSpPr>
          <p:spPr>
            <a:xfrm>
              <a:off x="4895052" y="1423737"/>
              <a:ext cx="14215" cy="19446"/>
            </a:xfrm>
            <a:custGeom>
              <a:avLst/>
              <a:gdLst/>
              <a:ahLst/>
              <a:cxnLst/>
              <a:rect l="l" t="t" r="r" b="b"/>
              <a:pathLst>
                <a:path w="1114" h="1524" extrusionOk="0">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0607;p61"/>
            <p:cNvSpPr/>
            <p:nvPr/>
          </p:nvSpPr>
          <p:spPr>
            <a:xfrm>
              <a:off x="4905783" y="1447292"/>
              <a:ext cx="12071" cy="27153"/>
            </a:xfrm>
            <a:custGeom>
              <a:avLst/>
              <a:gdLst/>
              <a:ahLst/>
              <a:cxnLst/>
              <a:rect l="l" t="t" r="r" b="b"/>
              <a:pathLst>
                <a:path w="946" h="2128" extrusionOk="0">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 name="Google Shape;10608;p61"/>
          <p:cNvGrpSpPr/>
          <p:nvPr/>
        </p:nvGrpSpPr>
        <p:grpSpPr>
          <a:xfrm>
            <a:off x="1229855" y="3017353"/>
            <a:ext cx="140970" cy="130810"/>
            <a:chOff x="4771663" y="1876896"/>
            <a:chExt cx="108651" cy="100447"/>
          </a:xfrm>
        </p:grpSpPr>
        <p:sp>
          <p:nvSpPr>
            <p:cNvPr id="52" name="Google Shape;10609;p61"/>
            <p:cNvSpPr/>
            <p:nvPr/>
          </p:nvSpPr>
          <p:spPr>
            <a:xfrm>
              <a:off x="4771663" y="1951210"/>
              <a:ext cx="53184" cy="26132"/>
            </a:xfrm>
            <a:custGeom>
              <a:avLst/>
              <a:gdLst/>
              <a:ahLst/>
              <a:cxnLst/>
              <a:rect l="l" t="t" r="r" b="b"/>
              <a:pathLst>
                <a:path w="4168" h="2048" extrusionOk="0">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0610;p61"/>
            <p:cNvSpPr/>
            <p:nvPr/>
          </p:nvSpPr>
          <p:spPr>
            <a:xfrm>
              <a:off x="4826850" y="1927897"/>
              <a:ext cx="26081" cy="23529"/>
            </a:xfrm>
            <a:custGeom>
              <a:avLst/>
              <a:gdLst/>
              <a:ahLst/>
              <a:cxnLst/>
              <a:rect l="l" t="t" r="r" b="b"/>
              <a:pathLst>
                <a:path w="2044" h="1844" extrusionOk="0">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0611;p61"/>
            <p:cNvSpPr/>
            <p:nvPr/>
          </p:nvSpPr>
          <p:spPr>
            <a:xfrm>
              <a:off x="4868600" y="1876896"/>
              <a:ext cx="11714" cy="20531"/>
            </a:xfrm>
            <a:custGeom>
              <a:avLst/>
              <a:gdLst/>
              <a:ahLst/>
              <a:cxnLst/>
              <a:rect l="l" t="t" r="r" b="b"/>
              <a:pathLst>
                <a:path w="918" h="1609" extrusionOk="0">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0612;p61"/>
            <p:cNvSpPr/>
            <p:nvPr/>
          </p:nvSpPr>
          <p:spPr>
            <a:xfrm>
              <a:off x="4852804" y="1901038"/>
              <a:ext cx="18528" cy="24589"/>
            </a:xfrm>
            <a:custGeom>
              <a:avLst/>
              <a:gdLst/>
              <a:ahLst/>
              <a:cxnLst/>
              <a:rect l="l" t="t" r="r" b="b"/>
              <a:pathLst>
                <a:path w="1452" h="1927" extrusionOk="0">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2" name="Straight Connector 11"/>
          <p:cNvCxnSpPr/>
          <p:nvPr/>
        </p:nvCxnSpPr>
        <p:spPr>
          <a:xfrm>
            <a:off x="5097799" y="1983783"/>
            <a:ext cx="201478" cy="0"/>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5097799" y="1278610"/>
            <a:ext cx="404099" cy="0"/>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5097227" y="1407762"/>
            <a:ext cx="335826" cy="691"/>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4" idx="3"/>
          </p:cNvCxnSpPr>
          <p:nvPr/>
        </p:nvCxnSpPr>
        <p:spPr>
          <a:xfrm flipV="1">
            <a:off x="5097799" y="1666834"/>
            <a:ext cx="652072" cy="1"/>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3864125" y="2127083"/>
            <a:ext cx="201478" cy="0"/>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3661504" y="1468404"/>
            <a:ext cx="404099" cy="0"/>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3729777" y="1597556"/>
            <a:ext cx="335826" cy="691"/>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3413531" y="1856628"/>
            <a:ext cx="652072" cy="1"/>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5" name="Oval 64"/>
          <p:cNvSpPr/>
          <p:nvPr/>
        </p:nvSpPr>
        <p:spPr>
          <a:xfrm>
            <a:off x="5749871" y="1602536"/>
            <a:ext cx="122822" cy="122822"/>
          </a:xfrm>
          <a:prstGeom prst="ellipse">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3301721" y="1804694"/>
            <a:ext cx="122822" cy="122822"/>
          </a:xfrm>
          <a:prstGeom prst="ellipse">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Elbow Connector 67"/>
          <p:cNvCxnSpPr/>
          <p:nvPr/>
        </p:nvCxnSpPr>
        <p:spPr>
          <a:xfrm>
            <a:off x="5097969" y="1832944"/>
            <a:ext cx="1156339" cy="71765"/>
          </a:xfrm>
          <a:prstGeom prst="bentConnector3">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0" name="Elbow Connector 69"/>
          <p:cNvCxnSpPr/>
          <p:nvPr/>
        </p:nvCxnSpPr>
        <p:spPr>
          <a:xfrm rot="10800000">
            <a:off x="3049752" y="1620165"/>
            <a:ext cx="1027442" cy="108662"/>
          </a:xfrm>
          <a:prstGeom prst="bentConnector3">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4077194" y="1156532"/>
            <a:ext cx="1020605" cy="1020605"/>
          </a:xfrm>
          <a:prstGeom prst="rect">
            <a:avLst/>
          </a:prstGeom>
          <a:noFill/>
          <a:ln>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8723086" y="4702628"/>
            <a:ext cx="284052" cy="307777"/>
          </a:xfrm>
          <a:prstGeom prst="rect">
            <a:avLst/>
          </a:prstGeom>
          <a:noFill/>
        </p:spPr>
        <p:txBody>
          <a:bodyPr wrap="none" rtlCol="0">
            <a:spAutoFit/>
          </a:bodyPr>
          <a:lstStyle/>
          <a:p>
            <a:fld id="{3B13CC22-955F-4C18-B43E-F8F0DA7FF5AB}" type="slidenum">
              <a:rPr lang="en-US" smtClean="0"/>
              <a:t>3</a:t>
            </a:fld>
            <a:endParaRPr lang="en-US"/>
          </a:p>
        </p:txBody>
      </p:sp>
    </p:spTree>
    <p:extLst>
      <p:ext uri="{BB962C8B-B14F-4D97-AF65-F5344CB8AC3E}">
        <p14:creationId xmlns:p14="http://schemas.microsoft.com/office/powerpoint/2010/main" val="3711553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afterEffect">
                                  <p:stCondLst>
                                    <p:cond delay="0"/>
                                  </p:stCondLst>
                                  <p:endCondLst>
                                    <p:cond evt="onNext" delay="0">
                                      <p:tgtEl>
                                        <p:sldTgt/>
                                      </p:tgtEl>
                                    </p:cond>
                                  </p:endCondLst>
                                  <p:childTnLst>
                                    <p:animRot by="21600000">
                                      <p:cBhvr>
                                        <p:cTn id="6" dur="2000" fill="hold"/>
                                        <p:tgtEl>
                                          <p:spTgt spid="21"/>
                                        </p:tgtEl>
                                        <p:attrNameLst>
                                          <p:attrName>r</p:attrName>
                                        </p:attrNameLst>
                                      </p:cBhvr>
                                    </p:animRot>
                                  </p:childTnLst>
                                </p:cTn>
                              </p:par>
                              <p:par>
                                <p:cTn id="7" presetID="8" presetClass="emph" presetSubtype="0" repeatCount="indefinite" fill="hold" grpId="0" nodeType="withEffect">
                                  <p:stCondLst>
                                    <p:cond delay="0"/>
                                  </p:stCondLst>
                                  <p:endCondLst>
                                    <p:cond evt="onNext" delay="0">
                                      <p:tgtEl>
                                        <p:sldTgt/>
                                      </p:tgtEl>
                                    </p:cond>
                                  </p:endCondLst>
                                  <p:childTnLst>
                                    <p:animRot by="-21600000">
                                      <p:cBhvr>
                                        <p:cTn id="8" dur="2000" fill="hold"/>
                                        <p:tgtEl>
                                          <p:spTgt spid="20"/>
                                        </p:tgtEl>
                                        <p:attrNameLst>
                                          <p:attrName>r</p:attrName>
                                        </p:attrNameLst>
                                      </p:cBhvr>
                                    </p:animRot>
                                  </p:childTnLst>
                                </p:cTn>
                              </p:par>
                              <p:par>
                                <p:cTn id="9" presetID="8" presetClass="emph" presetSubtype="0" repeatCount="indefinite" fill="hold" grpId="0" nodeType="withEffect">
                                  <p:stCondLst>
                                    <p:cond delay="0"/>
                                  </p:stCondLst>
                                  <p:endCondLst>
                                    <p:cond evt="onNext" delay="0">
                                      <p:tgtEl>
                                        <p:sldTgt/>
                                      </p:tgtEl>
                                    </p:cond>
                                  </p:endCondLst>
                                  <p:childTnLst>
                                    <p:animRot by="-21600000">
                                      <p:cBhvr>
                                        <p:cTn id="10" dur="2000" fill="hold"/>
                                        <p:tgtEl>
                                          <p:spTgt spid="18"/>
                                        </p:tgtEl>
                                        <p:attrNameLst>
                                          <p:attrName>r</p:attrName>
                                        </p:attrNameLst>
                                      </p:cBhvr>
                                    </p:animRot>
                                  </p:childTnLst>
                                </p:cTn>
                              </p:par>
                              <p:par>
                                <p:cTn id="11" presetID="8" presetClass="emph" presetSubtype="0" repeatCount="indefinite" fill="hold" grpId="0" nodeType="withEffect">
                                  <p:stCondLst>
                                    <p:cond delay="0"/>
                                  </p:stCondLst>
                                  <p:endCondLst>
                                    <p:cond evt="onNext" delay="0">
                                      <p:tgtEl>
                                        <p:sldTgt/>
                                      </p:tgtEl>
                                    </p:cond>
                                  </p:endCondLst>
                                  <p:childTnLst>
                                    <p:animRot by="21600000">
                                      <p:cBhvr>
                                        <p:cTn id="12" dur="2000" fill="hold"/>
                                        <p:tgtEl>
                                          <p:spTgt spid="19"/>
                                        </p:tgtEl>
                                        <p:attrNameLst>
                                          <p:attrName>r</p:attrName>
                                        </p:attrNameLst>
                                      </p:cBhvr>
                                    </p:animRot>
                                  </p:childTnLst>
                                </p:cTn>
                              </p:par>
                              <p:par>
                                <p:cTn id="13" presetID="49" presetClass="entr" presetSubtype="0" decel="10000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anim calcmode="lin" valueType="num">
                                      <p:cBhvr>
                                        <p:cTn id="17" dur="500" fill="hold"/>
                                        <p:tgtEl>
                                          <p:spTgt spid="4"/>
                                        </p:tgtEl>
                                        <p:attrNameLst>
                                          <p:attrName>style.rotation</p:attrName>
                                        </p:attrNameLst>
                                      </p:cBhvr>
                                      <p:tavLst>
                                        <p:tav tm="0">
                                          <p:val>
                                            <p:fltVal val="360"/>
                                          </p:val>
                                        </p:tav>
                                        <p:tav tm="100000">
                                          <p:val>
                                            <p:fltVal val="0"/>
                                          </p:val>
                                        </p:tav>
                                      </p:tavLst>
                                    </p:anim>
                                    <p:animEffect transition="in" filter="fade">
                                      <p:cBhvr>
                                        <p:cTn id="18" dur="500"/>
                                        <p:tgtEl>
                                          <p:spTgt spid="4"/>
                                        </p:tgtEl>
                                      </p:cBhvr>
                                    </p:animEffect>
                                  </p:childTnLst>
                                </p:cTn>
                              </p:par>
                              <p:par>
                                <p:cTn id="19" presetID="53" presetClass="entr" presetSubtype="16" fill="hold" grpId="1"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p:cTn id="21" dur="500" fill="hold"/>
                                        <p:tgtEl>
                                          <p:spTgt spid="17"/>
                                        </p:tgtEl>
                                        <p:attrNameLst>
                                          <p:attrName>ppt_w</p:attrName>
                                        </p:attrNameLst>
                                      </p:cBhvr>
                                      <p:tavLst>
                                        <p:tav tm="0">
                                          <p:val>
                                            <p:fltVal val="0"/>
                                          </p:val>
                                        </p:tav>
                                        <p:tav tm="100000">
                                          <p:val>
                                            <p:strVal val="#ppt_w"/>
                                          </p:val>
                                        </p:tav>
                                      </p:tavLst>
                                    </p:anim>
                                    <p:anim calcmode="lin" valueType="num">
                                      <p:cBhvr>
                                        <p:cTn id="22" dur="500" fill="hold"/>
                                        <p:tgtEl>
                                          <p:spTgt spid="17"/>
                                        </p:tgtEl>
                                        <p:attrNameLst>
                                          <p:attrName>ppt_h</p:attrName>
                                        </p:attrNameLst>
                                      </p:cBhvr>
                                      <p:tavLst>
                                        <p:tav tm="0">
                                          <p:val>
                                            <p:fltVal val="0"/>
                                          </p:val>
                                        </p:tav>
                                        <p:tav tm="100000">
                                          <p:val>
                                            <p:strVal val="#ppt_h"/>
                                          </p:val>
                                        </p:tav>
                                      </p:tavLst>
                                    </p:anim>
                                    <p:animEffect transition="in" filter="fade">
                                      <p:cBhvr>
                                        <p:cTn id="23" dur="500"/>
                                        <p:tgtEl>
                                          <p:spTgt spid="17"/>
                                        </p:tgtEl>
                                      </p:cBhvr>
                                    </p:animEffect>
                                  </p:childTnLst>
                                </p:cTn>
                              </p:par>
                              <p:par>
                                <p:cTn id="24" presetID="18" presetClass="entr" presetSubtype="6"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strips(downRight)">
                                      <p:cBhvr>
                                        <p:cTn id="26" dur="1000"/>
                                        <p:tgtEl>
                                          <p:spTgt spid="14"/>
                                        </p:tgtEl>
                                      </p:cBhvr>
                                    </p:animEffect>
                                  </p:childTnLst>
                                </p:cTn>
                              </p:par>
                              <p:par>
                                <p:cTn id="27" presetID="18" presetClass="entr" presetSubtype="6" fill="hold" nodeType="withEffect">
                                  <p:stCondLst>
                                    <p:cond delay="0"/>
                                  </p:stCondLst>
                                  <p:childTnLst>
                                    <p:set>
                                      <p:cBhvr>
                                        <p:cTn id="28" dur="1" fill="hold">
                                          <p:stCondLst>
                                            <p:cond delay="0"/>
                                          </p:stCondLst>
                                        </p:cTn>
                                        <p:tgtEl>
                                          <p:spTgt spid="56"/>
                                        </p:tgtEl>
                                        <p:attrNameLst>
                                          <p:attrName>style.visibility</p:attrName>
                                        </p:attrNameLst>
                                      </p:cBhvr>
                                      <p:to>
                                        <p:strVal val="visible"/>
                                      </p:to>
                                    </p:set>
                                    <p:animEffect transition="in" filter="strips(downRight)">
                                      <p:cBhvr>
                                        <p:cTn id="29" dur="1000"/>
                                        <p:tgtEl>
                                          <p:spTgt spid="56"/>
                                        </p:tgtEl>
                                      </p:cBhvr>
                                    </p:animEffect>
                                  </p:childTnLst>
                                </p:cTn>
                              </p:par>
                              <p:par>
                                <p:cTn id="30" presetID="18" presetClass="entr" presetSubtype="6"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strips(downRight)">
                                      <p:cBhvr>
                                        <p:cTn id="32" dur="1000"/>
                                        <p:tgtEl>
                                          <p:spTgt spid="12"/>
                                        </p:tgtEl>
                                      </p:cBhvr>
                                    </p:animEffect>
                                  </p:childTnLst>
                                </p:cTn>
                              </p:par>
                              <p:par>
                                <p:cTn id="33" presetID="18" presetClass="entr" presetSubtype="6" fill="hold" nodeType="with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strips(downRight)">
                                      <p:cBhvr>
                                        <p:cTn id="35" dur="1000"/>
                                        <p:tgtEl>
                                          <p:spTgt spid="60"/>
                                        </p:tgtEl>
                                      </p:cBhvr>
                                    </p:animEffect>
                                  </p:childTnLst>
                                </p:cTn>
                              </p:par>
                              <p:par>
                                <p:cTn id="36" presetID="53" presetClass="entr" presetSubtype="16" fill="hold" grpId="0" nodeType="withEffect">
                                  <p:stCondLst>
                                    <p:cond delay="250"/>
                                  </p:stCondLst>
                                  <p:childTnLst>
                                    <p:set>
                                      <p:cBhvr>
                                        <p:cTn id="37" dur="1" fill="hold">
                                          <p:stCondLst>
                                            <p:cond delay="0"/>
                                          </p:stCondLst>
                                        </p:cTn>
                                        <p:tgtEl>
                                          <p:spTgt spid="65"/>
                                        </p:tgtEl>
                                        <p:attrNameLst>
                                          <p:attrName>style.visibility</p:attrName>
                                        </p:attrNameLst>
                                      </p:cBhvr>
                                      <p:to>
                                        <p:strVal val="visible"/>
                                      </p:to>
                                    </p:set>
                                    <p:anim calcmode="lin" valueType="num">
                                      <p:cBhvr>
                                        <p:cTn id="38" dur="2000" fill="hold"/>
                                        <p:tgtEl>
                                          <p:spTgt spid="65"/>
                                        </p:tgtEl>
                                        <p:attrNameLst>
                                          <p:attrName>ppt_w</p:attrName>
                                        </p:attrNameLst>
                                      </p:cBhvr>
                                      <p:tavLst>
                                        <p:tav tm="0">
                                          <p:val>
                                            <p:fltVal val="0"/>
                                          </p:val>
                                        </p:tav>
                                        <p:tav tm="100000">
                                          <p:val>
                                            <p:strVal val="#ppt_w"/>
                                          </p:val>
                                        </p:tav>
                                      </p:tavLst>
                                    </p:anim>
                                    <p:anim calcmode="lin" valueType="num">
                                      <p:cBhvr>
                                        <p:cTn id="39" dur="2000" fill="hold"/>
                                        <p:tgtEl>
                                          <p:spTgt spid="65"/>
                                        </p:tgtEl>
                                        <p:attrNameLst>
                                          <p:attrName>ppt_h</p:attrName>
                                        </p:attrNameLst>
                                      </p:cBhvr>
                                      <p:tavLst>
                                        <p:tav tm="0">
                                          <p:val>
                                            <p:fltVal val="0"/>
                                          </p:val>
                                        </p:tav>
                                        <p:tav tm="100000">
                                          <p:val>
                                            <p:strVal val="#ppt_h"/>
                                          </p:val>
                                        </p:tav>
                                      </p:tavLst>
                                    </p:anim>
                                    <p:animEffect transition="in" filter="fade">
                                      <p:cBhvr>
                                        <p:cTn id="40" dur="2000"/>
                                        <p:tgtEl>
                                          <p:spTgt spid="65"/>
                                        </p:tgtEl>
                                      </p:cBhvr>
                                    </p:animEffect>
                                  </p:childTnLst>
                                </p:cTn>
                              </p:par>
                              <p:par>
                                <p:cTn id="41" presetID="18" presetClass="entr" presetSubtype="6" fill="hold" nodeType="withEffect">
                                  <p:stCondLst>
                                    <p:cond delay="0"/>
                                  </p:stCondLst>
                                  <p:childTnLst>
                                    <p:set>
                                      <p:cBhvr>
                                        <p:cTn id="42" dur="1" fill="hold">
                                          <p:stCondLst>
                                            <p:cond delay="0"/>
                                          </p:stCondLst>
                                        </p:cTn>
                                        <p:tgtEl>
                                          <p:spTgt spid="68"/>
                                        </p:tgtEl>
                                        <p:attrNameLst>
                                          <p:attrName>style.visibility</p:attrName>
                                        </p:attrNameLst>
                                      </p:cBhvr>
                                      <p:to>
                                        <p:strVal val="visible"/>
                                      </p:to>
                                    </p:set>
                                    <p:animEffect transition="in" filter="strips(downRight)">
                                      <p:cBhvr>
                                        <p:cTn id="43" dur="1000"/>
                                        <p:tgtEl>
                                          <p:spTgt spid="68"/>
                                        </p:tgtEl>
                                      </p:cBhvr>
                                    </p:animEffect>
                                  </p:childTnLst>
                                </p:cTn>
                              </p:par>
                              <p:par>
                                <p:cTn id="44" presetID="18" presetClass="entr" presetSubtype="9" fill="hold" nodeType="withEffect">
                                  <p:stCondLst>
                                    <p:cond delay="0"/>
                                  </p:stCondLst>
                                  <p:childTnLst>
                                    <p:set>
                                      <p:cBhvr>
                                        <p:cTn id="45" dur="1" fill="hold">
                                          <p:stCondLst>
                                            <p:cond delay="0"/>
                                          </p:stCondLst>
                                        </p:cTn>
                                        <p:tgtEl>
                                          <p:spTgt spid="62"/>
                                        </p:tgtEl>
                                        <p:attrNameLst>
                                          <p:attrName>style.visibility</p:attrName>
                                        </p:attrNameLst>
                                      </p:cBhvr>
                                      <p:to>
                                        <p:strVal val="visible"/>
                                      </p:to>
                                    </p:set>
                                    <p:animEffect transition="in" filter="strips(upLeft)">
                                      <p:cBhvr>
                                        <p:cTn id="46" dur="1000"/>
                                        <p:tgtEl>
                                          <p:spTgt spid="62"/>
                                        </p:tgtEl>
                                      </p:cBhvr>
                                    </p:animEffect>
                                  </p:childTnLst>
                                </p:cTn>
                              </p:par>
                              <p:par>
                                <p:cTn id="47" presetID="18" presetClass="entr" presetSubtype="9" fill="hold" nodeType="withEffect">
                                  <p:stCondLst>
                                    <p:cond delay="0"/>
                                  </p:stCondLst>
                                  <p:childTnLst>
                                    <p:set>
                                      <p:cBhvr>
                                        <p:cTn id="48" dur="1" fill="hold">
                                          <p:stCondLst>
                                            <p:cond delay="0"/>
                                          </p:stCondLst>
                                        </p:cTn>
                                        <p:tgtEl>
                                          <p:spTgt spid="63"/>
                                        </p:tgtEl>
                                        <p:attrNameLst>
                                          <p:attrName>style.visibility</p:attrName>
                                        </p:attrNameLst>
                                      </p:cBhvr>
                                      <p:to>
                                        <p:strVal val="visible"/>
                                      </p:to>
                                    </p:set>
                                    <p:animEffect transition="in" filter="strips(upLeft)">
                                      <p:cBhvr>
                                        <p:cTn id="49" dur="1000"/>
                                        <p:tgtEl>
                                          <p:spTgt spid="63"/>
                                        </p:tgtEl>
                                      </p:cBhvr>
                                    </p:animEffect>
                                  </p:childTnLst>
                                </p:cTn>
                              </p:par>
                              <p:par>
                                <p:cTn id="50" presetID="18" presetClass="entr" presetSubtype="9" fill="hold" nodeType="withEffect">
                                  <p:stCondLst>
                                    <p:cond delay="0"/>
                                  </p:stCondLst>
                                  <p:childTnLst>
                                    <p:set>
                                      <p:cBhvr>
                                        <p:cTn id="51" dur="1" fill="hold">
                                          <p:stCondLst>
                                            <p:cond delay="0"/>
                                          </p:stCondLst>
                                        </p:cTn>
                                        <p:tgtEl>
                                          <p:spTgt spid="61"/>
                                        </p:tgtEl>
                                        <p:attrNameLst>
                                          <p:attrName>style.visibility</p:attrName>
                                        </p:attrNameLst>
                                      </p:cBhvr>
                                      <p:to>
                                        <p:strVal val="visible"/>
                                      </p:to>
                                    </p:set>
                                    <p:animEffect transition="in" filter="strips(upLeft)">
                                      <p:cBhvr>
                                        <p:cTn id="52" dur="1000"/>
                                        <p:tgtEl>
                                          <p:spTgt spid="61"/>
                                        </p:tgtEl>
                                      </p:cBhvr>
                                    </p:animEffect>
                                  </p:childTnLst>
                                </p:cTn>
                              </p:par>
                              <p:par>
                                <p:cTn id="53" presetID="18" presetClass="entr" presetSubtype="9" fill="hold" nodeType="withEffect">
                                  <p:stCondLst>
                                    <p:cond delay="0"/>
                                  </p:stCondLst>
                                  <p:childTnLst>
                                    <p:set>
                                      <p:cBhvr>
                                        <p:cTn id="54" dur="1" fill="hold">
                                          <p:stCondLst>
                                            <p:cond delay="0"/>
                                          </p:stCondLst>
                                        </p:cTn>
                                        <p:tgtEl>
                                          <p:spTgt spid="64"/>
                                        </p:tgtEl>
                                        <p:attrNameLst>
                                          <p:attrName>style.visibility</p:attrName>
                                        </p:attrNameLst>
                                      </p:cBhvr>
                                      <p:to>
                                        <p:strVal val="visible"/>
                                      </p:to>
                                    </p:set>
                                    <p:animEffect transition="in" filter="strips(upLeft)">
                                      <p:cBhvr>
                                        <p:cTn id="55" dur="1000"/>
                                        <p:tgtEl>
                                          <p:spTgt spid="64"/>
                                        </p:tgtEl>
                                      </p:cBhvr>
                                    </p:animEffect>
                                  </p:childTnLst>
                                </p:cTn>
                              </p:par>
                              <p:par>
                                <p:cTn id="56" presetID="53" presetClass="entr" presetSubtype="16" fill="hold" grpId="0" nodeType="withEffect">
                                  <p:stCondLst>
                                    <p:cond delay="250"/>
                                  </p:stCondLst>
                                  <p:childTnLst>
                                    <p:set>
                                      <p:cBhvr>
                                        <p:cTn id="57" dur="1" fill="hold">
                                          <p:stCondLst>
                                            <p:cond delay="0"/>
                                          </p:stCondLst>
                                        </p:cTn>
                                        <p:tgtEl>
                                          <p:spTgt spid="66"/>
                                        </p:tgtEl>
                                        <p:attrNameLst>
                                          <p:attrName>style.visibility</p:attrName>
                                        </p:attrNameLst>
                                      </p:cBhvr>
                                      <p:to>
                                        <p:strVal val="visible"/>
                                      </p:to>
                                    </p:set>
                                    <p:anim calcmode="lin" valueType="num">
                                      <p:cBhvr>
                                        <p:cTn id="58" dur="2000" fill="hold"/>
                                        <p:tgtEl>
                                          <p:spTgt spid="66"/>
                                        </p:tgtEl>
                                        <p:attrNameLst>
                                          <p:attrName>ppt_w</p:attrName>
                                        </p:attrNameLst>
                                      </p:cBhvr>
                                      <p:tavLst>
                                        <p:tav tm="0">
                                          <p:val>
                                            <p:fltVal val="0"/>
                                          </p:val>
                                        </p:tav>
                                        <p:tav tm="100000">
                                          <p:val>
                                            <p:strVal val="#ppt_w"/>
                                          </p:val>
                                        </p:tav>
                                      </p:tavLst>
                                    </p:anim>
                                    <p:anim calcmode="lin" valueType="num">
                                      <p:cBhvr>
                                        <p:cTn id="59" dur="2000" fill="hold"/>
                                        <p:tgtEl>
                                          <p:spTgt spid="66"/>
                                        </p:tgtEl>
                                        <p:attrNameLst>
                                          <p:attrName>ppt_h</p:attrName>
                                        </p:attrNameLst>
                                      </p:cBhvr>
                                      <p:tavLst>
                                        <p:tav tm="0">
                                          <p:val>
                                            <p:fltVal val="0"/>
                                          </p:val>
                                        </p:tav>
                                        <p:tav tm="100000">
                                          <p:val>
                                            <p:strVal val="#ppt_h"/>
                                          </p:val>
                                        </p:tav>
                                      </p:tavLst>
                                    </p:anim>
                                    <p:animEffect transition="in" filter="fade">
                                      <p:cBhvr>
                                        <p:cTn id="60" dur="2000"/>
                                        <p:tgtEl>
                                          <p:spTgt spid="66"/>
                                        </p:tgtEl>
                                      </p:cBhvr>
                                    </p:animEffect>
                                  </p:childTnLst>
                                </p:cTn>
                              </p:par>
                              <p:par>
                                <p:cTn id="61" presetID="18" presetClass="entr" presetSubtype="9" fill="hold" nodeType="withEffect">
                                  <p:stCondLst>
                                    <p:cond delay="0"/>
                                  </p:stCondLst>
                                  <p:childTnLst>
                                    <p:set>
                                      <p:cBhvr>
                                        <p:cTn id="62" dur="1" fill="hold">
                                          <p:stCondLst>
                                            <p:cond delay="0"/>
                                          </p:stCondLst>
                                        </p:cTn>
                                        <p:tgtEl>
                                          <p:spTgt spid="70"/>
                                        </p:tgtEl>
                                        <p:attrNameLst>
                                          <p:attrName>style.visibility</p:attrName>
                                        </p:attrNameLst>
                                      </p:cBhvr>
                                      <p:to>
                                        <p:strVal val="visible"/>
                                      </p:to>
                                    </p:set>
                                    <p:animEffect transition="in" filter="strips(upLeft)">
                                      <p:cBhvr>
                                        <p:cTn id="63" dur="1000"/>
                                        <p:tgtEl>
                                          <p:spTgt spid="70"/>
                                        </p:tgtEl>
                                      </p:cBhvr>
                                    </p:animEffect>
                                  </p:childTnLst>
                                </p:cTn>
                              </p:par>
                              <p:par>
                                <p:cTn id="64" presetID="12" presetClass="entr" presetSubtype="8" fill="hold" grpId="0" nodeType="withEffect">
                                  <p:stCondLst>
                                    <p:cond delay="250"/>
                                  </p:stCondLst>
                                  <p:childTnLst>
                                    <p:set>
                                      <p:cBhvr>
                                        <p:cTn id="65" dur="1" fill="hold">
                                          <p:stCondLst>
                                            <p:cond delay="0"/>
                                          </p:stCondLst>
                                        </p:cTn>
                                        <p:tgtEl>
                                          <p:spTgt spid="15"/>
                                        </p:tgtEl>
                                        <p:attrNameLst>
                                          <p:attrName>style.visibility</p:attrName>
                                        </p:attrNameLst>
                                      </p:cBhvr>
                                      <p:to>
                                        <p:strVal val="visible"/>
                                      </p:to>
                                    </p:set>
                                    <p:anim calcmode="lin" valueType="num">
                                      <p:cBhvr additive="base">
                                        <p:cTn id="66" dur="500"/>
                                        <p:tgtEl>
                                          <p:spTgt spid="15"/>
                                        </p:tgtEl>
                                        <p:attrNameLst>
                                          <p:attrName>ppt_x</p:attrName>
                                        </p:attrNameLst>
                                      </p:cBhvr>
                                      <p:tavLst>
                                        <p:tav tm="0">
                                          <p:val>
                                            <p:strVal val="#ppt_x-#ppt_w*1.125000"/>
                                          </p:val>
                                        </p:tav>
                                        <p:tav tm="100000">
                                          <p:val>
                                            <p:strVal val="#ppt_x"/>
                                          </p:val>
                                        </p:tav>
                                      </p:tavLst>
                                    </p:anim>
                                    <p:animEffect transition="in" filter="wipe(right)">
                                      <p:cBhvr>
                                        <p:cTn id="67" dur="500"/>
                                        <p:tgtEl>
                                          <p:spTgt spid="15"/>
                                        </p:tgtEl>
                                      </p:cBhvr>
                                    </p:animEffect>
                                  </p:childTnLst>
                                </p:cTn>
                              </p:par>
                              <p:par>
                                <p:cTn id="68" presetID="12" presetClass="entr" presetSubtype="2" fill="hold" grpId="0" nodeType="withEffect">
                                  <p:stCondLst>
                                    <p:cond delay="750"/>
                                  </p:stCondLst>
                                  <p:childTnLst>
                                    <p:set>
                                      <p:cBhvr>
                                        <p:cTn id="69" dur="1" fill="hold">
                                          <p:stCondLst>
                                            <p:cond delay="0"/>
                                          </p:stCondLst>
                                        </p:cTn>
                                        <p:tgtEl>
                                          <p:spTgt spid="2">
                                            <p:txEl>
                                              <p:pRg st="0" end="0"/>
                                            </p:txEl>
                                          </p:spTgt>
                                        </p:tgtEl>
                                        <p:attrNameLst>
                                          <p:attrName>style.visibility</p:attrName>
                                        </p:attrNameLst>
                                      </p:cBhvr>
                                      <p:to>
                                        <p:strVal val="visible"/>
                                      </p:to>
                                    </p:set>
                                    <p:anim calcmode="lin" valueType="num">
                                      <p:cBhvr additive="base">
                                        <p:cTn id="70" dur="500"/>
                                        <p:tgtEl>
                                          <p:spTgt spid="2">
                                            <p:txEl>
                                              <p:pRg st="0" end="0"/>
                                            </p:txEl>
                                          </p:spTgt>
                                        </p:tgtEl>
                                        <p:attrNameLst>
                                          <p:attrName>ppt_x</p:attrName>
                                        </p:attrNameLst>
                                      </p:cBhvr>
                                      <p:tavLst>
                                        <p:tav tm="0">
                                          <p:val>
                                            <p:strVal val="#ppt_x+#ppt_w*1.125000"/>
                                          </p:val>
                                        </p:tav>
                                        <p:tav tm="100000">
                                          <p:val>
                                            <p:strVal val="#ppt_x"/>
                                          </p:val>
                                        </p:tav>
                                      </p:tavLst>
                                    </p:anim>
                                    <p:animEffect transition="in" filter="wipe(left)">
                                      <p:cBhvr>
                                        <p:cTn id="71" dur="500"/>
                                        <p:tgtEl>
                                          <p:spTgt spid="2">
                                            <p:txEl>
                                              <p:pRg st="0" end="0"/>
                                            </p:txEl>
                                          </p:spTgt>
                                        </p:tgtEl>
                                      </p:cBhvr>
                                    </p:animEffect>
                                  </p:childTnLst>
                                </p:cTn>
                              </p:par>
                              <p:par>
                                <p:cTn id="72" presetID="21" presetClass="emph" presetSubtype="0" repeatCount="indefinite" fill="hold" nodeType="withEffect">
                                  <p:stCondLst>
                                    <p:cond delay="0"/>
                                  </p:stCondLst>
                                  <p:endCondLst>
                                    <p:cond evt="onNext" delay="0">
                                      <p:tgtEl>
                                        <p:sldTgt/>
                                      </p:tgtEl>
                                    </p:cond>
                                  </p:endCondLst>
                                  <p:childTnLst>
                                    <p:animClr clrSpc="hsl" dir="cw">
                                      <p:cBhvr override="childStyle">
                                        <p:cTn id="73" dur="300" fill="hold"/>
                                        <p:tgtEl>
                                          <p:spTgt spid="4"/>
                                        </p:tgtEl>
                                        <p:attrNameLst>
                                          <p:attrName>style.color</p:attrName>
                                        </p:attrNameLst>
                                      </p:cBhvr>
                                      <p:by>
                                        <p:hsl h="7200000" s="0" l="0"/>
                                      </p:by>
                                    </p:animClr>
                                    <p:animClr clrSpc="hsl" dir="cw">
                                      <p:cBhvr>
                                        <p:cTn id="74" dur="300" fill="hold"/>
                                        <p:tgtEl>
                                          <p:spTgt spid="4"/>
                                        </p:tgtEl>
                                        <p:attrNameLst>
                                          <p:attrName>fillcolor</p:attrName>
                                        </p:attrNameLst>
                                      </p:cBhvr>
                                      <p:by>
                                        <p:hsl h="7200000" s="0" l="0"/>
                                      </p:by>
                                    </p:animClr>
                                    <p:animClr clrSpc="hsl" dir="cw">
                                      <p:cBhvr>
                                        <p:cTn id="75" dur="300" fill="hold"/>
                                        <p:tgtEl>
                                          <p:spTgt spid="4"/>
                                        </p:tgtEl>
                                        <p:attrNameLst>
                                          <p:attrName>stroke.color</p:attrName>
                                        </p:attrNameLst>
                                      </p:cBhvr>
                                      <p:by>
                                        <p:hsl h="7200000" s="0" l="0"/>
                                      </p:by>
                                    </p:animClr>
                                    <p:set>
                                      <p:cBhvr>
                                        <p:cTn id="76" dur="300" fill="hold"/>
                                        <p:tgtEl>
                                          <p:spTgt spid="4"/>
                                        </p:tgtEl>
                                        <p:attrNameLst>
                                          <p:attrName>fill.type</p:attrName>
                                        </p:attrNameLst>
                                      </p:cBhvr>
                                      <p:to>
                                        <p:strVal val="solid"/>
                                      </p:to>
                                    </p:set>
                                  </p:childTnLst>
                                </p:cTn>
                              </p:par>
                              <p:par>
                                <p:cTn id="77" presetID="21" presetClass="emph" presetSubtype="0" repeatCount="indefinite" fill="hold" nodeType="withEffect">
                                  <p:stCondLst>
                                    <p:cond delay="0"/>
                                  </p:stCondLst>
                                  <p:endCondLst>
                                    <p:cond evt="onNext" delay="0">
                                      <p:tgtEl>
                                        <p:sldTgt/>
                                      </p:tgtEl>
                                    </p:cond>
                                  </p:endCondLst>
                                  <p:childTnLst>
                                    <p:animClr clrSpc="hsl" dir="cw">
                                      <p:cBhvr override="childStyle">
                                        <p:cTn id="78" dur="1000" fill="hold"/>
                                        <p:tgtEl>
                                          <p:spTgt spid="62"/>
                                        </p:tgtEl>
                                        <p:attrNameLst>
                                          <p:attrName>style.color</p:attrName>
                                        </p:attrNameLst>
                                      </p:cBhvr>
                                      <p:by>
                                        <p:hsl h="7200000" s="0" l="0"/>
                                      </p:by>
                                    </p:animClr>
                                    <p:animClr clrSpc="hsl" dir="cw">
                                      <p:cBhvr>
                                        <p:cTn id="79" dur="1000" fill="hold"/>
                                        <p:tgtEl>
                                          <p:spTgt spid="62"/>
                                        </p:tgtEl>
                                        <p:attrNameLst>
                                          <p:attrName>fillcolor</p:attrName>
                                        </p:attrNameLst>
                                      </p:cBhvr>
                                      <p:by>
                                        <p:hsl h="7200000" s="0" l="0"/>
                                      </p:by>
                                    </p:animClr>
                                    <p:animClr clrSpc="hsl" dir="cw">
                                      <p:cBhvr>
                                        <p:cTn id="80" dur="1000" fill="hold"/>
                                        <p:tgtEl>
                                          <p:spTgt spid="62"/>
                                        </p:tgtEl>
                                        <p:attrNameLst>
                                          <p:attrName>stroke.color</p:attrName>
                                        </p:attrNameLst>
                                      </p:cBhvr>
                                      <p:by>
                                        <p:hsl h="7200000" s="0" l="0"/>
                                      </p:by>
                                    </p:animClr>
                                    <p:set>
                                      <p:cBhvr>
                                        <p:cTn id="81" dur="1000" fill="hold"/>
                                        <p:tgtEl>
                                          <p:spTgt spid="62"/>
                                        </p:tgtEl>
                                        <p:attrNameLst>
                                          <p:attrName>fill.type</p:attrName>
                                        </p:attrNameLst>
                                      </p:cBhvr>
                                      <p:to>
                                        <p:strVal val="solid"/>
                                      </p:to>
                                    </p:set>
                                  </p:childTnLst>
                                </p:cTn>
                              </p:par>
                              <p:par>
                                <p:cTn id="82" presetID="21" presetClass="emph" presetSubtype="0" repeatCount="indefinite" fill="hold" nodeType="withEffect">
                                  <p:stCondLst>
                                    <p:cond delay="0"/>
                                  </p:stCondLst>
                                  <p:endCondLst>
                                    <p:cond evt="onNext" delay="0">
                                      <p:tgtEl>
                                        <p:sldTgt/>
                                      </p:tgtEl>
                                    </p:cond>
                                  </p:endCondLst>
                                  <p:childTnLst>
                                    <p:animClr clrSpc="hsl" dir="cw">
                                      <p:cBhvr override="childStyle">
                                        <p:cTn id="83" dur="1000" fill="hold"/>
                                        <p:tgtEl>
                                          <p:spTgt spid="63"/>
                                        </p:tgtEl>
                                        <p:attrNameLst>
                                          <p:attrName>style.color</p:attrName>
                                        </p:attrNameLst>
                                      </p:cBhvr>
                                      <p:by>
                                        <p:hsl h="7200000" s="0" l="0"/>
                                      </p:by>
                                    </p:animClr>
                                    <p:animClr clrSpc="hsl" dir="cw">
                                      <p:cBhvr>
                                        <p:cTn id="84" dur="1000" fill="hold"/>
                                        <p:tgtEl>
                                          <p:spTgt spid="63"/>
                                        </p:tgtEl>
                                        <p:attrNameLst>
                                          <p:attrName>fillcolor</p:attrName>
                                        </p:attrNameLst>
                                      </p:cBhvr>
                                      <p:by>
                                        <p:hsl h="7200000" s="0" l="0"/>
                                      </p:by>
                                    </p:animClr>
                                    <p:animClr clrSpc="hsl" dir="cw">
                                      <p:cBhvr>
                                        <p:cTn id="85" dur="1000" fill="hold"/>
                                        <p:tgtEl>
                                          <p:spTgt spid="63"/>
                                        </p:tgtEl>
                                        <p:attrNameLst>
                                          <p:attrName>stroke.color</p:attrName>
                                        </p:attrNameLst>
                                      </p:cBhvr>
                                      <p:by>
                                        <p:hsl h="7200000" s="0" l="0"/>
                                      </p:by>
                                    </p:animClr>
                                    <p:set>
                                      <p:cBhvr>
                                        <p:cTn id="86" dur="1000" fill="hold"/>
                                        <p:tgtEl>
                                          <p:spTgt spid="63"/>
                                        </p:tgtEl>
                                        <p:attrNameLst>
                                          <p:attrName>fill.type</p:attrName>
                                        </p:attrNameLst>
                                      </p:cBhvr>
                                      <p:to>
                                        <p:strVal val="solid"/>
                                      </p:to>
                                    </p:set>
                                  </p:childTnLst>
                                </p:cTn>
                              </p:par>
                              <p:par>
                                <p:cTn id="87" presetID="21" presetClass="emph" presetSubtype="0" repeatCount="indefinite" fill="hold" nodeType="withEffect">
                                  <p:stCondLst>
                                    <p:cond delay="0"/>
                                  </p:stCondLst>
                                  <p:endCondLst>
                                    <p:cond evt="onNext" delay="0">
                                      <p:tgtEl>
                                        <p:sldTgt/>
                                      </p:tgtEl>
                                    </p:cond>
                                  </p:endCondLst>
                                  <p:childTnLst>
                                    <p:animClr clrSpc="hsl" dir="cw">
                                      <p:cBhvr override="childStyle">
                                        <p:cTn id="88" dur="1000" fill="hold"/>
                                        <p:tgtEl>
                                          <p:spTgt spid="61"/>
                                        </p:tgtEl>
                                        <p:attrNameLst>
                                          <p:attrName>style.color</p:attrName>
                                        </p:attrNameLst>
                                      </p:cBhvr>
                                      <p:by>
                                        <p:hsl h="7200000" s="0" l="0"/>
                                      </p:by>
                                    </p:animClr>
                                    <p:animClr clrSpc="hsl" dir="cw">
                                      <p:cBhvr>
                                        <p:cTn id="89" dur="1000" fill="hold"/>
                                        <p:tgtEl>
                                          <p:spTgt spid="61"/>
                                        </p:tgtEl>
                                        <p:attrNameLst>
                                          <p:attrName>fillcolor</p:attrName>
                                        </p:attrNameLst>
                                      </p:cBhvr>
                                      <p:by>
                                        <p:hsl h="7200000" s="0" l="0"/>
                                      </p:by>
                                    </p:animClr>
                                    <p:animClr clrSpc="hsl" dir="cw">
                                      <p:cBhvr>
                                        <p:cTn id="90" dur="1000" fill="hold"/>
                                        <p:tgtEl>
                                          <p:spTgt spid="61"/>
                                        </p:tgtEl>
                                        <p:attrNameLst>
                                          <p:attrName>stroke.color</p:attrName>
                                        </p:attrNameLst>
                                      </p:cBhvr>
                                      <p:by>
                                        <p:hsl h="7200000" s="0" l="0"/>
                                      </p:by>
                                    </p:animClr>
                                    <p:set>
                                      <p:cBhvr>
                                        <p:cTn id="91" dur="1000" fill="hold"/>
                                        <p:tgtEl>
                                          <p:spTgt spid="61"/>
                                        </p:tgtEl>
                                        <p:attrNameLst>
                                          <p:attrName>fill.type</p:attrName>
                                        </p:attrNameLst>
                                      </p:cBhvr>
                                      <p:to>
                                        <p:strVal val="solid"/>
                                      </p:to>
                                    </p:set>
                                  </p:childTnLst>
                                </p:cTn>
                              </p:par>
                              <p:par>
                                <p:cTn id="92" presetID="21" presetClass="emph" presetSubtype="0" repeatCount="indefinite" fill="hold" nodeType="withEffect">
                                  <p:stCondLst>
                                    <p:cond delay="0"/>
                                  </p:stCondLst>
                                  <p:endCondLst>
                                    <p:cond evt="onNext" delay="0">
                                      <p:tgtEl>
                                        <p:sldTgt/>
                                      </p:tgtEl>
                                    </p:cond>
                                  </p:endCondLst>
                                  <p:childTnLst>
                                    <p:animClr clrSpc="hsl" dir="cw">
                                      <p:cBhvr override="childStyle">
                                        <p:cTn id="93" dur="1000" fill="hold"/>
                                        <p:tgtEl>
                                          <p:spTgt spid="14"/>
                                        </p:tgtEl>
                                        <p:attrNameLst>
                                          <p:attrName>style.color</p:attrName>
                                        </p:attrNameLst>
                                      </p:cBhvr>
                                      <p:by>
                                        <p:hsl h="7200000" s="0" l="0"/>
                                      </p:by>
                                    </p:animClr>
                                    <p:animClr clrSpc="hsl" dir="cw">
                                      <p:cBhvr>
                                        <p:cTn id="94" dur="1000" fill="hold"/>
                                        <p:tgtEl>
                                          <p:spTgt spid="14"/>
                                        </p:tgtEl>
                                        <p:attrNameLst>
                                          <p:attrName>fillcolor</p:attrName>
                                        </p:attrNameLst>
                                      </p:cBhvr>
                                      <p:by>
                                        <p:hsl h="7200000" s="0" l="0"/>
                                      </p:by>
                                    </p:animClr>
                                    <p:animClr clrSpc="hsl" dir="cw">
                                      <p:cBhvr>
                                        <p:cTn id="95" dur="1000" fill="hold"/>
                                        <p:tgtEl>
                                          <p:spTgt spid="14"/>
                                        </p:tgtEl>
                                        <p:attrNameLst>
                                          <p:attrName>stroke.color</p:attrName>
                                        </p:attrNameLst>
                                      </p:cBhvr>
                                      <p:by>
                                        <p:hsl h="7200000" s="0" l="0"/>
                                      </p:by>
                                    </p:animClr>
                                    <p:set>
                                      <p:cBhvr>
                                        <p:cTn id="96" dur="1000" fill="hold"/>
                                        <p:tgtEl>
                                          <p:spTgt spid="14"/>
                                        </p:tgtEl>
                                        <p:attrNameLst>
                                          <p:attrName>fill.type</p:attrName>
                                        </p:attrNameLst>
                                      </p:cBhvr>
                                      <p:to>
                                        <p:strVal val="solid"/>
                                      </p:to>
                                    </p:set>
                                  </p:childTnLst>
                                </p:cTn>
                              </p:par>
                              <p:par>
                                <p:cTn id="97" presetID="21" presetClass="emph" presetSubtype="0" repeatCount="indefinite" fill="hold" nodeType="withEffect">
                                  <p:stCondLst>
                                    <p:cond delay="0"/>
                                  </p:stCondLst>
                                  <p:endCondLst>
                                    <p:cond evt="onNext" delay="0">
                                      <p:tgtEl>
                                        <p:sldTgt/>
                                      </p:tgtEl>
                                    </p:cond>
                                  </p:endCondLst>
                                  <p:childTnLst>
                                    <p:animClr clrSpc="hsl" dir="cw">
                                      <p:cBhvr override="childStyle">
                                        <p:cTn id="98" dur="1000" fill="hold"/>
                                        <p:tgtEl>
                                          <p:spTgt spid="56"/>
                                        </p:tgtEl>
                                        <p:attrNameLst>
                                          <p:attrName>style.color</p:attrName>
                                        </p:attrNameLst>
                                      </p:cBhvr>
                                      <p:by>
                                        <p:hsl h="7200000" s="0" l="0"/>
                                      </p:by>
                                    </p:animClr>
                                    <p:animClr clrSpc="hsl" dir="cw">
                                      <p:cBhvr>
                                        <p:cTn id="99" dur="1000" fill="hold"/>
                                        <p:tgtEl>
                                          <p:spTgt spid="56"/>
                                        </p:tgtEl>
                                        <p:attrNameLst>
                                          <p:attrName>fillcolor</p:attrName>
                                        </p:attrNameLst>
                                      </p:cBhvr>
                                      <p:by>
                                        <p:hsl h="7200000" s="0" l="0"/>
                                      </p:by>
                                    </p:animClr>
                                    <p:animClr clrSpc="hsl" dir="cw">
                                      <p:cBhvr>
                                        <p:cTn id="100" dur="1000" fill="hold"/>
                                        <p:tgtEl>
                                          <p:spTgt spid="56"/>
                                        </p:tgtEl>
                                        <p:attrNameLst>
                                          <p:attrName>stroke.color</p:attrName>
                                        </p:attrNameLst>
                                      </p:cBhvr>
                                      <p:by>
                                        <p:hsl h="7200000" s="0" l="0"/>
                                      </p:by>
                                    </p:animClr>
                                    <p:set>
                                      <p:cBhvr>
                                        <p:cTn id="101" dur="1000" fill="hold"/>
                                        <p:tgtEl>
                                          <p:spTgt spid="56"/>
                                        </p:tgtEl>
                                        <p:attrNameLst>
                                          <p:attrName>fill.type</p:attrName>
                                        </p:attrNameLst>
                                      </p:cBhvr>
                                      <p:to>
                                        <p:strVal val="solid"/>
                                      </p:to>
                                    </p:set>
                                  </p:childTnLst>
                                </p:cTn>
                              </p:par>
                              <p:par>
                                <p:cTn id="102" presetID="21" presetClass="emph" presetSubtype="0" repeatCount="indefinite" fill="hold" nodeType="withEffect">
                                  <p:stCondLst>
                                    <p:cond delay="0"/>
                                  </p:stCondLst>
                                  <p:endCondLst>
                                    <p:cond evt="onNext" delay="0">
                                      <p:tgtEl>
                                        <p:sldTgt/>
                                      </p:tgtEl>
                                    </p:cond>
                                  </p:endCondLst>
                                  <p:childTnLst>
                                    <p:animClr clrSpc="hsl" dir="cw">
                                      <p:cBhvr override="childStyle">
                                        <p:cTn id="103" dur="1000" fill="hold"/>
                                        <p:tgtEl>
                                          <p:spTgt spid="12"/>
                                        </p:tgtEl>
                                        <p:attrNameLst>
                                          <p:attrName>style.color</p:attrName>
                                        </p:attrNameLst>
                                      </p:cBhvr>
                                      <p:by>
                                        <p:hsl h="7200000" s="0" l="0"/>
                                      </p:by>
                                    </p:animClr>
                                    <p:animClr clrSpc="hsl" dir="cw">
                                      <p:cBhvr>
                                        <p:cTn id="104" dur="1000" fill="hold"/>
                                        <p:tgtEl>
                                          <p:spTgt spid="12"/>
                                        </p:tgtEl>
                                        <p:attrNameLst>
                                          <p:attrName>fillcolor</p:attrName>
                                        </p:attrNameLst>
                                      </p:cBhvr>
                                      <p:by>
                                        <p:hsl h="7200000" s="0" l="0"/>
                                      </p:by>
                                    </p:animClr>
                                    <p:animClr clrSpc="hsl" dir="cw">
                                      <p:cBhvr>
                                        <p:cTn id="105" dur="1000" fill="hold"/>
                                        <p:tgtEl>
                                          <p:spTgt spid="12"/>
                                        </p:tgtEl>
                                        <p:attrNameLst>
                                          <p:attrName>stroke.color</p:attrName>
                                        </p:attrNameLst>
                                      </p:cBhvr>
                                      <p:by>
                                        <p:hsl h="7200000" s="0" l="0"/>
                                      </p:by>
                                    </p:animClr>
                                    <p:set>
                                      <p:cBhvr>
                                        <p:cTn id="106" dur="1000" fill="hold"/>
                                        <p:tgtEl>
                                          <p:spTgt spid="1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 grpId="0" build="p"/>
      <p:bldP spid="17" grpId="0" build="p"/>
      <p:bldP spid="17" grpId="1"/>
      <p:bldP spid="18" grpId="0" animBg="1"/>
      <p:bldP spid="19" grpId="0" animBg="1"/>
      <p:bldP spid="20" grpId="0" animBg="1"/>
      <p:bldP spid="20" grpId="1" animBg="1"/>
      <p:bldP spid="21" grpId="0" animBg="1"/>
      <p:bldP spid="21" grpId="1" animBg="1"/>
      <p:bldP spid="65" grpId="0" animBg="1"/>
      <p:bldP spid="66" grpId="0" animBg="1"/>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arallelogram 7"/>
          <p:cNvSpPr/>
          <p:nvPr/>
        </p:nvSpPr>
        <p:spPr>
          <a:xfrm>
            <a:off x="2194296" y="433071"/>
            <a:ext cx="3930733" cy="343444"/>
          </a:xfrm>
          <a:prstGeom prst="parallelogram">
            <a:avLst>
              <a:gd name="adj" fmla="val 9962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Google Shape;1856;p24"/>
          <p:cNvSpPr txBox="1">
            <a:spLocks/>
          </p:cNvSpPr>
          <p:nvPr/>
        </p:nvSpPr>
        <p:spPr>
          <a:xfrm>
            <a:off x="2532743" y="433072"/>
            <a:ext cx="3169969" cy="3434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2000" b="1">
                <a:solidFill>
                  <a:schemeClr val="tx1"/>
                </a:solidFill>
                <a:latin typeface="Arial" panose="020B0604020202020204" pitchFamily="34" charset="0"/>
                <a:cs typeface="Arial" panose="020B0604020202020204" pitchFamily="34" charset="0"/>
              </a:rPr>
              <a:t>TỔNG QUAN ĐỀ TÀI</a:t>
            </a:r>
          </a:p>
        </p:txBody>
      </p:sp>
      <p:sp>
        <p:nvSpPr>
          <p:cNvPr id="5" name="Google Shape;1855;p24"/>
          <p:cNvSpPr txBox="1">
            <a:spLocks/>
          </p:cNvSpPr>
          <p:nvPr/>
        </p:nvSpPr>
        <p:spPr>
          <a:xfrm>
            <a:off x="249896" y="1260775"/>
            <a:ext cx="3302340" cy="32763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r>
              <a:rPr lang="en-US" altLang="en-GB" sz="1800">
                <a:solidFill>
                  <a:schemeClr val="bg1">
                    <a:lumMod val="50000"/>
                  </a:schemeClr>
                </a:solidFill>
                <a:latin typeface="+mn-lt"/>
                <a:cs typeface="+mn-lt"/>
              </a:rPr>
              <a:t>LÍ DO CHỌN ĐỀ TÀI</a:t>
            </a:r>
          </a:p>
        </p:txBody>
      </p:sp>
      <p:grpSp>
        <p:nvGrpSpPr>
          <p:cNvPr id="2" name="Group 1"/>
          <p:cNvGrpSpPr/>
          <p:nvPr/>
        </p:nvGrpSpPr>
        <p:grpSpPr>
          <a:xfrm>
            <a:off x="841829" y="1543961"/>
            <a:ext cx="2279722" cy="95191"/>
            <a:chOff x="841829" y="1543961"/>
            <a:chExt cx="2279722" cy="95191"/>
          </a:xfrm>
        </p:grpSpPr>
        <p:sp>
          <p:nvSpPr>
            <p:cNvPr id="10" name="Google Shape;10105;p59"/>
            <p:cNvSpPr/>
            <p:nvPr/>
          </p:nvSpPr>
          <p:spPr>
            <a:xfrm>
              <a:off x="3022480" y="1543961"/>
              <a:ext cx="99071" cy="95191"/>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 name="Straight Connector 10"/>
            <p:cNvCxnSpPr/>
            <p:nvPr/>
          </p:nvCxnSpPr>
          <p:spPr>
            <a:xfrm flipH="1">
              <a:off x="841829" y="1598813"/>
              <a:ext cx="2191657" cy="0"/>
            </a:xfrm>
            <a:prstGeom prst="line">
              <a:avLst/>
            </a:prstGeom>
          </p:spPr>
          <p:style>
            <a:lnRef idx="2">
              <a:schemeClr val="accent3"/>
            </a:lnRef>
            <a:fillRef idx="0">
              <a:schemeClr val="accent3"/>
            </a:fillRef>
            <a:effectRef idx="1">
              <a:schemeClr val="accent3"/>
            </a:effectRef>
            <a:fontRef idx="minor">
              <a:schemeClr val="tx1"/>
            </a:fontRef>
          </p:style>
        </p:cxnSp>
      </p:grpSp>
      <p:sp>
        <p:nvSpPr>
          <p:cNvPr id="12" name="Google Shape;1855;p24"/>
          <p:cNvSpPr txBox="1">
            <a:spLocks/>
          </p:cNvSpPr>
          <p:nvPr/>
        </p:nvSpPr>
        <p:spPr>
          <a:xfrm>
            <a:off x="3022480" y="3722597"/>
            <a:ext cx="5407838" cy="71152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just"/>
            <a:r>
              <a:rPr lang="en-US" sz="1600">
                <a:solidFill>
                  <a:schemeClr val="tx2">
                    <a:lumMod val="50000"/>
                  </a:schemeClr>
                </a:solidFill>
                <a:latin typeface="Arial" panose="020B0604020202020204" pitchFamily="34" charset="0"/>
                <a:cs typeface="Arial" panose="020B0604020202020204" pitchFamily="34" charset="0"/>
              </a:rPr>
              <a:t>Ứng dụng trí tuệ nhân tạo để phát triển một vài chức năng cần thiết cho Robot xe tự hành.</a:t>
            </a:r>
          </a:p>
        </p:txBody>
      </p:sp>
      <p:grpSp>
        <p:nvGrpSpPr>
          <p:cNvPr id="3" name="Group 2"/>
          <p:cNvGrpSpPr/>
          <p:nvPr/>
        </p:nvGrpSpPr>
        <p:grpSpPr>
          <a:xfrm>
            <a:off x="856797" y="2760163"/>
            <a:ext cx="5693874" cy="95191"/>
            <a:chOff x="856797" y="2760163"/>
            <a:chExt cx="5693874" cy="95191"/>
          </a:xfrm>
        </p:grpSpPr>
        <p:cxnSp>
          <p:nvCxnSpPr>
            <p:cNvPr id="28" name="Straight Connector 27"/>
            <p:cNvCxnSpPr/>
            <p:nvPr/>
          </p:nvCxnSpPr>
          <p:spPr>
            <a:xfrm>
              <a:off x="856797" y="2807758"/>
              <a:ext cx="5644338" cy="0"/>
            </a:xfrm>
            <a:prstGeom prst="line">
              <a:avLst/>
            </a:prstGeom>
          </p:spPr>
          <p:style>
            <a:lnRef idx="1">
              <a:schemeClr val="accent1"/>
            </a:lnRef>
            <a:fillRef idx="0">
              <a:schemeClr val="accent1"/>
            </a:fillRef>
            <a:effectRef idx="0">
              <a:schemeClr val="accent1"/>
            </a:effectRef>
            <a:fontRef idx="minor">
              <a:schemeClr val="tx1"/>
            </a:fontRef>
          </p:style>
        </p:cxnSp>
        <p:sp>
          <p:nvSpPr>
            <p:cNvPr id="29" name="Google Shape;10105;p59"/>
            <p:cNvSpPr/>
            <p:nvPr/>
          </p:nvSpPr>
          <p:spPr>
            <a:xfrm>
              <a:off x="6451600" y="2760163"/>
              <a:ext cx="99071" cy="95191"/>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 name="Group 3"/>
          <p:cNvGrpSpPr/>
          <p:nvPr/>
        </p:nvGrpSpPr>
        <p:grpSpPr>
          <a:xfrm>
            <a:off x="5595255" y="3597732"/>
            <a:ext cx="2835063" cy="95191"/>
            <a:chOff x="5595255" y="3597732"/>
            <a:chExt cx="2835063" cy="95191"/>
          </a:xfrm>
        </p:grpSpPr>
        <p:sp>
          <p:nvSpPr>
            <p:cNvPr id="31" name="Google Shape;10105;p59"/>
            <p:cNvSpPr/>
            <p:nvPr/>
          </p:nvSpPr>
          <p:spPr>
            <a:xfrm rot="10800000">
              <a:off x="5595255" y="3597732"/>
              <a:ext cx="99071" cy="95191"/>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2" name="Straight Connector 31"/>
            <p:cNvCxnSpPr/>
            <p:nvPr/>
          </p:nvCxnSpPr>
          <p:spPr>
            <a:xfrm>
              <a:off x="5683320" y="3641699"/>
              <a:ext cx="2746998" cy="7256"/>
            </a:xfrm>
            <a:prstGeom prst="line">
              <a:avLst/>
            </a:prstGeom>
          </p:spPr>
          <p:style>
            <a:lnRef idx="2">
              <a:schemeClr val="accent3"/>
            </a:lnRef>
            <a:fillRef idx="0">
              <a:schemeClr val="accent3"/>
            </a:fillRef>
            <a:effectRef idx="1">
              <a:schemeClr val="accent3"/>
            </a:effectRef>
            <a:fontRef idx="minor">
              <a:schemeClr val="tx1"/>
            </a:fontRef>
          </p:style>
        </p:cxnSp>
      </p:grpSp>
      <p:sp>
        <p:nvSpPr>
          <p:cNvPr id="34" name="Google Shape;1855;p24"/>
          <p:cNvSpPr txBox="1">
            <a:spLocks/>
          </p:cNvSpPr>
          <p:nvPr/>
        </p:nvSpPr>
        <p:spPr>
          <a:xfrm>
            <a:off x="5432780" y="3307983"/>
            <a:ext cx="3302340" cy="32763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r>
              <a:rPr lang="en-US" altLang="en-GB" sz="1800">
                <a:solidFill>
                  <a:schemeClr val="bg1">
                    <a:lumMod val="50000"/>
                  </a:schemeClr>
                </a:solidFill>
                <a:latin typeface="+mn-lt"/>
                <a:cs typeface="+mn-lt"/>
              </a:rPr>
              <a:t>MỤC TIÊU NGHIÊN CỨU</a:t>
            </a:r>
          </a:p>
        </p:txBody>
      </p:sp>
      <p:sp>
        <p:nvSpPr>
          <p:cNvPr id="36" name="Google Shape;1855;p24"/>
          <p:cNvSpPr txBox="1">
            <a:spLocks/>
          </p:cNvSpPr>
          <p:nvPr/>
        </p:nvSpPr>
        <p:spPr>
          <a:xfrm>
            <a:off x="827318" y="1697272"/>
            <a:ext cx="5609771" cy="1104569"/>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just"/>
            <a:r>
              <a:rPr lang="en-US" sz="1600">
                <a:solidFill>
                  <a:schemeClr val="tx2">
                    <a:lumMod val="50000"/>
                  </a:schemeClr>
                </a:solidFill>
                <a:latin typeface="Arial" panose="020B0604020202020204" pitchFamily="34" charset="0"/>
                <a:cs typeface="Arial" panose="020B0604020202020204" pitchFamily="34" charset="0"/>
              </a:rPr>
              <a:t>Ở Việt Nam, xe tự hành đang được nghiên cứu và phát triển,  việc tìm hiểu về công nghệ và các đối tượng nhận dạng cơ bản áp dụng cho mô hình xe tự hành giúp mở rộng thêm kiến thức và nền tảng về đề tài xe tự hành hiện tại.</a:t>
            </a:r>
          </a:p>
        </p:txBody>
      </p:sp>
      <p:grpSp>
        <p:nvGrpSpPr>
          <p:cNvPr id="39" name="Group 38"/>
          <p:cNvGrpSpPr/>
          <p:nvPr/>
        </p:nvGrpSpPr>
        <p:grpSpPr>
          <a:xfrm rot="10800000">
            <a:off x="2736444" y="4383318"/>
            <a:ext cx="5693874" cy="95191"/>
            <a:chOff x="856797" y="4276905"/>
            <a:chExt cx="5693874" cy="95191"/>
          </a:xfrm>
        </p:grpSpPr>
        <p:cxnSp>
          <p:nvCxnSpPr>
            <p:cNvPr id="37" name="Straight Connector 36"/>
            <p:cNvCxnSpPr/>
            <p:nvPr/>
          </p:nvCxnSpPr>
          <p:spPr>
            <a:xfrm>
              <a:off x="856797" y="4324500"/>
              <a:ext cx="5644338" cy="0"/>
            </a:xfrm>
            <a:prstGeom prst="line">
              <a:avLst/>
            </a:prstGeom>
          </p:spPr>
          <p:style>
            <a:lnRef idx="1">
              <a:schemeClr val="accent1"/>
            </a:lnRef>
            <a:fillRef idx="0">
              <a:schemeClr val="accent1"/>
            </a:fillRef>
            <a:effectRef idx="0">
              <a:schemeClr val="accent1"/>
            </a:effectRef>
            <a:fontRef idx="minor">
              <a:schemeClr val="tx1"/>
            </a:fontRef>
          </p:style>
        </p:cxnSp>
        <p:sp>
          <p:nvSpPr>
            <p:cNvPr id="38" name="Google Shape;10105;p59"/>
            <p:cNvSpPr/>
            <p:nvPr/>
          </p:nvSpPr>
          <p:spPr>
            <a:xfrm>
              <a:off x="6451600" y="4276905"/>
              <a:ext cx="99071" cy="95191"/>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 name="TextBox 19"/>
          <p:cNvSpPr txBox="1"/>
          <p:nvPr/>
        </p:nvSpPr>
        <p:spPr>
          <a:xfrm>
            <a:off x="8723086" y="4702628"/>
            <a:ext cx="284052" cy="307777"/>
          </a:xfrm>
          <a:prstGeom prst="rect">
            <a:avLst/>
          </a:prstGeom>
          <a:noFill/>
        </p:spPr>
        <p:txBody>
          <a:bodyPr wrap="none" rtlCol="0">
            <a:spAutoFit/>
          </a:bodyPr>
          <a:lstStyle/>
          <a:p>
            <a:fld id="{3B13CC22-955F-4C18-B43E-F8F0DA7FF5AB}" type="slidenum">
              <a:rPr lang="en-US" smtClean="0"/>
              <a:t>4</a:t>
            </a:fld>
            <a:endParaRPr lang="en-US"/>
          </a:p>
        </p:txBody>
      </p:sp>
    </p:spTree>
    <p:extLst>
      <p:ext uri="{BB962C8B-B14F-4D97-AF65-F5344CB8AC3E}">
        <p14:creationId xmlns:p14="http://schemas.microsoft.com/office/powerpoint/2010/main" val="740815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2" presetClass="entr" presetSubtype="2" fill="hold" grpId="1"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p:tgtEl>
                                          <p:spTgt spid="5"/>
                                        </p:tgtEl>
                                        <p:attrNameLst>
                                          <p:attrName>ppt_x</p:attrName>
                                        </p:attrNameLst>
                                      </p:cBhvr>
                                      <p:tavLst>
                                        <p:tav tm="0">
                                          <p:val>
                                            <p:strVal val="#ppt_x+#ppt_w*1.125000"/>
                                          </p:val>
                                        </p:tav>
                                        <p:tav tm="100000">
                                          <p:val>
                                            <p:strVal val="#ppt_x"/>
                                          </p:val>
                                        </p:tav>
                                      </p:tavLst>
                                    </p:anim>
                                    <p:animEffect transition="in" filter="wipe(left)">
                                      <p:cBhvr>
                                        <p:cTn id="12" dur="500"/>
                                        <p:tgtEl>
                                          <p:spTgt spid="5"/>
                                        </p:tgtEl>
                                      </p:cBhvr>
                                    </p:animEffect>
                                  </p:childTnLst>
                                </p:cTn>
                              </p:par>
                              <p:par>
                                <p:cTn id="13" presetID="12" presetClass="entr" presetSubtype="2" fill="hold" grpId="1" nodeType="withEffect">
                                  <p:stCondLst>
                                    <p:cond delay="0"/>
                                  </p:stCondLst>
                                  <p:childTnLst>
                                    <p:set>
                                      <p:cBhvr>
                                        <p:cTn id="14" dur="1" fill="hold">
                                          <p:stCondLst>
                                            <p:cond delay="0"/>
                                          </p:stCondLst>
                                        </p:cTn>
                                        <p:tgtEl>
                                          <p:spTgt spid="36"/>
                                        </p:tgtEl>
                                        <p:attrNameLst>
                                          <p:attrName>style.visibility</p:attrName>
                                        </p:attrNameLst>
                                      </p:cBhvr>
                                      <p:to>
                                        <p:strVal val="visible"/>
                                      </p:to>
                                    </p:set>
                                    <p:anim calcmode="lin" valueType="num">
                                      <p:cBhvr additive="base">
                                        <p:cTn id="15" dur="500"/>
                                        <p:tgtEl>
                                          <p:spTgt spid="36"/>
                                        </p:tgtEl>
                                        <p:attrNameLst>
                                          <p:attrName>ppt_x</p:attrName>
                                        </p:attrNameLst>
                                      </p:cBhvr>
                                      <p:tavLst>
                                        <p:tav tm="0">
                                          <p:val>
                                            <p:strVal val="#ppt_x+#ppt_w*1.125000"/>
                                          </p:val>
                                        </p:tav>
                                        <p:tav tm="100000">
                                          <p:val>
                                            <p:strVal val="#ppt_x"/>
                                          </p:val>
                                        </p:tav>
                                      </p:tavLst>
                                    </p:anim>
                                    <p:animEffect transition="in" filter="wipe(left)">
                                      <p:cBhvr>
                                        <p:cTn id="16" dur="500"/>
                                        <p:tgtEl>
                                          <p:spTgt spid="36"/>
                                        </p:tgtEl>
                                      </p:cBhvr>
                                    </p:animEffect>
                                  </p:childTnLst>
                                </p:cTn>
                              </p:par>
                              <p:par>
                                <p:cTn id="17" presetID="12" presetClass="entr" presetSubtype="2" fill="hold" nodeType="with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p:tgtEl>
                                          <p:spTgt spid="2"/>
                                        </p:tgtEl>
                                        <p:attrNameLst>
                                          <p:attrName>ppt_x</p:attrName>
                                        </p:attrNameLst>
                                      </p:cBhvr>
                                      <p:tavLst>
                                        <p:tav tm="0">
                                          <p:val>
                                            <p:strVal val="#ppt_x+#ppt_w*1.125000"/>
                                          </p:val>
                                        </p:tav>
                                        <p:tav tm="100000">
                                          <p:val>
                                            <p:strVal val="#ppt_x"/>
                                          </p:val>
                                        </p:tav>
                                      </p:tavLst>
                                    </p:anim>
                                    <p:animEffect transition="in" filter="wipe(left)">
                                      <p:cBhvr>
                                        <p:cTn id="20" dur="500"/>
                                        <p:tgtEl>
                                          <p:spTgt spid="2"/>
                                        </p:tgtEl>
                                      </p:cBhvr>
                                    </p:animEffect>
                                  </p:childTnLst>
                                </p:cTn>
                              </p:par>
                              <p:par>
                                <p:cTn id="21" presetID="12" presetClass="entr" presetSubtype="2" fill="hold" nodeType="with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p:tgtEl>
                                          <p:spTgt spid="3"/>
                                        </p:tgtEl>
                                        <p:attrNameLst>
                                          <p:attrName>ppt_x</p:attrName>
                                        </p:attrNameLst>
                                      </p:cBhvr>
                                      <p:tavLst>
                                        <p:tav tm="0">
                                          <p:val>
                                            <p:strVal val="#ppt_x+#ppt_w*1.125000"/>
                                          </p:val>
                                        </p:tav>
                                        <p:tav tm="100000">
                                          <p:val>
                                            <p:strVal val="#ppt_x"/>
                                          </p:val>
                                        </p:tav>
                                      </p:tavLst>
                                    </p:anim>
                                    <p:animEffect transition="in" filter="wipe(left)">
                                      <p:cBhvr>
                                        <p:cTn id="24" dur="500"/>
                                        <p:tgtEl>
                                          <p:spTgt spid="3"/>
                                        </p:tgtEl>
                                      </p:cBhvr>
                                    </p:animEffect>
                                  </p:childTnLst>
                                </p:cTn>
                              </p:par>
                            </p:childTnLst>
                          </p:cTn>
                        </p:par>
                        <p:par>
                          <p:cTn id="25" fill="hold">
                            <p:stCondLst>
                              <p:cond delay="500"/>
                            </p:stCondLst>
                            <p:childTnLst>
                              <p:par>
                                <p:cTn id="26" presetID="12" presetClass="entr" presetSubtype="8" fill="hold" grpId="1" nodeType="after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p:tgtEl>
                                          <p:spTgt spid="12"/>
                                        </p:tgtEl>
                                        <p:attrNameLst>
                                          <p:attrName>ppt_x</p:attrName>
                                        </p:attrNameLst>
                                      </p:cBhvr>
                                      <p:tavLst>
                                        <p:tav tm="0">
                                          <p:val>
                                            <p:strVal val="#ppt_x-#ppt_w*1.125000"/>
                                          </p:val>
                                        </p:tav>
                                        <p:tav tm="100000">
                                          <p:val>
                                            <p:strVal val="#ppt_x"/>
                                          </p:val>
                                        </p:tav>
                                      </p:tavLst>
                                    </p:anim>
                                    <p:animEffect transition="in" filter="wipe(right)">
                                      <p:cBhvr>
                                        <p:cTn id="29" dur="500"/>
                                        <p:tgtEl>
                                          <p:spTgt spid="12"/>
                                        </p:tgtEl>
                                      </p:cBhvr>
                                    </p:animEffect>
                                  </p:childTnLst>
                                </p:cTn>
                              </p:par>
                              <p:par>
                                <p:cTn id="30" presetID="12" presetClass="entr" presetSubtype="8" fill="hold" grpId="1" nodeType="withEffect">
                                  <p:stCondLst>
                                    <p:cond delay="0"/>
                                  </p:stCondLst>
                                  <p:childTnLst>
                                    <p:set>
                                      <p:cBhvr>
                                        <p:cTn id="31" dur="1" fill="hold">
                                          <p:stCondLst>
                                            <p:cond delay="0"/>
                                          </p:stCondLst>
                                        </p:cTn>
                                        <p:tgtEl>
                                          <p:spTgt spid="34"/>
                                        </p:tgtEl>
                                        <p:attrNameLst>
                                          <p:attrName>style.visibility</p:attrName>
                                        </p:attrNameLst>
                                      </p:cBhvr>
                                      <p:to>
                                        <p:strVal val="visible"/>
                                      </p:to>
                                    </p:set>
                                    <p:anim calcmode="lin" valueType="num">
                                      <p:cBhvr additive="base">
                                        <p:cTn id="32" dur="500"/>
                                        <p:tgtEl>
                                          <p:spTgt spid="34"/>
                                        </p:tgtEl>
                                        <p:attrNameLst>
                                          <p:attrName>ppt_x</p:attrName>
                                        </p:attrNameLst>
                                      </p:cBhvr>
                                      <p:tavLst>
                                        <p:tav tm="0">
                                          <p:val>
                                            <p:strVal val="#ppt_x-#ppt_w*1.125000"/>
                                          </p:val>
                                        </p:tav>
                                        <p:tav tm="100000">
                                          <p:val>
                                            <p:strVal val="#ppt_x"/>
                                          </p:val>
                                        </p:tav>
                                      </p:tavLst>
                                    </p:anim>
                                    <p:animEffect transition="in" filter="wipe(right)">
                                      <p:cBhvr>
                                        <p:cTn id="33" dur="500"/>
                                        <p:tgtEl>
                                          <p:spTgt spid="34"/>
                                        </p:tgtEl>
                                      </p:cBhvr>
                                    </p:animEffect>
                                  </p:childTnLst>
                                </p:cTn>
                              </p:par>
                              <p:par>
                                <p:cTn id="34" presetID="12" presetClass="entr" presetSubtype="8" fill="hold" nodeType="withEffect">
                                  <p:stCondLst>
                                    <p:cond delay="0"/>
                                  </p:stCondLst>
                                  <p:childTnLst>
                                    <p:set>
                                      <p:cBhvr>
                                        <p:cTn id="35" dur="1" fill="hold">
                                          <p:stCondLst>
                                            <p:cond delay="0"/>
                                          </p:stCondLst>
                                        </p:cTn>
                                        <p:tgtEl>
                                          <p:spTgt spid="4"/>
                                        </p:tgtEl>
                                        <p:attrNameLst>
                                          <p:attrName>style.visibility</p:attrName>
                                        </p:attrNameLst>
                                      </p:cBhvr>
                                      <p:to>
                                        <p:strVal val="visible"/>
                                      </p:to>
                                    </p:set>
                                    <p:anim calcmode="lin" valueType="num">
                                      <p:cBhvr additive="base">
                                        <p:cTn id="36" dur="500"/>
                                        <p:tgtEl>
                                          <p:spTgt spid="4"/>
                                        </p:tgtEl>
                                        <p:attrNameLst>
                                          <p:attrName>ppt_x</p:attrName>
                                        </p:attrNameLst>
                                      </p:cBhvr>
                                      <p:tavLst>
                                        <p:tav tm="0">
                                          <p:val>
                                            <p:strVal val="#ppt_x-#ppt_w*1.125000"/>
                                          </p:val>
                                        </p:tav>
                                        <p:tav tm="100000">
                                          <p:val>
                                            <p:strVal val="#ppt_x"/>
                                          </p:val>
                                        </p:tav>
                                      </p:tavLst>
                                    </p:anim>
                                    <p:animEffect transition="in" filter="wipe(right)">
                                      <p:cBhvr>
                                        <p:cTn id="37" dur="500"/>
                                        <p:tgtEl>
                                          <p:spTgt spid="4"/>
                                        </p:tgtEl>
                                      </p:cBhvr>
                                    </p:animEffect>
                                  </p:childTnLst>
                                </p:cTn>
                              </p:par>
                              <p:par>
                                <p:cTn id="38" presetID="12" presetClass="entr" presetSubtype="8" fill="hold" nodeType="withEffect">
                                  <p:stCondLst>
                                    <p:cond delay="0"/>
                                  </p:stCondLst>
                                  <p:childTnLst>
                                    <p:set>
                                      <p:cBhvr>
                                        <p:cTn id="39" dur="1" fill="hold">
                                          <p:stCondLst>
                                            <p:cond delay="0"/>
                                          </p:stCondLst>
                                        </p:cTn>
                                        <p:tgtEl>
                                          <p:spTgt spid="39"/>
                                        </p:tgtEl>
                                        <p:attrNameLst>
                                          <p:attrName>style.visibility</p:attrName>
                                        </p:attrNameLst>
                                      </p:cBhvr>
                                      <p:to>
                                        <p:strVal val="visible"/>
                                      </p:to>
                                    </p:set>
                                    <p:anim calcmode="lin" valueType="num">
                                      <p:cBhvr additive="base">
                                        <p:cTn id="40" dur="500"/>
                                        <p:tgtEl>
                                          <p:spTgt spid="39"/>
                                        </p:tgtEl>
                                        <p:attrNameLst>
                                          <p:attrName>ppt_x</p:attrName>
                                        </p:attrNameLst>
                                      </p:cBhvr>
                                      <p:tavLst>
                                        <p:tav tm="0">
                                          <p:val>
                                            <p:strVal val="#ppt_x-#ppt_w*1.125000"/>
                                          </p:val>
                                        </p:tav>
                                        <p:tav tm="100000">
                                          <p:val>
                                            <p:strVal val="#ppt_x"/>
                                          </p:val>
                                        </p:tav>
                                      </p:tavLst>
                                    </p:anim>
                                    <p:animEffect transition="in" filter="wipe(right)">
                                      <p:cBhvr>
                                        <p:cTn id="41"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8" grpId="1" animBg="1"/>
      <p:bldP spid="9" grpId="0" build="p"/>
      <p:bldP spid="5" grpId="0"/>
      <p:bldP spid="5" grpId="1"/>
      <p:bldP spid="12" grpId="0"/>
      <p:bldP spid="12" grpId="1"/>
      <p:bldP spid="34" grpId="0"/>
      <p:bldP spid="34" grpId="1"/>
      <p:bldP spid="36" grpId="0"/>
      <p:bldP spid="36"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arallelogram 7"/>
          <p:cNvSpPr/>
          <p:nvPr/>
        </p:nvSpPr>
        <p:spPr>
          <a:xfrm>
            <a:off x="2194296" y="433071"/>
            <a:ext cx="3930733" cy="343444"/>
          </a:xfrm>
          <a:prstGeom prst="parallelogram">
            <a:avLst>
              <a:gd name="adj" fmla="val 9962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Google Shape;1856;p24"/>
          <p:cNvSpPr txBox="1">
            <a:spLocks/>
          </p:cNvSpPr>
          <p:nvPr/>
        </p:nvSpPr>
        <p:spPr>
          <a:xfrm>
            <a:off x="2532743" y="433072"/>
            <a:ext cx="3169969" cy="3434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2000" b="1">
                <a:solidFill>
                  <a:schemeClr val="tx1"/>
                </a:solidFill>
                <a:latin typeface="Arial" panose="020B0604020202020204" pitchFamily="34" charset="0"/>
                <a:cs typeface="Arial" panose="020B0604020202020204" pitchFamily="34" charset="0"/>
              </a:rPr>
              <a:t>TỔNG QUAN ĐỀ TÀI</a:t>
            </a:r>
          </a:p>
        </p:txBody>
      </p:sp>
      <p:grpSp>
        <p:nvGrpSpPr>
          <p:cNvPr id="20" name="Group 19"/>
          <p:cNvGrpSpPr/>
          <p:nvPr/>
        </p:nvGrpSpPr>
        <p:grpSpPr>
          <a:xfrm>
            <a:off x="534270" y="1065278"/>
            <a:ext cx="4801454" cy="1664098"/>
            <a:chOff x="527013" y="1371600"/>
            <a:chExt cx="4801454" cy="1664098"/>
          </a:xfrm>
        </p:grpSpPr>
        <p:grpSp>
          <p:nvGrpSpPr>
            <p:cNvPr id="18" name="Group 17"/>
            <p:cNvGrpSpPr/>
            <p:nvPr/>
          </p:nvGrpSpPr>
          <p:grpSpPr>
            <a:xfrm>
              <a:off x="527013" y="1707039"/>
              <a:ext cx="4801454" cy="1328659"/>
              <a:chOff x="527013" y="1358697"/>
              <a:chExt cx="4801454" cy="1328659"/>
            </a:xfrm>
          </p:grpSpPr>
          <p:sp>
            <p:nvSpPr>
              <p:cNvPr id="11" name="Google Shape;3178;p57"/>
              <p:cNvSpPr/>
              <p:nvPr/>
            </p:nvSpPr>
            <p:spPr>
              <a:xfrm>
                <a:off x="527013" y="1358697"/>
                <a:ext cx="4801454" cy="1328659"/>
              </a:xfrm>
              <a:custGeom>
                <a:avLst/>
                <a:gdLst/>
                <a:ahLst/>
                <a:cxnLst/>
                <a:rect l="l" t="t" r="r" b="b"/>
                <a:pathLst>
                  <a:path w="129416" h="35812" fill="none" extrusionOk="0">
                    <a:moveTo>
                      <a:pt x="31737" y="0"/>
                    </a:moveTo>
                    <a:cubicBezTo>
                      <a:pt x="33960" y="8644"/>
                      <a:pt x="27539" y="17041"/>
                      <a:pt x="18524" y="17041"/>
                    </a:cubicBezTo>
                    <a:cubicBezTo>
                      <a:pt x="9633" y="17041"/>
                      <a:pt x="3088" y="8644"/>
                      <a:pt x="5434" y="0"/>
                    </a:cubicBezTo>
                    <a:lnTo>
                      <a:pt x="2594" y="0"/>
                    </a:lnTo>
                    <a:cubicBezTo>
                      <a:pt x="1236" y="0"/>
                      <a:pt x="1" y="1112"/>
                      <a:pt x="1" y="2594"/>
                    </a:cubicBezTo>
                    <a:lnTo>
                      <a:pt x="1" y="35811"/>
                    </a:lnTo>
                    <a:lnTo>
                      <a:pt x="126823" y="35811"/>
                    </a:lnTo>
                    <a:cubicBezTo>
                      <a:pt x="128304" y="35811"/>
                      <a:pt x="129416" y="34576"/>
                      <a:pt x="129416" y="33218"/>
                    </a:cubicBezTo>
                    <a:lnTo>
                      <a:pt x="129416" y="0"/>
                    </a:lnTo>
                    <a:close/>
                  </a:path>
                </a:pathLst>
              </a:custGeom>
              <a:solidFill>
                <a:schemeClr val="tx2">
                  <a:lumMod val="75000"/>
                </a:schemeClr>
              </a:solidFill>
              <a:ln w="9525" cap="flat" cmpd="sng">
                <a:solidFill>
                  <a:schemeClr val="accent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179;p57"/>
              <p:cNvSpPr/>
              <p:nvPr/>
            </p:nvSpPr>
            <p:spPr>
              <a:xfrm>
                <a:off x="527013" y="2320798"/>
                <a:ext cx="366558" cy="366558"/>
              </a:xfrm>
              <a:custGeom>
                <a:avLst/>
                <a:gdLst/>
                <a:ahLst/>
                <a:cxnLst/>
                <a:rect l="l" t="t" r="r" b="b"/>
                <a:pathLst>
                  <a:path w="9880" h="9880" fill="none" extrusionOk="0">
                    <a:moveTo>
                      <a:pt x="1" y="0"/>
                    </a:moveTo>
                    <a:lnTo>
                      <a:pt x="1" y="9879"/>
                    </a:lnTo>
                    <a:lnTo>
                      <a:pt x="9880" y="9879"/>
                    </a:lnTo>
                    <a:close/>
                  </a:path>
                </a:pathLst>
              </a:custGeom>
              <a:noFill/>
              <a:ln w="9525" cap="flat" cmpd="sng">
                <a:solidFill>
                  <a:schemeClr val="bg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 name="Oval 18"/>
            <p:cNvSpPr/>
            <p:nvPr/>
          </p:nvSpPr>
          <p:spPr>
            <a:xfrm>
              <a:off x="776515" y="1371600"/>
              <a:ext cx="899407" cy="914399"/>
            </a:xfrm>
            <a:prstGeom prst="ellipse">
              <a:avLst/>
            </a:prstGeom>
            <a:solidFill>
              <a:schemeClr val="accent1">
                <a:lumMod val="40000"/>
                <a:lumOff val="60000"/>
              </a:schemeClr>
            </a:solidFill>
            <a:ln>
              <a:noFill/>
            </a:ln>
            <a:effectLst>
              <a:outerShdw blurRad="50800" dist="38100" dir="5400000" algn="t" rotWithShape="0">
                <a:prstClr val="black">
                  <a:alpha val="4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p:cNvGrpSpPr/>
          <p:nvPr/>
        </p:nvGrpSpPr>
        <p:grpSpPr>
          <a:xfrm>
            <a:off x="3850785" y="2873829"/>
            <a:ext cx="4801454" cy="1664098"/>
            <a:chOff x="527013" y="1371600"/>
            <a:chExt cx="4801454" cy="1664098"/>
          </a:xfrm>
        </p:grpSpPr>
        <p:grpSp>
          <p:nvGrpSpPr>
            <p:cNvPr id="22" name="Group 21"/>
            <p:cNvGrpSpPr/>
            <p:nvPr/>
          </p:nvGrpSpPr>
          <p:grpSpPr>
            <a:xfrm>
              <a:off x="527013" y="1707039"/>
              <a:ext cx="4801454" cy="1328659"/>
              <a:chOff x="527013" y="1358697"/>
              <a:chExt cx="4801454" cy="1328659"/>
            </a:xfrm>
          </p:grpSpPr>
          <p:sp>
            <p:nvSpPr>
              <p:cNvPr id="24" name="Google Shape;3178;p57"/>
              <p:cNvSpPr/>
              <p:nvPr/>
            </p:nvSpPr>
            <p:spPr>
              <a:xfrm>
                <a:off x="527013" y="1358697"/>
                <a:ext cx="4801454" cy="1328659"/>
              </a:xfrm>
              <a:custGeom>
                <a:avLst/>
                <a:gdLst/>
                <a:ahLst/>
                <a:cxnLst/>
                <a:rect l="l" t="t" r="r" b="b"/>
                <a:pathLst>
                  <a:path w="129416" h="35812" fill="none" extrusionOk="0">
                    <a:moveTo>
                      <a:pt x="31737" y="0"/>
                    </a:moveTo>
                    <a:cubicBezTo>
                      <a:pt x="33960" y="8644"/>
                      <a:pt x="27539" y="17041"/>
                      <a:pt x="18524" y="17041"/>
                    </a:cubicBezTo>
                    <a:cubicBezTo>
                      <a:pt x="9633" y="17041"/>
                      <a:pt x="3088" y="8644"/>
                      <a:pt x="5434" y="0"/>
                    </a:cubicBezTo>
                    <a:lnTo>
                      <a:pt x="2594" y="0"/>
                    </a:lnTo>
                    <a:cubicBezTo>
                      <a:pt x="1236" y="0"/>
                      <a:pt x="1" y="1112"/>
                      <a:pt x="1" y="2594"/>
                    </a:cubicBezTo>
                    <a:lnTo>
                      <a:pt x="1" y="35811"/>
                    </a:lnTo>
                    <a:lnTo>
                      <a:pt x="126823" y="35811"/>
                    </a:lnTo>
                    <a:cubicBezTo>
                      <a:pt x="128304" y="35811"/>
                      <a:pt x="129416" y="34576"/>
                      <a:pt x="129416" y="33218"/>
                    </a:cubicBezTo>
                    <a:lnTo>
                      <a:pt x="129416" y="0"/>
                    </a:lnTo>
                    <a:close/>
                  </a:path>
                </a:pathLst>
              </a:custGeom>
              <a:solidFill>
                <a:schemeClr val="tx2">
                  <a:lumMod val="75000"/>
                </a:schemeClr>
              </a:solidFill>
              <a:ln w="9525" cap="flat" cmpd="sng">
                <a:solidFill>
                  <a:schemeClr val="accent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3179;p57"/>
              <p:cNvSpPr/>
              <p:nvPr/>
            </p:nvSpPr>
            <p:spPr>
              <a:xfrm>
                <a:off x="527013" y="2320798"/>
                <a:ext cx="366558" cy="366558"/>
              </a:xfrm>
              <a:custGeom>
                <a:avLst/>
                <a:gdLst/>
                <a:ahLst/>
                <a:cxnLst/>
                <a:rect l="l" t="t" r="r" b="b"/>
                <a:pathLst>
                  <a:path w="9880" h="9880" fill="none" extrusionOk="0">
                    <a:moveTo>
                      <a:pt x="1" y="0"/>
                    </a:moveTo>
                    <a:lnTo>
                      <a:pt x="1" y="9879"/>
                    </a:lnTo>
                    <a:lnTo>
                      <a:pt x="9880" y="9879"/>
                    </a:lnTo>
                    <a:close/>
                  </a:path>
                </a:pathLst>
              </a:custGeom>
              <a:noFill/>
              <a:ln w="9525" cap="flat" cmpd="sng">
                <a:solidFill>
                  <a:schemeClr val="bg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 name="Oval 22"/>
            <p:cNvSpPr/>
            <p:nvPr/>
          </p:nvSpPr>
          <p:spPr>
            <a:xfrm>
              <a:off x="776515" y="1371600"/>
              <a:ext cx="899407" cy="914399"/>
            </a:xfrm>
            <a:prstGeom prst="ellipse">
              <a:avLst/>
            </a:prstGeom>
            <a:solidFill>
              <a:schemeClr val="tx2">
                <a:lumMod val="75000"/>
              </a:schemeClr>
            </a:solidFill>
            <a:ln>
              <a:noFill/>
            </a:ln>
            <a:effectLst>
              <a:outerShdw blurRad="50800" dist="38100" dir="5400000" algn="t" rotWithShape="0">
                <a:prstClr val="black">
                  <a:alpha val="4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Google Shape;1855;p24"/>
          <p:cNvSpPr txBox="1">
            <a:spLocks/>
          </p:cNvSpPr>
          <p:nvPr/>
        </p:nvSpPr>
        <p:spPr>
          <a:xfrm>
            <a:off x="1740896" y="1065278"/>
            <a:ext cx="3302340" cy="32763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altLang="en-GB" sz="1800">
                <a:solidFill>
                  <a:schemeClr val="bg1">
                    <a:lumMod val="50000"/>
                  </a:schemeClr>
                </a:solidFill>
                <a:latin typeface="+mn-lt"/>
                <a:cs typeface="+mn-lt"/>
              </a:rPr>
              <a:t>ĐỐI TƯỢNG NGHIÊN CỨU</a:t>
            </a:r>
          </a:p>
        </p:txBody>
      </p:sp>
      <p:sp>
        <p:nvSpPr>
          <p:cNvPr id="27" name="Google Shape;1855;p24"/>
          <p:cNvSpPr txBox="1">
            <a:spLocks/>
          </p:cNvSpPr>
          <p:nvPr/>
        </p:nvSpPr>
        <p:spPr>
          <a:xfrm>
            <a:off x="5050493" y="2873829"/>
            <a:ext cx="3302340" cy="32763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altLang="en-GB" sz="1800">
                <a:solidFill>
                  <a:schemeClr val="bg1">
                    <a:lumMod val="50000"/>
                  </a:schemeClr>
                </a:solidFill>
                <a:latin typeface="+mn-lt"/>
                <a:cs typeface="+mn-lt"/>
              </a:rPr>
              <a:t>PHẠM VI NGHIÊN CỨU</a:t>
            </a:r>
          </a:p>
        </p:txBody>
      </p:sp>
      <p:sp>
        <p:nvSpPr>
          <p:cNvPr id="16" name="Google Shape;1855;p24"/>
          <p:cNvSpPr txBox="1">
            <a:spLocks/>
          </p:cNvSpPr>
          <p:nvPr/>
        </p:nvSpPr>
        <p:spPr>
          <a:xfrm>
            <a:off x="783772" y="1481852"/>
            <a:ext cx="4430519" cy="1218248"/>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just"/>
            <a:r>
              <a:rPr lang="en-US" sz="1600">
                <a:solidFill>
                  <a:schemeClr val="tx2">
                    <a:lumMod val="50000"/>
                  </a:schemeClr>
                </a:solidFill>
                <a:latin typeface="Arial" panose="020B0604020202020204" pitchFamily="34" charset="0"/>
                <a:cs typeface="Arial" panose="020B0604020202020204" pitchFamily="34" charset="0"/>
              </a:rPr>
              <a:t>	   Các khái niệm liên quan đến thị giác 	máy tính, các thuật toán, mô hình, thiết bị và phương pháp để ứng dụng trí tuệ nhân tạo vào xe tự hành.</a:t>
            </a:r>
          </a:p>
        </p:txBody>
      </p:sp>
      <p:sp>
        <p:nvSpPr>
          <p:cNvPr id="17" name="Google Shape;1855;p24"/>
          <p:cNvSpPr txBox="1">
            <a:spLocks/>
          </p:cNvSpPr>
          <p:nvPr/>
        </p:nvSpPr>
        <p:spPr>
          <a:xfrm>
            <a:off x="4124871" y="3289411"/>
            <a:ext cx="4430519" cy="1218248"/>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just"/>
            <a:r>
              <a:rPr lang="en-US" sz="1600">
                <a:solidFill>
                  <a:schemeClr val="tx2">
                    <a:lumMod val="50000"/>
                  </a:schemeClr>
                </a:solidFill>
                <a:latin typeface="Arial" panose="020B0604020202020204" pitchFamily="34" charset="0"/>
                <a:cs typeface="Arial" panose="020B0604020202020204" pitchFamily="34" charset="0"/>
              </a:rPr>
              <a:t>	   Áp dụng thuật toán phù hợp trên 	pre-trained model ResNet-18 để xây dựng các tính năng riêng lẻ cho xe tự hành gồm: chạy theo làn đường, tránh vật cản, tuân thủ </a:t>
            </a:r>
          </a:p>
          <a:p>
            <a:pPr algn="just"/>
            <a:r>
              <a:rPr lang="en-US" sz="1600">
                <a:solidFill>
                  <a:schemeClr val="tx2">
                    <a:lumMod val="50000"/>
                  </a:schemeClr>
                </a:solidFill>
                <a:latin typeface="Arial" panose="020B0604020202020204" pitchFamily="34" charset="0"/>
                <a:cs typeface="Arial" panose="020B0604020202020204" pitchFamily="34" charset="0"/>
              </a:rPr>
              <a:t>  đèn xanh đèn đỏ.</a:t>
            </a:r>
          </a:p>
        </p:txBody>
      </p:sp>
      <p:sp>
        <p:nvSpPr>
          <p:cNvPr id="28" name="Google Shape;11836;p65"/>
          <p:cNvSpPr/>
          <p:nvPr/>
        </p:nvSpPr>
        <p:spPr>
          <a:xfrm>
            <a:off x="893740" y="1168120"/>
            <a:ext cx="700709" cy="692383"/>
          </a:xfrm>
          <a:custGeom>
            <a:avLst/>
            <a:gdLst/>
            <a:ahLst/>
            <a:cxnLst/>
            <a:rect l="l" t="t" r="r" b="b"/>
            <a:pathLst>
              <a:path w="12877" h="12724" extrusionOk="0">
                <a:moveTo>
                  <a:pt x="10492" y="1603"/>
                </a:moveTo>
                <a:lnTo>
                  <a:pt x="10429" y="1855"/>
                </a:lnTo>
                <a:cubicBezTo>
                  <a:pt x="10429" y="1981"/>
                  <a:pt x="10492" y="2138"/>
                  <a:pt x="10555" y="2201"/>
                </a:cubicBezTo>
                <a:cubicBezTo>
                  <a:pt x="10649" y="2296"/>
                  <a:pt x="10807" y="2327"/>
                  <a:pt x="10901" y="2327"/>
                </a:cubicBezTo>
                <a:lnTo>
                  <a:pt x="11153" y="2296"/>
                </a:lnTo>
                <a:lnTo>
                  <a:pt x="10492" y="2957"/>
                </a:lnTo>
                <a:lnTo>
                  <a:pt x="9736" y="3083"/>
                </a:lnTo>
                <a:lnTo>
                  <a:pt x="9799" y="2296"/>
                </a:lnTo>
                <a:lnTo>
                  <a:pt x="10492" y="1603"/>
                </a:lnTo>
                <a:close/>
                <a:moveTo>
                  <a:pt x="6270" y="6108"/>
                </a:moveTo>
                <a:cubicBezTo>
                  <a:pt x="6396" y="6108"/>
                  <a:pt x="6459" y="6139"/>
                  <a:pt x="6554" y="6234"/>
                </a:cubicBezTo>
                <a:cubicBezTo>
                  <a:pt x="6617" y="6265"/>
                  <a:pt x="6648" y="6391"/>
                  <a:pt x="6648" y="6486"/>
                </a:cubicBezTo>
                <a:cubicBezTo>
                  <a:pt x="6648" y="6738"/>
                  <a:pt x="6459" y="6927"/>
                  <a:pt x="6270" y="6927"/>
                </a:cubicBezTo>
                <a:cubicBezTo>
                  <a:pt x="6081" y="6927"/>
                  <a:pt x="5861" y="6738"/>
                  <a:pt x="5861" y="6486"/>
                </a:cubicBezTo>
                <a:cubicBezTo>
                  <a:pt x="5861" y="6265"/>
                  <a:pt x="6081" y="6108"/>
                  <a:pt x="6270" y="6108"/>
                </a:cubicBezTo>
                <a:close/>
                <a:moveTo>
                  <a:pt x="6176" y="4375"/>
                </a:moveTo>
                <a:cubicBezTo>
                  <a:pt x="6617" y="4375"/>
                  <a:pt x="7026" y="4501"/>
                  <a:pt x="7341" y="4722"/>
                </a:cubicBezTo>
                <a:lnTo>
                  <a:pt x="6743" y="5320"/>
                </a:lnTo>
                <a:cubicBezTo>
                  <a:pt x="6617" y="5289"/>
                  <a:pt x="6428" y="5226"/>
                  <a:pt x="6239" y="5226"/>
                </a:cubicBezTo>
                <a:cubicBezTo>
                  <a:pt x="5546" y="5226"/>
                  <a:pt x="5010" y="5793"/>
                  <a:pt x="5010" y="6454"/>
                </a:cubicBezTo>
                <a:cubicBezTo>
                  <a:pt x="5010" y="7116"/>
                  <a:pt x="5546" y="7715"/>
                  <a:pt x="6239" y="7715"/>
                </a:cubicBezTo>
                <a:cubicBezTo>
                  <a:pt x="6900" y="7715"/>
                  <a:pt x="7467" y="7147"/>
                  <a:pt x="7467" y="6454"/>
                </a:cubicBezTo>
                <a:cubicBezTo>
                  <a:pt x="7467" y="6265"/>
                  <a:pt x="7404" y="6108"/>
                  <a:pt x="7341" y="5887"/>
                </a:cubicBezTo>
                <a:lnTo>
                  <a:pt x="7908" y="5320"/>
                </a:lnTo>
                <a:cubicBezTo>
                  <a:pt x="8160" y="5635"/>
                  <a:pt x="8286" y="6013"/>
                  <a:pt x="8286" y="6454"/>
                </a:cubicBezTo>
                <a:cubicBezTo>
                  <a:pt x="8286" y="7588"/>
                  <a:pt x="7341" y="8534"/>
                  <a:pt x="6176" y="8534"/>
                </a:cubicBezTo>
                <a:cubicBezTo>
                  <a:pt x="5041" y="8534"/>
                  <a:pt x="4096" y="7588"/>
                  <a:pt x="4096" y="6454"/>
                </a:cubicBezTo>
                <a:cubicBezTo>
                  <a:pt x="4096" y="5320"/>
                  <a:pt x="5041" y="4375"/>
                  <a:pt x="6176" y="4375"/>
                </a:cubicBezTo>
                <a:close/>
                <a:moveTo>
                  <a:pt x="6239" y="2800"/>
                </a:moveTo>
                <a:cubicBezTo>
                  <a:pt x="7089" y="2800"/>
                  <a:pt x="7908" y="3115"/>
                  <a:pt x="8539" y="3619"/>
                </a:cubicBezTo>
                <a:lnTo>
                  <a:pt x="7971" y="4217"/>
                </a:lnTo>
                <a:cubicBezTo>
                  <a:pt x="7499" y="3839"/>
                  <a:pt x="6869" y="3619"/>
                  <a:pt x="6239" y="3619"/>
                </a:cubicBezTo>
                <a:cubicBezTo>
                  <a:pt x="4600" y="3619"/>
                  <a:pt x="3309" y="4911"/>
                  <a:pt x="3309" y="6486"/>
                </a:cubicBezTo>
                <a:cubicBezTo>
                  <a:pt x="3309" y="8124"/>
                  <a:pt x="4632" y="9416"/>
                  <a:pt x="6239" y="9416"/>
                </a:cubicBezTo>
                <a:cubicBezTo>
                  <a:pt x="7845" y="9416"/>
                  <a:pt x="9137" y="8124"/>
                  <a:pt x="9137" y="6486"/>
                </a:cubicBezTo>
                <a:cubicBezTo>
                  <a:pt x="9137" y="5856"/>
                  <a:pt x="8948" y="5226"/>
                  <a:pt x="8539" y="4753"/>
                </a:cubicBezTo>
                <a:lnTo>
                  <a:pt x="9137" y="4154"/>
                </a:lnTo>
                <a:cubicBezTo>
                  <a:pt x="9641" y="4816"/>
                  <a:pt x="9956" y="5604"/>
                  <a:pt x="9956" y="6486"/>
                </a:cubicBezTo>
                <a:cubicBezTo>
                  <a:pt x="9956" y="8534"/>
                  <a:pt x="8318" y="10235"/>
                  <a:pt x="6239" y="10235"/>
                </a:cubicBezTo>
                <a:cubicBezTo>
                  <a:pt x="4191" y="10235"/>
                  <a:pt x="2490" y="8597"/>
                  <a:pt x="2490" y="6486"/>
                </a:cubicBezTo>
                <a:cubicBezTo>
                  <a:pt x="2490" y="4438"/>
                  <a:pt x="4128" y="2800"/>
                  <a:pt x="6239" y="2800"/>
                </a:cubicBezTo>
                <a:close/>
                <a:moveTo>
                  <a:pt x="6270" y="1130"/>
                </a:moveTo>
                <a:cubicBezTo>
                  <a:pt x="7247" y="1130"/>
                  <a:pt x="8223" y="1414"/>
                  <a:pt x="9074" y="1918"/>
                </a:cubicBezTo>
                <a:cubicBezTo>
                  <a:pt x="9074" y="1949"/>
                  <a:pt x="9011" y="2012"/>
                  <a:pt x="9011" y="2044"/>
                </a:cubicBezTo>
                <a:lnTo>
                  <a:pt x="8917" y="2831"/>
                </a:lnTo>
                <a:cubicBezTo>
                  <a:pt x="8160" y="2296"/>
                  <a:pt x="7247" y="1981"/>
                  <a:pt x="6270" y="1981"/>
                </a:cubicBezTo>
                <a:cubicBezTo>
                  <a:pt x="3750" y="1981"/>
                  <a:pt x="1733" y="4028"/>
                  <a:pt x="1733" y="6486"/>
                </a:cubicBezTo>
                <a:cubicBezTo>
                  <a:pt x="1733" y="9006"/>
                  <a:pt x="3781" y="11054"/>
                  <a:pt x="6270" y="11054"/>
                </a:cubicBezTo>
                <a:cubicBezTo>
                  <a:pt x="8759" y="11054"/>
                  <a:pt x="10807" y="9006"/>
                  <a:pt x="10807" y="6486"/>
                </a:cubicBezTo>
                <a:cubicBezTo>
                  <a:pt x="10807" y="5509"/>
                  <a:pt x="10492" y="4596"/>
                  <a:pt x="9925" y="3871"/>
                </a:cubicBezTo>
                <a:lnTo>
                  <a:pt x="10712" y="3745"/>
                </a:lnTo>
                <a:cubicBezTo>
                  <a:pt x="10744" y="3745"/>
                  <a:pt x="10807" y="3745"/>
                  <a:pt x="10838" y="3713"/>
                </a:cubicBezTo>
                <a:cubicBezTo>
                  <a:pt x="11342" y="4533"/>
                  <a:pt x="11626" y="5478"/>
                  <a:pt x="11626" y="6486"/>
                </a:cubicBezTo>
                <a:cubicBezTo>
                  <a:pt x="11626" y="9447"/>
                  <a:pt x="9232" y="11873"/>
                  <a:pt x="6270" y="11873"/>
                </a:cubicBezTo>
                <a:cubicBezTo>
                  <a:pt x="3309" y="11873"/>
                  <a:pt x="914" y="9479"/>
                  <a:pt x="914" y="6486"/>
                </a:cubicBezTo>
                <a:cubicBezTo>
                  <a:pt x="914" y="3524"/>
                  <a:pt x="3309" y="1130"/>
                  <a:pt x="6270" y="1130"/>
                </a:cubicBezTo>
                <a:close/>
                <a:moveTo>
                  <a:pt x="11030" y="0"/>
                </a:moveTo>
                <a:cubicBezTo>
                  <a:pt x="10930" y="0"/>
                  <a:pt x="10829" y="37"/>
                  <a:pt x="10744" y="122"/>
                </a:cubicBezTo>
                <a:lnTo>
                  <a:pt x="9610" y="1256"/>
                </a:lnTo>
                <a:cubicBezTo>
                  <a:pt x="8602" y="594"/>
                  <a:pt x="7467" y="279"/>
                  <a:pt x="6239" y="279"/>
                </a:cubicBezTo>
                <a:cubicBezTo>
                  <a:pt x="2805" y="279"/>
                  <a:pt x="1" y="3020"/>
                  <a:pt x="1" y="6486"/>
                </a:cubicBezTo>
                <a:cubicBezTo>
                  <a:pt x="1" y="9920"/>
                  <a:pt x="2773" y="12724"/>
                  <a:pt x="6239" y="12724"/>
                </a:cubicBezTo>
                <a:cubicBezTo>
                  <a:pt x="9641" y="12724"/>
                  <a:pt x="12445" y="9951"/>
                  <a:pt x="12445" y="6486"/>
                </a:cubicBezTo>
                <a:cubicBezTo>
                  <a:pt x="12445" y="5289"/>
                  <a:pt x="12099" y="4123"/>
                  <a:pt x="11468" y="3115"/>
                </a:cubicBezTo>
                <a:lnTo>
                  <a:pt x="12603" y="1981"/>
                </a:lnTo>
                <a:cubicBezTo>
                  <a:pt x="12877" y="1706"/>
                  <a:pt x="12650" y="1255"/>
                  <a:pt x="12292" y="1255"/>
                </a:cubicBezTo>
                <a:cubicBezTo>
                  <a:pt x="12280" y="1255"/>
                  <a:pt x="12268" y="1255"/>
                  <a:pt x="12256" y="1256"/>
                </a:cubicBezTo>
                <a:lnTo>
                  <a:pt x="11342" y="1382"/>
                </a:lnTo>
                <a:lnTo>
                  <a:pt x="11468" y="468"/>
                </a:lnTo>
                <a:cubicBezTo>
                  <a:pt x="11491" y="203"/>
                  <a:pt x="11265" y="0"/>
                  <a:pt x="11030" y="0"/>
                </a:cubicBezTo>
                <a:close/>
              </a:path>
            </a:pathLst>
          </a:custGeom>
          <a:solidFill>
            <a:schemeClr val="tx2">
              <a:lumMod val="50000"/>
            </a:schemeClr>
          </a:solidFill>
          <a:ln>
            <a:noFill/>
          </a:ln>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2263;p66"/>
          <p:cNvSpPr/>
          <p:nvPr/>
        </p:nvSpPr>
        <p:spPr>
          <a:xfrm>
            <a:off x="4266822" y="3070385"/>
            <a:ext cx="566336" cy="566384"/>
          </a:xfrm>
          <a:custGeom>
            <a:avLst/>
            <a:gdLst/>
            <a:ahLst/>
            <a:cxnLst/>
            <a:rect l="l" t="t" r="r" b="b"/>
            <a:pathLst>
              <a:path w="11752" h="11753" extrusionOk="0">
                <a:moveTo>
                  <a:pt x="9672" y="725"/>
                </a:moveTo>
                <a:lnTo>
                  <a:pt x="9672" y="4191"/>
                </a:lnTo>
                <a:cubicBezTo>
                  <a:pt x="9546" y="4160"/>
                  <a:pt x="9420" y="4160"/>
                  <a:pt x="9294" y="4160"/>
                </a:cubicBezTo>
                <a:cubicBezTo>
                  <a:pt x="9200" y="4160"/>
                  <a:pt x="9074" y="4191"/>
                  <a:pt x="8948" y="4223"/>
                </a:cubicBezTo>
                <a:lnTo>
                  <a:pt x="8948" y="3844"/>
                </a:lnTo>
                <a:cubicBezTo>
                  <a:pt x="8948" y="3277"/>
                  <a:pt x="8475" y="2805"/>
                  <a:pt x="7939" y="2805"/>
                </a:cubicBezTo>
                <a:cubicBezTo>
                  <a:pt x="7813" y="2805"/>
                  <a:pt x="7687" y="2836"/>
                  <a:pt x="7561" y="2836"/>
                </a:cubicBezTo>
                <a:lnTo>
                  <a:pt x="7561" y="2458"/>
                </a:lnTo>
                <a:cubicBezTo>
                  <a:pt x="7561" y="1891"/>
                  <a:pt x="7089" y="1419"/>
                  <a:pt x="6553" y="1419"/>
                </a:cubicBezTo>
                <a:cubicBezTo>
                  <a:pt x="6427" y="1419"/>
                  <a:pt x="6364" y="1419"/>
                  <a:pt x="6238" y="1482"/>
                </a:cubicBezTo>
                <a:cubicBezTo>
                  <a:pt x="6427" y="1041"/>
                  <a:pt x="6837" y="725"/>
                  <a:pt x="7246" y="725"/>
                </a:cubicBezTo>
                <a:close/>
                <a:moveTo>
                  <a:pt x="11090" y="1419"/>
                </a:moveTo>
                <a:lnTo>
                  <a:pt x="11090" y="4884"/>
                </a:lnTo>
                <a:cubicBezTo>
                  <a:pt x="10964" y="4853"/>
                  <a:pt x="10838" y="4853"/>
                  <a:pt x="10712" y="4853"/>
                </a:cubicBezTo>
                <a:cubicBezTo>
                  <a:pt x="10617" y="4853"/>
                  <a:pt x="10491" y="4884"/>
                  <a:pt x="10365" y="4884"/>
                </a:cubicBezTo>
                <a:lnTo>
                  <a:pt x="10365" y="1419"/>
                </a:lnTo>
                <a:close/>
                <a:moveTo>
                  <a:pt x="4537" y="725"/>
                </a:moveTo>
                <a:cubicBezTo>
                  <a:pt x="5104" y="725"/>
                  <a:pt x="5577" y="1198"/>
                  <a:pt x="5577" y="1734"/>
                </a:cubicBezTo>
                <a:lnTo>
                  <a:pt x="5577" y="5010"/>
                </a:lnTo>
                <a:lnTo>
                  <a:pt x="4474" y="6113"/>
                </a:lnTo>
                <a:cubicBezTo>
                  <a:pt x="4253" y="6302"/>
                  <a:pt x="4096" y="6585"/>
                  <a:pt x="4033" y="6869"/>
                </a:cubicBezTo>
                <a:lnTo>
                  <a:pt x="2143" y="6869"/>
                </a:lnTo>
                <a:lnTo>
                  <a:pt x="2143" y="725"/>
                </a:lnTo>
                <a:close/>
                <a:moveTo>
                  <a:pt x="1418" y="1419"/>
                </a:moveTo>
                <a:lnTo>
                  <a:pt x="1418" y="7247"/>
                </a:lnTo>
                <a:cubicBezTo>
                  <a:pt x="1418" y="7468"/>
                  <a:pt x="1575" y="7625"/>
                  <a:pt x="1796" y="7625"/>
                </a:cubicBezTo>
                <a:lnTo>
                  <a:pt x="3938" y="7625"/>
                </a:lnTo>
                <a:cubicBezTo>
                  <a:pt x="4001" y="7846"/>
                  <a:pt x="4064" y="8098"/>
                  <a:pt x="4190" y="8287"/>
                </a:cubicBezTo>
                <a:lnTo>
                  <a:pt x="725" y="8287"/>
                </a:lnTo>
                <a:lnTo>
                  <a:pt x="725" y="1419"/>
                </a:lnTo>
                <a:close/>
                <a:moveTo>
                  <a:pt x="6648" y="2112"/>
                </a:moveTo>
                <a:cubicBezTo>
                  <a:pt x="6837" y="2112"/>
                  <a:pt x="6994" y="2269"/>
                  <a:pt x="6994" y="2458"/>
                </a:cubicBezTo>
                <a:lnTo>
                  <a:pt x="6994" y="6554"/>
                </a:lnTo>
                <a:cubicBezTo>
                  <a:pt x="6994" y="6743"/>
                  <a:pt x="7152" y="6900"/>
                  <a:pt x="7341" y="6900"/>
                </a:cubicBezTo>
                <a:cubicBezTo>
                  <a:pt x="7530" y="6900"/>
                  <a:pt x="7687" y="6743"/>
                  <a:pt x="7687" y="6554"/>
                </a:cubicBezTo>
                <a:lnTo>
                  <a:pt x="7687" y="3844"/>
                </a:lnTo>
                <a:cubicBezTo>
                  <a:pt x="7687" y="3624"/>
                  <a:pt x="7845" y="3466"/>
                  <a:pt x="8065" y="3466"/>
                </a:cubicBezTo>
                <a:cubicBezTo>
                  <a:pt x="8254" y="3466"/>
                  <a:pt x="8412" y="3624"/>
                  <a:pt x="8412" y="3844"/>
                </a:cubicBezTo>
                <a:lnTo>
                  <a:pt x="8412" y="6554"/>
                </a:lnTo>
                <a:cubicBezTo>
                  <a:pt x="8412" y="6743"/>
                  <a:pt x="8570" y="6900"/>
                  <a:pt x="8759" y="6900"/>
                </a:cubicBezTo>
                <a:cubicBezTo>
                  <a:pt x="8948" y="6900"/>
                  <a:pt x="9105" y="6743"/>
                  <a:pt x="9105" y="6554"/>
                </a:cubicBezTo>
                <a:lnTo>
                  <a:pt x="9105" y="5168"/>
                </a:lnTo>
                <a:cubicBezTo>
                  <a:pt x="9105" y="4979"/>
                  <a:pt x="9263" y="4821"/>
                  <a:pt x="9483" y="4821"/>
                </a:cubicBezTo>
                <a:cubicBezTo>
                  <a:pt x="9672" y="4821"/>
                  <a:pt x="9830" y="4979"/>
                  <a:pt x="9830" y="5168"/>
                </a:cubicBezTo>
                <a:lnTo>
                  <a:pt x="9830" y="6554"/>
                </a:lnTo>
                <a:cubicBezTo>
                  <a:pt x="9830" y="6743"/>
                  <a:pt x="9987" y="6900"/>
                  <a:pt x="10176" y="6900"/>
                </a:cubicBezTo>
                <a:cubicBezTo>
                  <a:pt x="10365" y="6900"/>
                  <a:pt x="10523" y="6743"/>
                  <a:pt x="10523" y="6554"/>
                </a:cubicBezTo>
                <a:lnTo>
                  <a:pt x="10523" y="5892"/>
                </a:lnTo>
                <a:cubicBezTo>
                  <a:pt x="10523" y="5672"/>
                  <a:pt x="10680" y="5514"/>
                  <a:pt x="10901" y="5514"/>
                </a:cubicBezTo>
                <a:cubicBezTo>
                  <a:pt x="11090" y="5514"/>
                  <a:pt x="11247" y="5672"/>
                  <a:pt x="11247" y="5892"/>
                </a:cubicBezTo>
                <a:cubicBezTo>
                  <a:pt x="11090" y="5955"/>
                  <a:pt x="11090" y="8633"/>
                  <a:pt x="11090" y="8791"/>
                </a:cubicBezTo>
                <a:cubicBezTo>
                  <a:pt x="11090" y="9043"/>
                  <a:pt x="10995" y="9232"/>
                  <a:pt x="10838" y="9389"/>
                </a:cubicBezTo>
                <a:cubicBezTo>
                  <a:pt x="10586" y="9673"/>
                  <a:pt x="10397" y="10051"/>
                  <a:pt x="10397" y="10460"/>
                </a:cubicBezTo>
                <a:lnTo>
                  <a:pt x="10397" y="11028"/>
                </a:lnTo>
                <a:lnTo>
                  <a:pt x="6270" y="11028"/>
                </a:lnTo>
                <a:lnTo>
                  <a:pt x="6270" y="10397"/>
                </a:lnTo>
                <a:cubicBezTo>
                  <a:pt x="6270" y="10051"/>
                  <a:pt x="6144" y="9673"/>
                  <a:pt x="5923" y="9389"/>
                </a:cubicBezTo>
                <a:lnTo>
                  <a:pt x="4852" y="7972"/>
                </a:lnTo>
                <a:cubicBezTo>
                  <a:pt x="4537" y="7562"/>
                  <a:pt x="4600" y="6995"/>
                  <a:pt x="4946" y="6617"/>
                </a:cubicBezTo>
                <a:lnTo>
                  <a:pt x="5577" y="5987"/>
                </a:lnTo>
                <a:lnTo>
                  <a:pt x="5577" y="6554"/>
                </a:lnTo>
                <a:cubicBezTo>
                  <a:pt x="5577" y="6743"/>
                  <a:pt x="5734" y="6900"/>
                  <a:pt x="5923" y="6900"/>
                </a:cubicBezTo>
                <a:cubicBezTo>
                  <a:pt x="6112" y="6900"/>
                  <a:pt x="6270" y="6743"/>
                  <a:pt x="6270" y="6554"/>
                </a:cubicBezTo>
                <a:lnTo>
                  <a:pt x="6270" y="2458"/>
                </a:lnTo>
                <a:cubicBezTo>
                  <a:pt x="6270" y="2269"/>
                  <a:pt x="6427" y="2112"/>
                  <a:pt x="6648" y="2112"/>
                </a:cubicBezTo>
                <a:close/>
                <a:moveTo>
                  <a:pt x="1733" y="1"/>
                </a:moveTo>
                <a:cubicBezTo>
                  <a:pt x="1544" y="1"/>
                  <a:pt x="1386" y="158"/>
                  <a:pt x="1386" y="379"/>
                </a:cubicBezTo>
                <a:lnTo>
                  <a:pt x="1386" y="725"/>
                </a:lnTo>
                <a:lnTo>
                  <a:pt x="378" y="725"/>
                </a:lnTo>
                <a:cubicBezTo>
                  <a:pt x="158" y="725"/>
                  <a:pt x="0" y="883"/>
                  <a:pt x="0" y="1072"/>
                </a:cubicBezTo>
                <a:lnTo>
                  <a:pt x="0" y="8602"/>
                </a:lnTo>
                <a:cubicBezTo>
                  <a:pt x="0" y="8791"/>
                  <a:pt x="158" y="8948"/>
                  <a:pt x="378" y="8948"/>
                </a:cubicBezTo>
                <a:lnTo>
                  <a:pt x="4663" y="8948"/>
                </a:lnTo>
                <a:lnTo>
                  <a:pt x="5293" y="9830"/>
                </a:lnTo>
                <a:cubicBezTo>
                  <a:pt x="5419" y="9988"/>
                  <a:pt x="5482" y="10208"/>
                  <a:pt x="5482" y="10460"/>
                </a:cubicBezTo>
                <a:lnTo>
                  <a:pt x="5482" y="11406"/>
                </a:lnTo>
                <a:cubicBezTo>
                  <a:pt x="5482" y="11595"/>
                  <a:pt x="5640" y="11752"/>
                  <a:pt x="5829" y="11752"/>
                </a:cubicBezTo>
                <a:lnTo>
                  <a:pt x="10649" y="11752"/>
                </a:lnTo>
                <a:cubicBezTo>
                  <a:pt x="10838" y="11752"/>
                  <a:pt x="10995" y="11595"/>
                  <a:pt x="10995" y="11406"/>
                </a:cubicBezTo>
                <a:lnTo>
                  <a:pt x="10995" y="10460"/>
                </a:lnTo>
                <a:cubicBezTo>
                  <a:pt x="10995" y="10208"/>
                  <a:pt x="11090" y="10019"/>
                  <a:pt x="11247" y="9862"/>
                </a:cubicBezTo>
                <a:cubicBezTo>
                  <a:pt x="11500" y="9578"/>
                  <a:pt x="11657" y="9200"/>
                  <a:pt x="11657" y="8791"/>
                </a:cubicBezTo>
                <a:lnTo>
                  <a:pt x="11657" y="1072"/>
                </a:lnTo>
                <a:cubicBezTo>
                  <a:pt x="11752" y="883"/>
                  <a:pt x="11594" y="725"/>
                  <a:pt x="11405" y="725"/>
                </a:cubicBezTo>
                <a:lnTo>
                  <a:pt x="10365" y="725"/>
                </a:lnTo>
                <a:lnTo>
                  <a:pt x="10365" y="379"/>
                </a:lnTo>
                <a:cubicBezTo>
                  <a:pt x="10365" y="158"/>
                  <a:pt x="10208" y="1"/>
                  <a:pt x="10019" y="1"/>
                </a:cubicBezTo>
                <a:lnTo>
                  <a:pt x="7246" y="1"/>
                </a:lnTo>
                <a:cubicBezTo>
                  <a:pt x="6711" y="1"/>
                  <a:pt x="6207" y="284"/>
                  <a:pt x="5892" y="662"/>
                </a:cubicBezTo>
                <a:cubicBezTo>
                  <a:pt x="5577" y="253"/>
                  <a:pt x="5041" y="1"/>
                  <a:pt x="4505" y="1"/>
                </a:cubicBezTo>
                <a:close/>
              </a:path>
            </a:pathLst>
          </a:custGeom>
          <a:solidFill>
            <a:schemeClr val="bg2">
              <a:lumMod val="20000"/>
              <a:lumOff val="80000"/>
            </a:schemeClr>
          </a:solidFill>
          <a:ln>
            <a:noFill/>
          </a:ln>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TextBox 29"/>
          <p:cNvSpPr txBox="1"/>
          <p:nvPr/>
        </p:nvSpPr>
        <p:spPr>
          <a:xfrm>
            <a:off x="8723086" y="4702628"/>
            <a:ext cx="284052" cy="307777"/>
          </a:xfrm>
          <a:prstGeom prst="rect">
            <a:avLst/>
          </a:prstGeom>
          <a:noFill/>
        </p:spPr>
        <p:txBody>
          <a:bodyPr wrap="none" rtlCol="0">
            <a:spAutoFit/>
          </a:bodyPr>
          <a:lstStyle/>
          <a:p>
            <a:fld id="{3B13CC22-955F-4C18-B43E-F8F0DA7FF5AB}" type="slidenum">
              <a:rPr lang="en-US" smtClean="0"/>
              <a:t>5</a:t>
            </a:fld>
            <a:endParaRPr lang="en-US"/>
          </a:p>
        </p:txBody>
      </p:sp>
    </p:spTree>
    <p:extLst>
      <p:ext uri="{BB962C8B-B14F-4D97-AF65-F5344CB8AC3E}">
        <p14:creationId xmlns:p14="http://schemas.microsoft.com/office/powerpoint/2010/main" val="1542532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childTnLst>
                                </p:cTn>
                              </p:par>
                            </p:childTnLst>
                          </p:cTn>
                        </p:par>
                        <p:par>
                          <p:cTn id="17" fill="hold">
                            <p:stCondLst>
                              <p:cond delay="500"/>
                            </p:stCondLst>
                            <p:childTnLst>
                              <p:par>
                                <p:cTn id="18" presetID="12" presetClass="entr" presetSubtype="2" fill="hold" grpId="1" nodeType="afterEffect">
                                  <p:stCondLst>
                                    <p:cond delay="0"/>
                                  </p:stCondLst>
                                  <p:childTnLst>
                                    <p:set>
                                      <p:cBhvr>
                                        <p:cTn id="19" dur="1" fill="hold">
                                          <p:stCondLst>
                                            <p:cond delay="0"/>
                                          </p:stCondLst>
                                        </p:cTn>
                                        <p:tgtEl>
                                          <p:spTgt spid="26"/>
                                        </p:tgtEl>
                                        <p:attrNameLst>
                                          <p:attrName>style.visibility</p:attrName>
                                        </p:attrNameLst>
                                      </p:cBhvr>
                                      <p:to>
                                        <p:strVal val="visible"/>
                                      </p:to>
                                    </p:set>
                                    <p:anim calcmode="lin" valueType="num">
                                      <p:cBhvr additive="base">
                                        <p:cTn id="20" dur="500"/>
                                        <p:tgtEl>
                                          <p:spTgt spid="26"/>
                                        </p:tgtEl>
                                        <p:attrNameLst>
                                          <p:attrName>ppt_x</p:attrName>
                                        </p:attrNameLst>
                                      </p:cBhvr>
                                      <p:tavLst>
                                        <p:tav tm="0">
                                          <p:val>
                                            <p:strVal val="#ppt_x+#ppt_w*1.125000"/>
                                          </p:val>
                                        </p:tav>
                                        <p:tav tm="100000">
                                          <p:val>
                                            <p:strVal val="#ppt_x"/>
                                          </p:val>
                                        </p:tav>
                                      </p:tavLst>
                                    </p:anim>
                                    <p:animEffect transition="in" filter="wipe(left)">
                                      <p:cBhvr>
                                        <p:cTn id="21" dur="500"/>
                                        <p:tgtEl>
                                          <p:spTgt spid="26"/>
                                        </p:tgtEl>
                                      </p:cBhvr>
                                    </p:animEffect>
                                  </p:childTnLst>
                                </p:cTn>
                              </p:par>
                              <p:par>
                                <p:cTn id="22" presetID="12" presetClass="entr" presetSubtype="2" fill="hold" grpId="1" nodeType="withEffect">
                                  <p:stCondLst>
                                    <p:cond delay="0"/>
                                  </p:stCondLst>
                                  <p:childTnLst>
                                    <p:set>
                                      <p:cBhvr>
                                        <p:cTn id="23" dur="1" fill="hold">
                                          <p:stCondLst>
                                            <p:cond delay="0"/>
                                          </p:stCondLst>
                                        </p:cTn>
                                        <p:tgtEl>
                                          <p:spTgt spid="27"/>
                                        </p:tgtEl>
                                        <p:attrNameLst>
                                          <p:attrName>style.visibility</p:attrName>
                                        </p:attrNameLst>
                                      </p:cBhvr>
                                      <p:to>
                                        <p:strVal val="visible"/>
                                      </p:to>
                                    </p:set>
                                    <p:anim calcmode="lin" valueType="num">
                                      <p:cBhvr additive="base">
                                        <p:cTn id="24" dur="500"/>
                                        <p:tgtEl>
                                          <p:spTgt spid="27"/>
                                        </p:tgtEl>
                                        <p:attrNameLst>
                                          <p:attrName>ppt_x</p:attrName>
                                        </p:attrNameLst>
                                      </p:cBhvr>
                                      <p:tavLst>
                                        <p:tav tm="0">
                                          <p:val>
                                            <p:strVal val="#ppt_x+#ppt_w*1.125000"/>
                                          </p:val>
                                        </p:tav>
                                        <p:tav tm="100000">
                                          <p:val>
                                            <p:strVal val="#ppt_x"/>
                                          </p:val>
                                        </p:tav>
                                      </p:tavLst>
                                    </p:anim>
                                    <p:animEffect transition="in" filter="wipe(left)">
                                      <p:cBhvr>
                                        <p:cTn id="25" dur="500"/>
                                        <p:tgtEl>
                                          <p:spTgt spid="27"/>
                                        </p:tgtEl>
                                      </p:cBhvr>
                                    </p:animEffect>
                                  </p:childTnLst>
                                </p:cTn>
                              </p:par>
                              <p:par>
                                <p:cTn id="26" presetID="12" presetClass="entr" presetSubtype="2" fill="hold" grpId="1" nodeType="withEffect">
                                  <p:stCondLst>
                                    <p:cond delay="0"/>
                                  </p:stCondLst>
                                  <p:childTnLst>
                                    <p:set>
                                      <p:cBhvr>
                                        <p:cTn id="27" dur="1" fill="hold">
                                          <p:stCondLst>
                                            <p:cond delay="0"/>
                                          </p:stCondLst>
                                        </p:cTn>
                                        <p:tgtEl>
                                          <p:spTgt spid="16">
                                            <p:txEl>
                                              <p:pRg st="0" end="0"/>
                                            </p:txEl>
                                          </p:spTgt>
                                        </p:tgtEl>
                                        <p:attrNameLst>
                                          <p:attrName>style.visibility</p:attrName>
                                        </p:attrNameLst>
                                      </p:cBhvr>
                                      <p:to>
                                        <p:strVal val="visible"/>
                                      </p:to>
                                    </p:set>
                                    <p:anim calcmode="lin" valueType="num">
                                      <p:cBhvr additive="base">
                                        <p:cTn id="28" dur="500"/>
                                        <p:tgtEl>
                                          <p:spTgt spid="16">
                                            <p:txEl>
                                              <p:pRg st="0" end="0"/>
                                            </p:txEl>
                                          </p:spTgt>
                                        </p:tgtEl>
                                        <p:attrNameLst>
                                          <p:attrName>ppt_x</p:attrName>
                                        </p:attrNameLst>
                                      </p:cBhvr>
                                      <p:tavLst>
                                        <p:tav tm="0">
                                          <p:val>
                                            <p:strVal val="#ppt_x+#ppt_w*1.125000"/>
                                          </p:val>
                                        </p:tav>
                                        <p:tav tm="100000">
                                          <p:val>
                                            <p:strVal val="#ppt_x"/>
                                          </p:val>
                                        </p:tav>
                                      </p:tavLst>
                                    </p:anim>
                                    <p:animEffect transition="in" filter="wipe(left)">
                                      <p:cBhvr>
                                        <p:cTn id="29" dur="500"/>
                                        <p:tgtEl>
                                          <p:spTgt spid="16">
                                            <p:txEl>
                                              <p:pRg st="0" end="0"/>
                                            </p:txEl>
                                          </p:spTgt>
                                        </p:tgtEl>
                                      </p:cBhvr>
                                    </p:animEffect>
                                  </p:childTnLst>
                                </p:cTn>
                              </p:par>
                              <p:par>
                                <p:cTn id="30" presetID="12" presetClass="entr" presetSubtype="2" fill="hold" grpId="1" nodeType="withEffect">
                                  <p:stCondLst>
                                    <p:cond delay="0"/>
                                  </p:stCondLst>
                                  <p:childTnLst>
                                    <p:set>
                                      <p:cBhvr>
                                        <p:cTn id="31" dur="1" fill="hold">
                                          <p:stCondLst>
                                            <p:cond delay="0"/>
                                          </p:stCondLst>
                                        </p:cTn>
                                        <p:tgtEl>
                                          <p:spTgt spid="17"/>
                                        </p:tgtEl>
                                        <p:attrNameLst>
                                          <p:attrName>style.visibility</p:attrName>
                                        </p:attrNameLst>
                                      </p:cBhvr>
                                      <p:to>
                                        <p:strVal val="visible"/>
                                      </p:to>
                                    </p:set>
                                    <p:anim calcmode="lin" valueType="num">
                                      <p:cBhvr additive="base">
                                        <p:cTn id="32" dur="500"/>
                                        <p:tgtEl>
                                          <p:spTgt spid="17"/>
                                        </p:tgtEl>
                                        <p:attrNameLst>
                                          <p:attrName>ppt_x</p:attrName>
                                        </p:attrNameLst>
                                      </p:cBhvr>
                                      <p:tavLst>
                                        <p:tav tm="0">
                                          <p:val>
                                            <p:strVal val="#ppt_x+#ppt_w*1.125000"/>
                                          </p:val>
                                        </p:tav>
                                        <p:tav tm="100000">
                                          <p:val>
                                            <p:strVal val="#ppt_x"/>
                                          </p:val>
                                        </p:tav>
                                      </p:tavLst>
                                    </p:anim>
                                    <p:animEffect transition="in" filter="wipe(left)">
                                      <p:cBhvr>
                                        <p:cTn id="3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P spid="9" grpId="0" build="p"/>
      <p:bldP spid="26" grpId="0"/>
      <p:bldP spid="26" grpId="1"/>
      <p:bldP spid="27" grpId="0"/>
      <p:bldP spid="27" grpId="1"/>
      <p:bldP spid="16" grpId="0"/>
      <p:bldP spid="16" grpId="1" build="p"/>
      <p:bldP spid="17" grpId="0"/>
      <p:bldP spid="17" grpId="1"/>
      <p:bldP spid="28" grpId="0" animBg="1"/>
      <p:bldP spid="2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p:cNvSpPr>
            <a:spLocks noGrp="1"/>
          </p:cNvSpPr>
          <p:nvPr>
            <p:ph type="title"/>
          </p:nvPr>
        </p:nvSpPr>
        <p:spPr>
          <a:xfrm>
            <a:off x="2479658" y="2221500"/>
            <a:ext cx="4262105" cy="754800"/>
          </a:xfrm>
        </p:spPr>
        <p:txBody>
          <a:bodyPr/>
          <a:lstStyle/>
          <a:p>
            <a:r>
              <a:rPr lang="en-US" sz="3200" b="1">
                <a:solidFill>
                  <a:schemeClr val="tx2">
                    <a:lumMod val="75000"/>
                  </a:schemeClr>
                </a:solidFill>
                <a:latin typeface="Arial" panose="020B0604020202020204" pitchFamily="34" charset="0"/>
                <a:cs typeface="Arial" panose="020B0604020202020204" pitchFamily="34" charset="0"/>
              </a:rPr>
              <a:t>CƠ SỞ LÝ THUYẾT</a:t>
            </a:r>
          </a:p>
        </p:txBody>
      </p:sp>
      <p:sp>
        <p:nvSpPr>
          <p:cNvPr id="2" name="Subtitle 1"/>
          <p:cNvSpPr>
            <a:spLocks noGrp="1"/>
          </p:cNvSpPr>
          <p:nvPr>
            <p:ph type="subTitle" idx="1"/>
          </p:nvPr>
        </p:nvSpPr>
        <p:spPr>
          <a:xfrm>
            <a:off x="2191032" y="3009602"/>
            <a:ext cx="6212696" cy="700500"/>
          </a:xfrm>
        </p:spPr>
        <p:txBody>
          <a:bodyPr/>
          <a:lstStyle/>
          <a:p>
            <a:pPr algn="l"/>
            <a:r>
              <a:rPr lang="en-US">
                <a:solidFill>
                  <a:schemeClr val="bg1">
                    <a:lumMod val="50000"/>
                  </a:schemeClr>
                </a:solidFill>
              </a:rPr>
              <a:t>Một số khái niệm về trí tuệ nhân tạo được sử dụng</a:t>
            </a:r>
          </a:p>
        </p:txBody>
      </p:sp>
      <p:sp>
        <p:nvSpPr>
          <p:cNvPr id="17" name="Google Shape;1856;p24"/>
          <p:cNvSpPr txBox="1">
            <a:spLocks/>
          </p:cNvSpPr>
          <p:nvPr/>
        </p:nvSpPr>
        <p:spPr>
          <a:xfrm>
            <a:off x="3917317" y="1073424"/>
            <a:ext cx="1355859" cy="1189857"/>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8800" b="1">
                <a:solidFill>
                  <a:schemeClr val="tx2">
                    <a:lumMod val="75000"/>
                  </a:schemeClr>
                </a:solidFill>
                <a:latin typeface="Arial" panose="020B0604020202020204" pitchFamily="34" charset="0"/>
                <a:cs typeface="Arial" panose="020B0604020202020204" pitchFamily="34" charset="0"/>
              </a:rPr>
              <a:t>2</a:t>
            </a:r>
          </a:p>
        </p:txBody>
      </p:sp>
      <p:sp>
        <p:nvSpPr>
          <p:cNvPr id="18" name="Google Shape;10575;p61"/>
          <p:cNvSpPr/>
          <p:nvPr/>
        </p:nvSpPr>
        <p:spPr>
          <a:xfrm>
            <a:off x="939660" y="2305518"/>
            <a:ext cx="422275" cy="419100"/>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noFill/>
          <a:ln w="9525"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0576;p61"/>
          <p:cNvSpPr/>
          <p:nvPr/>
        </p:nvSpPr>
        <p:spPr>
          <a:xfrm>
            <a:off x="951725" y="2731603"/>
            <a:ext cx="398145" cy="398145"/>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noFill/>
          <a:ln w="9525" cap="flat" cmpd="sng">
            <a:solidFill>
              <a:schemeClr val="accent3">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0577;p61"/>
          <p:cNvSpPr/>
          <p:nvPr/>
        </p:nvSpPr>
        <p:spPr>
          <a:xfrm>
            <a:off x="553580" y="2565233"/>
            <a:ext cx="425450" cy="422275"/>
          </a:xfrm>
          <a:custGeom>
            <a:avLst/>
            <a:gdLst/>
            <a:ahLst/>
            <a:cxnLst/>
            <a:rect l="l" t="t" r="r" b="b"/>
            <a:pathLst>
              <a:path w="25669" h="25472" extrusionOk="0">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noFill/>
          <a:ln w="9525" cap="flat"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0578;p61"/>
          <p:cNvSpPr/>
          <p:nvPr/>
        </p:nvSpPr>
        <p:spPr>
          <a:xfrm>
            <a:off x="587870" y="2165183"/>
            <a:ext cx="379730" cy="379730"/>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noFill/>
          <a:ln w="9525" cap="flat" cmpd="sng">
            <a:solidFill>
              <a:schemeClr val="bg1">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 name="Google Shape;10579;p61"/>
          <p:cNvGrpSpPr/>
          <p:nvPr/>
        </p:nvGrpSpPr>
        <p:grpSpPr>
          <a:xfrm>
            <a:off x="1064120" y="2255988"/>
            <a:ext cx="186690" cy="38100"/>
            <a:chOff x="4644280" y="1290523"/>
            <a:chExt cx="143716" cy="29463"/>
          </a:xfrm>
        </p:grpSpPr>
        <p:sp>
          <p:nvSpPr>
            <p:cNvPr id="23" name="Google Shape;10580;p61"/>
            <p:cNvSpPr/>
            <p:nvPr/>
          </p:nvSpPr>
          <p:spPr>
            <a:xfrm>
              <a:off x="4736292" y="1294223"/>
              <a:ext cx="51704" cy="25762"/>
            </a:xfrm>
            <a:custGeom>
              <a:avLst/>
              <a:gdLst/>
              <a:ahLst/>
              <a:cxnLst/>
              <a:rect l="l" t="t" r="r" b="b"/>
              <a:pathLst>
                <a:path w="4052" h="2019" extrusionOk="0">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0581;p61"/>
            <p:cNvSpPr/>
            <p:nvPr/>
          </p:nvSpPr>
          <p:spPr>
            <a:xfrm>
              <a:off x="4700066" y="1290523"/>
              <a:ext cx="32206" cy="7988"/>
            </a:xfrm>
            <a:custGeom>
              <a:avLst/>
              <a:gdLst/>
              <a:ahLst/>
              <a:cxnLst/>
              <a:rect l="l" t="t" r="r" b="b"/>
              <a:pathLst>
                <a:path w="2524" h="626" extrusionOk="0">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0582;p61"/>
            <p:cNvSpPr/>
            <p:nvPr/>
          </p:nvSpPr>
          <p:spPr>
            <a:xfrm>
              <a:off x="4644280" y="1300641"/>
              <a:ext cx="20225" cy="13283"/>
            </a:xfrm>
            <a:custGeom>
              <a:avLst/>
              <a:gdLst/>
              <a:ahLst/>
              <a:cxnLst/>
              <a:rect l="l" t="t" r="r" b="b"/>
              <a:pathLst>
                <a:path w="1585" h="1041" extrusionOk="0">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0583;p61"/>
            <p:cNvSpPr/>
            <p:nvPr/>
          </p:nvSpPr>
          <p:spPr>
            <a:xfrm>
              <a:off x="4667822" y="1291888"/>
              <a:ext cx="27779" cy="11433"/>
            </a:xfrm>
            <a:custGeom>
              <a:avLst/>
              <a:gdLst/>
              <a:ahLst/>
              <a:cxnLst/>
              <a:rect l="l" t="t" r="r" b="b"/>
              <a:pathLst>
                <a:path w="2177" h="896" extrusionOk="0">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oogle Shape;10584;p61"/>
          <p:cNvGrpSpPr/>
          <p:nvPr/>
        </p:nvGrpSpPr>
        <p:grpSpPr>
          <a:xfrm>
            <a:off x="690740" y="2127083"/>
            <a:ext cx="186690" cy="38100"/>
            <a:chOff x="4356567" y="1191441"/>
            <a:chExt cx="143690" cy="29488"/>
          </a:xfrm>
        </p:grpSpPr>
        <p:sp>
          <p:nvSpPr>
            <p:cNvPr id="28" name="Google Shape;10585;p61"/>
            <p:cNvSpPr/>
            <p:nvPr/>
          </p:nvSpPr>
          <p:spPr>
            <a:xfrm>
              <a:off x="4448554" y="1195154"/>
              <a:ext cx="51704" cy="25775"/>
            </a:xfrm>
            <a:custGeom>
              <a:avLst/>
              <a:gdLst/>
              <a:ahLst/>
              <a:cxnLst/>
              <a:rect l="l" t="t" r="r" b="b"/>
              <a:pathLst>
                <a:path w="4052" h="2020" extrusionOk="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0586;p61"/>
            <p:cNvSpPr/>
            <p:nvPr/>
          </p:nvSpPr>
          <p:spPr>
            <a:xfrm>
              <a:off x="4412341" y="1191441"/>
              <a:ext cx="32206" cy="8013"/>
            </a:xfrm>
            <a:custGeom>
              <a:avLst/>
              <a:gdLst/>
              <a:ahLst/>
              <a:cxnLst/>
              <a:rect l="l" t="t" r="r" b="b"/>
              <a:pathLst>
                <a:path w="2524" h="628" extrusionOk="0">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0587;p61"/>
            <p:cNvSpPr/>
            <p:nvPr/>
          </p:nvSpPr>
          <p:spPr>
            <a:xfrm>
              <a:off x="4356567" y="1201573"/>
              <a:ext cx="20212" cy="13270"/>
            </a:xfrm>
            <a:custGeom>
              <a:avLst/>
              <a:gdLst/>
              <a:ahLst/>
              <a:cxnLst/>
              <a:rect l="l" t="t" r="r" b="b"/>
              <a:pathLst>
                <a:path w="1584" h="1040" extrusionOk="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0588;p61"/>
            <p:cNvSpPr/>
            <p:nvPr/>
          </p:nvSpPr>
          <p:spPr>
            <a:xfrm>
              <a:off x="4380084" y="1192832"/>
              <a:ext cx="27779" cy="11433"/>
            </a:xfrm>
            <a:custGeom>
              <a:avLst/>
              <a:gdLst/>
              <a:ahLst/>
              <a:cxnLst/>
              <a:rect l="l" t="t" r="r" b="b"/>
              <a:pathLst>
                <a:path w="2177" h="896" extrusionOk="0">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 name="Google Shape;10589;p61"/>
          <p:cNvGrpSpPr/>
          <p:nvPr/>
        </p:nvGrpSpPr>
        <p:grpSpPr>
          <a:xfrm>
            <a:off x="667880" y="3000843"/>
            <a:ext cx="186690" cy="38100"/>
            <a:chOff x="4339009" y="1863727"/>
            <a:chExt cx="143703" cy="29476"/>
          </a:xfrm>
        </p:grpSpPr>
        <p:sp>
          <p:nvSpPr>
            <p:cNvPr id="33" name="Google Shape;10590;p61"/>
            <p:cNvSpPr/>
            <p:nvPr/>
          </p:nvSpPr>
          <p:spPr>
            <a:xfrm>
              <a:off x="4339009" y="1863727"/>
              <a:ext cx="51691" cy="25762"/>
            </a:xfrm>
            <a:custGeom>
              <a:avLst/>
              <a:gdLst/>
              <a:ahLst/>
              <a:cxnLst/>
              <a:rect l="l" t="t" r="r" b="b"/>
              <a:pathLst>
                <a:path w="4051" h="2019" extrusionOk="0">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0591;p61"/>
            <p:cNvSpPr/>
            <p:nvPr/>
          </p:nvSpPr>
          <p:spPr>
            <a:xfrm>
              <a:off x="4394732" y="1885202"/>
              <a:ext cx="32193" cy="8001"/>
            </a:xfrm>
            <a:custGeom>
              <a:avLst/>
              <a:gdLst/>
              <a:ahLst/>
              <a:cxnLst/>
              <a:rect l="l" t="t" r="r" b="b"/>
              <a:pathLst>
                <a:path w="2523" h="627" extrusionOk="0">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0592;p61"/>
            <p:cNvSpPr/>
            <p:nvPr/>
          </p:nvSpPr>
          <p:spPr>
            <a:xfrm>
              <a:off x="4462488" y="1869814"/>
              <a:ext cx="20225" cy="13258"/>
            </a:xfrm>
            <a:custGeom>
              <a:avLst/>
              <a:gdLst/>
              <a:ahLst/>
              <a:cxnLst/>
              <a:rect l="l" t="t" r="r" b="b"/>
              <a:pathLst>
                <a:path w="1585" h="1039" extrusionOk="0">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0593;p61"/>
            <p:cNvSpPr/>
            <p:nvPr/>
          </p:nvSpPr>
          <p:spPr>
            <a:xfrm>
              <a:off x="4431392" y="1880392"/>
              <a:ext cx="27804" cy="11433"/>
            </a:xfrm>
            <a:custGeom>
              <a:avLst/>
              <a:gdLst/>
              <a:ahLst/>
              <a:cxnLst/>
              <a:rect l="l" t="t" r="r" b="b"/>
              <a:pathLst>
                <a:path w="2179" h="896" extrusionOk="0">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 name="Google Shape;10594;p61"/>
          <p:cNvGrpSpPr/>
          <p:nvPr/>
        </p:nvGrpSpPr>
        <p:grpSpPr>
          <a:xfrm>
            <a:off x="495795" y="2667468"/>
            <a:ext cx="38100" cy="185420"/>
            <a:chOff x="4206459" y="1607315"/>
            <a:chExt cx="29539" cy="142899"/>
          </a:xfrm>
        </p:grpSpPr>
        <p:sp>
          <p:nvSpPr>
            <p:cNvPr id="38" name="Google Shape;10595;p61"/>
            <p:cNvSpPr/>
            <p:nvPr/>
          </p:nvSpPr>
          <p:spPr>
            <a:xfrm>
              <a:off x="4209840" y="1607315"/>
              <a:ext cx="26158" cy="50989"/>
            </a:xfrm>
            <a:custGeom>
              <a:avLst/>
              <a:gdLst/>
              <a:ahLst/>
              <a:cxnLst/>
              <a:rect l="l" t="t" r="r" b="b"/>
              <a:pathLst>
                <a:path w="2050" h="3996" extrusionOk="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0596;p61"/>
            <p:cNvSpPr/>
            <p:nvPr/>
          </p:nvSpPr>
          <p:spPr>
            <a:xfrm>
              <a:off x="4206459" y="1662910"/>
              <a:ext cx="8230" cy="31785"/>
            </a:xfrm>
            <a:custGeom>
              <a:avLst/>
              <a:gdLst/>
              <a:ahLst/>
              <a:cxnLst/>
              <a:rect l="l" t="t" r="r" b="b"/>
              <a:pathLst>
                <a:path w="645" h="2491" extrusionOk="0">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0597;p61"/>
            <p:cNvSpPr/>
            <p:nvPr/>
          </p:nvSpPr>
          <p:spPr>
            <a:xfrm>
              <a:off x="4216194" y="1730768"/>
              <a:ext cx="14227" cy="19446"/>
            </a:xfrm>
            <a:custGeom>
              <a:avLst/>
              <a:gdLst/>
              <a:ahLst/>
              <a:cxnLst/>
              <a:rect l="l" t="t" r="r" b="b"/>
              <a:pathLst>
                <a:path w="1115" h="1524" extrusionOk="0">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0598;p61"/>
            <p:cNvSpPr/>
            <p:nvPr/>
          </p:nvSpPr>
          <p:spPr>
            <a:xfrm>
              <a:off x="4207607" y="1699506"/>
              <a:ext cx="12045" cy="27153"/>
            </a:xfrm>
            <a:custGeom>
              <a:avLst/>
              <a:gdLst/>
              <a:ahLst/>
              <a:cxnLst/>
              <a:rect l="l" t="t" r="r" b="b"/>
              <a:pathLst>
                <a:path w="944" h="2128" extrusionOk="0">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 name="Google Shape;10599;p61"/>
          <p:cNvSpPr/>
          <p:nvPr/>
        </p:nvSpPr>
        <p:spPr>
          <a:xfrm>
            <a:off x="552945" y="2419183"/>
            <a:ext cx="34925" cy="67945"/>
          </a:xfrm>
          <a:custGeom>
            <a:avLst/>
            <a:gdLst/>
            <a:ahLst/>
            <a:cxnLst/>
            <a:rect l="l" t="t" r="r" b="b"/>
            <a:pathLst>
              <a:path w="2099" h="4099" extrusionOk="0">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0600;p61"/>
          <p:cNvSpPr/>
          <p:nvPr/>
        </p:nvSpPr>
        <p:spPr>
          <a:xfrm>
            <a:off x="586600" y="2490938"/>
            <a:ext cx="31750" cy="33020"/>
          </a:xfrm>
          <a:custGeom>
            <a:avLst/>
            <a:gdLst/>
            <a:ahLst/>
            <a:cxnLst/>
            <a:rect l="l" t="t" r="r" b="b"/>
            <a:pathLst>
              <a:path w="1909" h="1982" extrusionOk="0">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0601;p61"/>
          <p:cNvSpPr/>
          <p:nvPr/>
        </p:nvSpPr>
        <p:spPr>
          <a:xfrm>
            <a:off x="656450" y="2544913"/>
            <a:ext cx="27940" cy="13970"/>
          </a:xfrm>
          <a:custGeom>
            <a:avLst/>
            <a:gdLst/>
            <a:ahLst/>
            <a:cxnLst/>
            <a:rect l="l" t="t" r="r" b="b"/>
            <a:pathLst>
              <a:path w="1682" h="861" extrusionOk="0">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0602;p61"/>
          <p:cNvSpPr/>
          <p:nvPr/>
        </p:nvSpPr>
        <p:spPr>
          <a:xfrm>
            <a:off x="619620" y="2524593"/>
            <a:ext cx="33020" cy="22860"/>
          </a:xfrm>
          <a:custGeom>
            <a:avLst/>
            <a:gdLst/>
            <a:ahLst/>
            <a:cxnLst/>
            <a:rect l="l" t="t" r="r" b="b"/>
            <a:pathLst>
              <a:path w="1996" h="1383" extrusionOk="0">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 name="Google Shape;10603;p61"/>
          <p:cNvGrpSpPr/>
          <p:nvPr/>
        </p:nvGrpSpPr>
        <p:grpSpPr>
          <a:xfrm>
            <a:off x="1382890" y="2428708"/>
            <a:ext cx="38100" cy="185420"/>
            <a:chOff x="4889463" y="1423737"/>
            <a:chExt cx="29552" cy="142899"/>
          </a:xfrm>
        </p:grpSpPr>
        <p:sp>
          <p:nvSpPr>
            <p:cNvPr id="47" name="Google Shape;10604;p61"/>
            <p:cNvSpPr/>
            <p:nvPr/>
          </p:nvSpPr>
          <p:spPr>
            <a:xfrm>
              <a:off x="4889463" y="1515647"/>
              <a:ext cx="26158" cy="50989"/>
            </a:xfrm>
            <a:custGeom>
              <a:avLst/>
              <a:gdLst/>
              <a:ahLst/>
              <a:cxnLst/>
              <a:rect l="l" t="t" r="r" b="b"/>
              <a:pathLst>
                <a:path w="2050" h="3996" extrusionOk="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0605;p61"/>
            <p:cNvSpPr/>
            <p:nvPr/>
          </p:nvSpPr>
          <p:spPr>
            <a:xfrm>
              <a:off x="4910772" y="1479256"/>
              <a:ext cx="8243" cy="31785"/>
            </a:xfrm>
            <a:custGeom>
              <a:avLst/>
              <a:gdLst/>
              <a:ahLst/>
              <a:cxnLst/>
              <a:rect l="l" t="t" r="r" b="b"/>
              <a:pathLst>
                <a:path w="646" h="2491" extrusionOk="0">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0606;p61"/>
            <p:cNvSpPr/>
            <p:nvPr/>
          </p:nvSpPr>
          <p:spPr>
            <a:xfrm>
              <a:off x="4895052" y="1423737"/>
              <a:ext cx="14215" cy="19446"/>
            </a:xfrm>
            <a:custGeom>
              <a:avLst/>
              <a:gdLst/>
              <a:ahLst/>
              <a:cxnLst/>
              <a:rect l="l" t="t" r="r" b="b"/>
              <a:pathLst>
                <a:path w="1114" h="1524" extrusionOk="0">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0607;p61"/>
            <p:cNvSpPr/>
            <p:nvPr/>
          </p:nvSpPr>
          <p:spPr>
            <a:xfrm>
              <a:off x="4905783" y="1447292"/>
              <a:ext cx="12071" cy="27153"/>
            </a:xfrm>
            <a:custGeom>
              <a:avLst/>
              <a:gdLst/>
              <a:ahLst/>
              <a:cxnLst/>
              <a:rect l="l" t="t" r="r" b="b"/>
              <a:pathLst>
                <a:path w="946" h="2128" extrusionOk="0">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 name="Google Shape;10608;p61"/>
          <p:cNvGrpSpPr/>
          <p:nvPr/>
        </p:nvGrpSpPr>
        <p:grpSpPr>
          <a:xfrm>
            <a:off x="1229855" y="3017353"/>
            <a:ext cx="140970" cy="130810"/>
            <a:chOff x="4771663" y="1876896"/>
            <a:chExt cx="108651" cy="100447"/>
          </a:xfrm>
        </p:grpSpPr>
        <p:sp>
          <p:nvSpPr>
            <p:cNvPr id="52" name="Google Shape;10609;p61"/>
            <p:cNvSpPr/>
            <p:nvPr/>
          </p:nvSpPr>
          <p:spPr>
            <a:xfrm>
              <a:off x="4771663" y="1951210"/>
              <a:ext cx="53184" cy="26132"/>
            </a:xfrm>
            <a:custGeom>
              <a:avLst/>
              <a:gdLst/>
              <a:ahLst/>
              <a:cxnLst/>
              <a:rect l="l" t="t" r="r" b="b"/>
              <a:pathLst>
                <a:path w="4168" h="2048" extrusionOk="0">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0610;p61"/>
            <p:cNvSpPr/>
            <p:nvPr/>
          </p:nvSpPr>
          <p:spPr>
            <a:xfrm>
              <a:off x="4826850" y="1927897"/>
              <a:ext cx="26081" cy="23529"/>
            </a:xfrm>
            <a:custGeom>
              <a:avLst/>
              <a:gdLst/>
              <a:ahLst/>
              <a:cxnLst/>
              <a:rect l="l" t="t" r="r" b="b"/>
              <a:pathLst>
                <a:path w="2044" h="1844" extrusionOk="0">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0611;p61"/>
            <p:cNvSpPr/>
            <p:nvPr/>
          </p:nvSpPr>
          <p:spPr>
            <a:xfrm>
              <a:off x="4868600" y="1876896"/>
              <a:ext cx="11714" cy="20531"/>
            </a:xfrm>
            <a:custGeom>
              <a:avLst/>
              <a:gdLst/>
              <a:ahLst/>
              <a:cxnLst/>
              <a:rect l="l" t="t" r="r" b="b"/>
              <a:pathLst>
                <a:path w="918" h="1609" extrusionOk="0">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0612;p61"/>
            <p:cNvSpPr/>
            <p:nvPr/>
          </p:nvSpPr>
          <p:spPr>
            <a:xfrm>
              <a:off x="4852804" y="1901038"/>
              <a:ext cx="18528" cy="24589"/>
            </a:xfrm>
            <a:custGeom>
              <a:avLst/>
              <a:gdLst/>
              <a:ahLst/>
              <a:cxnLst/>
              <a:rect l="l" t="t" r="r" b="b"/>
              <a:pathLst>
                <a:path w="1452" h="1927" extrusionOk="0">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2" name="Straight Connector 11"/>
          <p:cNvCxnSpPr/>
          <p:nvPr/>
        </p:nvCxnSpPr>
        <p:spPr>
          <a:xfrm>
            <a:off x="5097799" y="1983783"/>
            <a:ext cx="201478" cy="0"/>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5097799" y="1278610"/>
            <a:ext cx="404099" cy="0"/>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5097227" y="1407762"/>
            <a:ext cx="335826" cy="691"/>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4" idx="3"/>
          </p:cNvCxnSpPr>
          <p:nvPr/>
        </p:nvCxnSpPr>
        <p:spPr>
          <a:xfrm flipV="1">
            <a:off x="5097799" y="1666834"/>
            <a:ext cx="652072" cy="1"/>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3864125" y="2127083"/>
            <a:ext cx="201478" cy="0"/>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3661504" y="1468404"/>
            <a:ext cx="404099" cy="0"/>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3729777" y="1597556"/>
            <a:ext cx="335826" cy="691"/>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3413531" y="1856628"/>
            <a:ext cx="652072" cy="1"/>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5" name="Oval 64"/>
          <p:cNvSpPr/>
          <p:nvPr/>
        </p:nvSpPr>
        <p:spPr>
          <a:xfrm>
            <a:off x="5749871" y="1602536"/>
            <a:ext cx="122822" cy="122822"/>
          </a:xfrm>
          <a:prstGeom prst="ellipse">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3301721" y="1804694"/>
            <a:ext cx="122822" cy="122822"/>
          </a:xfrm>
          <a:prstGeom prst="ellipse">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Elbow Connector 67"/>
          <p:cNvCxnSpPr/>
          <p:nvPr/>
        </p:nvCxnSpPr>
        <p:spPr>
          <a:xfrm>
            <a:off x="5097969" y="1832944"/>
            <a:ext cx="1156339" cy="71765"/>
          </a:xfrm>
          <a:prstGeom prst="bentConnector3">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0" name="Elbow Connector 69"/>
          <p:cNvCxnSpPr/>
          <p:nvPr/>
        </p:nvCxnSpPr>
        <p:spPr>
          <a:xfrm rot="10800000">
            <a:off x="3049752" y="1620165"/>
            <a:ext cx="1027442" cy="108662"/>
          </a:xfrm>
          <a:prstGeom prst="bentConnector3">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4077194" y="1156532"/>
            <a:ext cx="1020605" cy="1020605"/>
          </a:xfrm>
          <a:prstGeom prst="rect">
            <a:avLst/>
          </a:prstGeom>
          <a:noFill/>
          <a:ln>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p:cNvSpPr txBox="1"/>
          <p:nvPr/>
        </p:nvSpPr>
        <p:spPr>
          <a:xfrm>
            <a:off x="8723086" y="4702628"/>
            <a:ext cx="284052" cy="307777"/>
          </a:xfrm>
          <a:prstGeom prst="rect">
            <a:avLst/>
          </a:prstGeom>
          <a:noFill/>
        </p:spPr>
        <p:txBody>
          <a:bodyPr wrap="none" rtlCol="0">
            <a:spAutoFit/>
          </a:bodyPr>
          <a:lstStyle/>
          <a:p>
            <a:fld id="{3B13CC22-955F-4C18-B43E-F8F0DA7FF5AB}" type="slidenum">
              <a:rPr lang="en-US" smtClean="0"/>
              <a:t>6</a:t>
            </a:fld>
            <a:endParaRPr lang="en-US"/>
          </a:p>
        </p:txBody>
      </p:sp>
    </p:spTree>
    <p:extLst>
      <p:ext uri="{BB962C8B-B14F-4D97-AF65-F5344CB8AC3E}">
        <p14:creationId xmlns:p14="http://schemas.microsoft.com/office/powerpoint/2010/main" val="792521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afterEffect">
                                  <p:stCondLst>
                                    <p:cond delay="0"/>
                                  </p:stCondLst>
                                  <p:endCondLst>
                                    <p:cond evt="onNext" delay="0">
                                      <p:tgtEl>
                                        <p:sldTgt/>
                                      </p:tgtEl>
                                    </p:cond>
                                  </p:endCondLst>
                                  <p:childTnLst>
                                    <p:animRot by="21600000">
                                      <p:cBhvr>
                                        <p:cTn id="6" dur="2000" fill="hold"/>
                                        <p:tgtEl>
                                          <p:spTgt spid="21"/>
                                        </p:tgtEl>
                                        <p:attrNameLst>
                                          <p:attrName>r</p:attrName>
                                        </p:attrNameLst>
                                      </p:cBhvr>
                                    </p:animRot>
                                  </p:childTnLst>
                                </p:cTn>
                              </p:par>
                              <p:par>
                                <p:cTn id="7" presetID="8" presetClass="emph" presetSubtype="0" repeatCount="indefinite" fill="hold" grpId="0" nodeType="withEffect">
                                  <p:stCondLst>
                                    <p:cond delay="0"/>
                                  </p:stCondLst>
                                  <p:endCondLst>
                                    <p:cond evt="onNext" delay="0">
                                      <p:tgtEl>
                                        <p:sldTgt/>
                                      </p:tgtEl>
                                    </p:cond>
                                  </p:endCondLst>
                                  <p:childTnLst>
                                    <p:animRot by="-21600000">
                                      <p:cBhvr>
                                        <p:cTn id="8" dur="2000" fill="hold"/>
                                        <p:tgtEl>
                                          <p:spTgt spid="20"/>
                                        </p:tgtEl>
                                        <p:attrNameLst>
                                          <p:attrName>r</p:attrName>
                                        </p:attrNameLst>
                                      </p:cBhvr>
                                    </p:animRot>
                                  </p:childTnLst>
                                </p:cTn>
                              </p:par>
                              <p:par>
                                <p:cTn id="9" presetID="8" presetClass="emph" presetSubtype="0" repeatCount="indefinite" fill="hold" grpId="0" nodeType="withEffect">
                                  <p:stCondLst>
                                    <p:cond delay="0"/>
                                  </p:stCondLst>
                                  <p:endCondLst>
                                    <p:cond evt="onNext" delay="0">
                                      <p:tgtEl>
                                        <p:sldTgt/>
                                      </p:tgtEl>
                                    </p:cond>
                                  </p:endCondLst>
                                  <p:childTnLst>
                                    <p:animRot by="-21600000">
                                      <p:cBhvr>
                                        <p:cTn id="10" dur="2000" fill="hold"/>
                                        <p:tgtEl>
                                          <p:spTgt spid="18"/>
                                        </p:tgtEl>
                                        <p:attrNameLst>
                                          <p:attrName>r</p:attrName>
                                        </p:attrNameLst>
                                      </p:cBhvr>
                                    </p:animRot>
                                  </p:childTnLst>
                                </p:cTn>
                              </p:par>
                              <p:par>
                                <p:cTn id="11" presetID="8" presetClass="emph" presetSubtype="0" repeatCount="indefinite" fill="hold" grpId="0" nodeType="withEffect">
                                  <p:stCondLst>
                                    <p:cond delay="0"/>
                                  </p:stCondLst>
                                  <p:endCondLst>
                                    <p:cond evt="onNext" delay="0">
                                      <p:tgtEl>
                                        <p:sldTgt/>
                                      </p:tgtEl>
                                    </p:cond>
                                  </p:endCondLst>
                                  <p:childTnLst>
                                    <p:animRot by="21600000">
                                      <p:cBhvr>
                                        <p:cTn id="12" dur="2000" fill="hold"/>
                                        <p:tgtEl>
                                          <p:spTgt spid="19"/>
                                        </p:tgtEl>
                                        <p:attrNameLst>
                                          <p:attrName>r</p:attrName>
                                        </p:attrNameLst>
                                      </p:cBhvr>
                                    </p:animRot>
                                  </p:childTnLst>
                                </p:cTn>
                              </p:par>
                              <p:par>
                                <p:cTn id="13" presetID="49" presetClass="entr" presetSubtype="0" decel="10000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anim calcmode="lin" valueType="num">
                                      <p:cBhvr>
                                        <p:cTn id="17" dur="500" fill="hold"/>
                                        <p:tgtEl>
                                          <p:spTgt spid="4"/>
                                        </p:tgtEl>
                                        <p:attrNameLst>
                                          <p:attrName>style.rotation</p:attrName>
                                        </p:attrNameLst>
                                      </p:cBhvr>
                                      <p:tavLst>
                                        <p:tav tm="0">
                                          <p:val>
                                            <p:fltVal val="360"/>
                                          </p:val>
                                        </p:tav>
                                        <p:tav tm="100000">
                                          <p:val>
                                            <p:fltVal val="0"/>
                                          </p:val>
                                        </p:tav>
                                      </p:tavLst>
                                    </p:anim>
                                    <p:animEffect transition="in" filter="fade">
                                      <p:cBhvr>
                                        <p:cTn id="18" dur="500"/>
                                        <p:tgtEl>
                                          <p:spTgt spid="4"/>
                                        </p:tgtEl>
                                      </p:cBhvr>
                                    </p:animEffect>
                                  </p:childTnLst>
                                </p:cTn>
                              </p:par>
                              <p:par>
                                <p:cTn id="19" presetID="53" presetClass="entr" presetSubtype="16" fill="hold" grpId="1"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p:cTn id="21" dur="500" fill="hold"/>
                                        <p:tgtEl>
                                          <p:spTgt spid="17"/>
                                        </p:tgtEl>
                                        <p:attrNameLst>
                                          <p:attrName>ppt_w</p:attrName>
                                        </p:attrNameLst>
                                      </p:cBhvr>
                                      <p:tavLst>
                                        <p:tav tm="0">
                                          <p:val>
                                            <p:fltVal val="0"/>
                                          </p:val>
                                        </p:tav>
                                        <p:tav tm="100000">
                                          <p:val>
                                            <p:strVal val="#ppt_w"/>
                                          </p:val>
                                        </p:tav>
                                      </p:tavLst>
                                    </p:anim>
                                    <p:anim calcmode="lin" valueType="num">
                                      <p:cBhvr>
                                        <p:cTn id="22" dur="500" fill="hold"/>
                                        <p:tgtEl>
                                          <p:spTgt spid="17"/>
                                        </p:tgtEl>
                                        <p:attrNameLst>
                                          <p:attrName>ppt_h</p:attrName>
                                        </p:attrNameLst>
                                      </p:cBhvr>
                                      <p:tavLst>
                                        <p:tav tm="0">
                                          <p:val>
                                            <p:fltVal val="0"/>
                                          </p:val>
                                        </p:tav>
                                        <p:tav tm="100000">
                                          <p:val>
                                            <p:strVal val="#ppt_h"/>
                                          </p:val>
                                        </p:tav>
                                      </p:tavLst>
                                    </p:anim>
                                    <p:animEffect transition="in" filter="fade">
                                      <p:cBhvr>
                                        <p:cTn id="23" dur="500"/>
                                        <p:tgtEl>
                                          <p:spTgt spid="17"/>
                                        </p:tgtEl>
                                      </p:cBhvr>
                                    </p:animEffect>
                                  </p:childTnLst>
                                </p:cTn>
                              </p:par>
                              <p:par>
                                <p:cTn id="24" presetID="18" presetClass="entr" presetSubtype="6"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strips(downRight)">
                                      <p:cBhvr>
                                        <p:cTn id="26" dur="1000"/>
                                        <p:tgtEl>
                                          <p:spTgt spid="14"/>
                                        </p:tgtEl>
                                      </p:cBhvr>
                                    </p:animEffect>
                                  </p:childTnLst>
                                </p:cTn>
                              </p:par>
                              <p:par>
                                <p:cTn id="27" presetID="18" presetClass="entr" presetSubtype="6" fill="hold" nodeType="withEffect">
                                  <p:stCondLst>
                                    <p:cond delay="0"/>
                                  </p:stCondLst>
                                  <p:childTnLst>
                                    <p:set>
                                      <p:cBhvr>
                                        <p:cTn id="28" dur="1" fill="hold">
                                          <p:stCondLst>
                                            <p:cond delay="0"/>
                                          </p:stCondLst>
                                        </p:cTn>
                                        <p:tgtEl>
                                          <p:spTgt spid="56"/>
                                        </p:tgtEl>
                                        <p:attrNameLst>
                                          <p:attrName>style.visibility</p:attrName>
                                        </p:attrNameLst>
                                      </p:cBhvr>
                                      <p:to>
                                        <p:strVal val="visible"/>
                                      </p:to>
                                    </p:set>
                                    <p:animEffect transition="in" filter="strips(downRight)">
                                      <p:cBhvr>
                                        <p:cTn id="29" dur="1000"/>
                                        <p:tgtEl>
                                          <p:spTgt spid="56"/>
                                        </p:tgtEl>
                                      </p:cBhvr>
                                    </p:animEffect>
                                  </p:childTnLst>
                                </p:cTn>
                              </p:par>
                              <p:par>
                                <p:cTn id="30" presetID="18" presetClass="entr" presetSubtype="6"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strips(downRight)">
                                      <p:cBhvr>
                                        <p:cTn id="32" dur="1000"/>
                                        <p:tgtEl>
                                          <p:spTgt spid="12"/>
                                        </p:tgtEl>
                                      </p:cBhvr>
                                    </p:animEffect>
                                  </p:childTnLst>
                                </p:cTn>
                              </p:par>
                              <p:par>
                                <p:cTn id="33" presetID="18" presetClass="entr" presetSubtype="6" fill="hold" nodeType="with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strips(downRight)">
                                      <p:cBhvr>
                                        <p:cTn id="35" dur="1000"/>
                                        <p:tgtEl>
                                          <p:spTgt spid="60"/>
                                        </p:tgtEl>
                                      </p:cBhvr>
                                    </p:animEffect>
                                  </p:childTnLst>
                                </p:cTn>
                              </p:par>
                              <p:par>
                                <p:cTn id="36" presetID="53" presetClass="entr" presetSubtype="16" fill="hold" grpId="0" nodeType="withEffect">
                                  <p:stCondLst>
                                    <p:cond delay="250"/>
                                  </p:stCondLst>
                                  <p:childTnLst>
                                    <p:set>
                                      <p:cBhvr>
                                        <p:cTn id="37" dur="1" fill="hold">
                                          <p:stCondLst>
                                            <p:cond delay="0"/>
                                          </p:stCondLst>
                                        </p:cTn>
                                        <p:tgtEl>
                                          <p:spTgt spid="65"/>
                                        </p:tgtEl>
                                        <p:attrNameLst>
                                          <p:attrName>style.visibility</p:attrName>
                                        </p:attrNameLst>
                                      </p:cBhvr>
                                      <p:to>
                                        <p:strVal val="visible"/>
                                      </p:to>
                                    </p:set>
                                    <p:anim calcmode="lin" valueType="num">
                                      <p:cBhvr>
                                        <p:cTn id="38" dur="2000" fill="hold"/>
                                        <p:tgtEl>
                                          <p:spTgt spid="65"/>
                                        </p:tgtEl>
                                        <p:attrNameLst>
                                          <p:attrName>ppt_w</p:attrName>
                                        </p:attrNameLst>
                                      </p:cBhvr>
                                      <p:tavLst>
                                        <p:tav tm="0">
                                          <p:val>
                                            <p:fltVal val="0"/>
                                          </p:val>
                                        </p:tav>
                                        <p:tav tm="100000">
                                          <p:val>
                                            <p:strVal val="#ppt_w"/>
                                          </p:val>
                                        </p:tav>
                                      </p:tavLst>
                                    </p:anim>
                                    <p:anim calcmode="lin" valueType="num">
                                      <p:cBhvr>
                                        <p:cTn id="39" dur="2000" fill="hold"/>
                                        <p:tgtEl>
                                          <p:spTgt spid="65"/>
                                        </p:tgtEl>
                                        <p:attrNameLst>
                                          <p:attrName>ppt_h</p:attrName>
                                        </p:attrNameLst>
                                      </p:cBhvr>
                                      <p:tavLst>
                                        <p:tav tm="0">
                                          <p:val>
                                            <p:fltVal val="0"/>
                                          </p:val>
                                        </p:tav>
                                        <p:tav tm="100000">
                                          <p:val>
                                            <p:strVal val="#ppt_h"/>
                                          </p:val>
                                        </p:tav>
                                      </p:tavLst>
                                    </p:anim>
                                    <p:animEffect transition="in" filter="fade">
                                      <p:cBhvr>
                                        <p:cTn id="40" dur="2000"/>
                                        <p:tgtEl>
                                          <p:spTgt spid="65"/>
                                        </p:tgtEl>
                                      </p:cBhvr>
                                    </p:animEffect>
                                  </p:childTnLst>
                                </p:cTn>
                              </p:par>
                              <p:par>
                                <p:cTn id="41" presetID="18" presetClass="entr" presetSubtype="6" fill="hold" nodeType="withEffect">
                                  <p:stCondLst>
                                    <p:cond delay="0"/>
                                  </p:stCondLst>
                                  <p:childTnLst>
                                    <p:set>
                                      <p:cBhvr>
                                        <p:cTn id="42" dur="1" fill="hold">
                                          <p:stCondLst>
                                            <p:cond delay="0"/>
                                          </p:stCondLst>
                                        </p:cTn>
                                        <p:tgtEl>
                                          <p:spTgt spid="68"/>
                                        </p:tgtEl>
                                        <p:attrNameLst>
                                          <p:attrName>style.visibility</p:attrName>
                                        </p:attrNameLst>
                                      </p:cBhvr>
                                      <p:to>
                                        <p:strVal val="visible"/>
                                      </p:to>
                                    </p:set>
                                    <p:animEffect transition="in" filter="strips(downRight)">
                                      <p:cBhvr>
                                        <p:cTn id="43" dur="1000"/>
                                        <p:tgtEl>
                                          <p:spTgt spid="68"/>
                                        </p:tgtEl>
                                      </p:cBhvr>
                                    </p:animEffect>
                                  </p:childTnLst>
                                </p:cTn>
                              </p:par>
                              <p:par>
                                <p:cTn id="44" presetID="18" presetClass="entr" presetSubtype="9" fill="hold" nodeType="withEffect">
                                  <p:stCondLst>
                                    <p:cond delay="0"/>
                                  </p:stCondLst>
                                  <p:childTnLst>
                                    <p:set>
                                      <p:cBhvr>
                                        <p:cTn id="45" dur="1" fill="hold">
                                          <p:stCondLst>
                                            <p:cond delay="0"/>
                                          </p:stCondLst>
                                        </p:cTn>
                                        <p:tgtEl>
                                          <p:spTgt spid="62"/>
                                        </p:tgtEl>
                                        <p:attrNameLst>
                                          <p:attrName>style.visibility</p:attrName>
                                        </p:attrNameLst>
                                      </p:cBhvr>
                                      <p:to>
                                        <p:strVal val="visible"/>
                                      </p:to>
                                    </p:set>
                                    <p:animEffect transition="in" filter="strips(upLeft)">
                                      <p:cBhvr>
                                        <p:cTn id="46" dur="1000"/>
                                        <p:tgtEl>
                                          <p:spTgt spid="62"/>
                                        </p:tgtEl>
                                      </p:cBhvr>
                                    </p:animEffect>
                                  </p:childTnLst>
                                </p:cTn>
                              </p:par>
                              <p:par>
                                <p:cTn id="47" presetID="18" presetClass="entr" presetSubtype="9" fill="hold" nodeType="withEffect">
                                  <p:stCondLst>
                                    <p:cond delay="0"/>
                                  </p:stCondLst>
                                  <p:childTnLst>
                                    <p:set>
                                      <p:cBhvr>
                                        <p:cTn id="48" dur="1" fill="hold">
                                          <p:stCondLst>
                                            <p:cond delay="0"/>
                                          </p:stCondLst>
                                        </p:cTn>
                                        <p:tgtEl>
                                          <p:spTgt spid="63"/>
                                        </p:tgtEl>
                                        <p:attrNameLst>
                                          <p:attrName>style.visibility</p:attrName>
                                        </p:attrNameLst>
                                      </p:cBhvr>
                                      <p:to>
                                        <p:strVal val="visible"/>
                                      </p:to>
                                    </p:set>
                                    <p:animEffect transition="in" filter="strips(upLeft)">
                                      <p:cBhvr>
                                        <p:cTn id="49" dur="1000"/>
                                        <p:tgtEl>
                                          <p:spTgt spid="63"/>
                                        </p:tgtEl>
                                      </p:cBhvr>
                                    </p:animEffect>
                                  </p:childTnLst>
                                </p:cTn>
                              </p:par>
                              <p:par>
                                <p:cTn id="50" presetID="18" presetClass="entr" presetSubtype="9" fill="hold" nodeType="withEffect">
                                  <p:stCondLst>
                                    <p:cond delay="0"/>
                                  </p:stCondLst>
                                  <p:childTnLst>
                                    <p:set>
                                      <p:cBhvr>
                                        <p:cTn id="51" dur="1" fill="hold">
                                          <p:stCondLst>
                                            <p:cond delay="0"/>
                                          </p:stCondLst>
                                        </p:cTn>
                                        <p:tgtEl>
                                          <p:spTgt spid="61"/>
                                        </p:tgtEl>
                                        <p:attrNameLst>
                                          <p:attrName>style.visibility</p:attrName>
                                        </p:attrNameLst>
                                      </p:cBhvr>
                                      <p:to>
                                        <p:strVal val="visible"/>
                                      </p:to>
                                    </p:set>
                                    <p:animEffect transition="in" filter="strips(upLeft)">
                                      <p:cBhvr>
                                        <p:cTn id="52" dur="1000"/>
                                        <p:tgtEl>
                                          <p:spTgt spid="61"/>
                                        </p:tgtEl>
                                      </p:cBhvr>
                                    </p:animEffect>
                                  </p:childTnLst>
                                </p:cTn>
                              </p:par>
                              <p:par>
                                <p:cTn id="53" presetID="18" presetClass="entr" presetSubtype="9" fill="hold" nodeType="withEffect">
                                  <p:stCondLst>
                                    <p:cond delay="0"/>
                                  </p:stCondLst>
                                  <p:childTnLst>
                                    <p:set>
                                      <p:cBhvr>
                                        <p:cTn id="54" dur="1" fill="hold">
                                          <p:stCondLst>
                                            <p:cond delay="0"/>
                                          </p:stCondLst>
                                        </p:cTn>
                                        <p:tgtEl>
                                          <p:spTgt spid="64"/>
                                        </p:tgtEl>
                                        <p:attrNameLst>
                                          <p:attrName>style.visibility</p:attrName>
                                        </p:attrNameLst>
                                      </p:cBhvr>
                                      <p:to>
                                        <p:strVal val="visible"/>
                                      </p:to>
                                    </p:set>
                                    <p:animEffect transition="in" filter="strips(upLeft)">
                                      <p:cBhvr>
                                        <p:cTn id="55" dur="1000"/>
                                        <p:tgtEl>
                                          <p:spTgt spid="64"/>
                                        </p:tgtEl>
                                      </p:cBhvr>
                                    </p:animEffect>
                                  </p:childTnLst>
                                </p:cTn>
                              </p:par>
                              <p:par>
                                <p:cTn id="56" presetID="53" presetClass="entr" presetSubtype="16" fill="hold" grpId="0" nodeType="withEffect">
                                  <p:stCondLst>
                                    <p:cond delay="250"/>
                                  </p:stCondLst>
                                  <p:childTnLst>
                                    <p:set>
                                      <p:cBhvr>
                                        <p:cTn id="57" dur="1" fill="hold">
                                          <p:stCondLst>
                                            <p:cond delay="0"/>
                                          </p:stCondLst>
                                        </p:cTn>
                                        <p:tgtEl>
                                          <p:spTgt spid="66"/>
                                        </p:tgtEl>
                                        <p:attrNameLst>
                                          <p:attrName>style.visibility</p:attrName>
                                        </p:attrNameLst>
                                      </p:cBhvr>
                                      <p:to>
                                        <p:strVal val="visible"/>
                                      </p:to>
                                    </p:set>
                                    <p:anim calcmode="lin" valueType="num">
                                      <p:cBhvr>
                                        <p:cTn id="58" dur="2000" fill="hold"/>
                                        <p:tgtEl>
                                          <p:spTgt spid="66"/>
                                        </p:tgtEl>
                                        <p:attrNameLst>
                                          <p:attrName>ppt_w</p:attrName>
                                        </p:attrNameLst>
                                      </p:cBhvr>
                                      <p:tavLst>
                                        <p:tav tm="0">
                                          <p:val>
                                            <p:fltVal val="0"/>
                                          </p:val>
                                        </p:tav>
                                        <p:tav tm="100000">
                                          <p:val>
                                            <p:strVal val="#ppt_w"/>
                                          </p:val>
                                        </p:tav>
                                      </p:tavLst>
                                    </p:anim>
                                    <p:anim calcmode="lin" valueType="num">
                                      <p:cBhvr>
                                        <p:cTn id="59" dur="2000" fill="hold"/>
                                        <p:tgtEl>
                                          <p:spTgt spid="66"/>
                                        </p:tgtEl>
                                        <p:attrNameLst>
                                          <p:attrName>ppt_h</p:attrName>
                                        </p:attrNameLst>
                                      </p:cBhvr>
                                      <p:tavLst>
                                        <p:tav tm="0">
                                          <p:val>
                                            <p:fltVal val="0"/>
                                          </p:val>
                                        </p:tav>
                                        <p:tav tm="100000">
                                          <p:val>
                                            <p:strVal val="#ppt_h"/>
                                          </p:val>
                                        </p:tav>
                                      </p:tavLst>
                                    </p:anim>
                                    <p:animEffect transition="in" filter="fade">
                                      <p:cBhvr>
                                        <p:cTn id="60" dur="2000"/>
                                        <p:tgtEl>
                                          <p:spTgt spid="66"/>
                                        </p:tgtEl>
                                      </p:cBhvr>
                                    </p:animEffect>
                                  </p:childTnLst>
                                </p:cTn>
                              </p:par>
                              <p:par>
                                <p:cTn id="61" presetID="18" presetClass="entr" presetSubtype="9" fill="hold" nodeType="withEffect">
                                  <p:stCondLst>
                                    <p:cond delay="0"/>
                                  </p:stCondLst>
                                  <p:childTnLst>
                                    <p:set>
                                      <p:cBhvr>
                                        <p:cTn id="62" dur="1" fill="hold">
                                          <p:stCondLst>
                                            <p:cond delay="0"/>
                                          </p:stCondLst>
                                        </p:cTn>
                                        <p:tgtEl>
                                          <p:spTgt spid="70"/>
                                        </p:tgtEl>
                                        <p:attrNameLst>
                                          <p:attrName>style.visibility</p:attrName>
                                        </p:attrNameLst>
                                      </p:cBhvr>
                                      <p:to>
                                        <p:strVal val="visible"/>
                                      </p:to>
                                    </p:set>
                                    <p:animEffect transition="in" filter="strips(upLeft)">
                                      <p:cBhvr>
                                        <p:cTn id="63" dur="1000"/>
                                        <p:tgtEl>
                                          <p:spTgt spid="70"/>
                                        </p:tgtEl>
                                      </p:cBhvr>
                                    </p:animEffect>
                                  </p:childTnLst>
                                </p:cTn>
                              </p:par>
                              <p:par>
                                <p:cTn id="64" presetID="12" presetClass="entr" presetSubtype="8" fill="hold" grpId="0" nodeType="withEffect">
                                  <p:stCondLst>
                                    <p:cond delay="250"/>
                                  </p:stCondLst>
                                  <p:childTnLst>
                                    <p:set>
                                      <p:cBhvr>
                                        <p:cTn id="65" dur="1" fill="hold">
                                          <p:stCondLst>
                                            <p:cond delay="0"/>
                                          </p:stCondLst>
                                        </p:cTn>
                                        <p:tgtEl>
                                          <p:spTgt spid="15"/>
                                        </p:tgtEl>
                                        <p:attrNameLst>
                                          <p:attrName>style.visibility</p:attrName>
                                        </p:attrNameLst>
                                      </p:cBhvr>
                                      <p:to>
                                        <p:strVal val="visible"/>
                                      </p:to>
                                    </p:set>
                                    <p:anim calcmode="lin" valueType="num">
                                      <p:cBhvr additive="base">
                                        <p:cTn id="66" dur="500"/>
                                        <p:tgtEl>
                                          <p:spTgt spid="15"/>
                                        </p:tgtEl>
                                        <p:attrNameLst>
                                          <p:attrName>ppt_x</p:attrName>
                                        </p:attrNameLst>
                                      </p:cBhvr>
                                      <p:tavLst>
                                        <p:tav tm="0">
                                          <p:val>
                                            <p:strVal val="#ppt_x-#ppt_w*1.125000"/>
                                          </p:val>
                                        </p:tav>
                                        <p:tav tm="100000">
                                          <p:val>
                                            <p:strVal val="#ppt_x"/>
                                          </p:val>
                                        </p:tav>
                                      </p:tavLst>
                                    </p:anim>
                                    <p:animEffect transition="in" filter="wipe(right)">
                                      <p:cBhvr>
                                        <p:cTn id="67" dur="500"/>
                                        <p:tgtEl>
                                          <p:spTgt spid="15"/>
                                        </p:tgtEl>
                                      </p:cBhvr>
                                    </p:animEffect>
                                  </p:childTnLst>
                                </p:cTn>
                              </p:par>
                              <p:par>
                                <p:cTn id="68" presetID="12" presetClass="entr" presetSubtype="2" fill="hold" grpId="0" nodeType="withEffect">
                                  <p:stCondLst>
                                    <p:cond delay="750"/>
                                  </p:stCondLst>
                                  <p:childTnLst>
                                    <p:set>
                                      <p:cBhvr>
                                        <p:cTn id="69" dur="1" fill="hold">
                                          <p:stCondLst>
                                            <p:cond delay="0"/>
                                          </p:stCondLst>
                                        </p:cTn>
                                        <p:tgtEl>
                                          <p:spTgt spid="2">
                                            <p:txEl>
                                              <p:pRg st="0" end="0"/>
                                            </p:txEl>
                                          </p:spTgt>
                                        </p:tgtEl>
                                        <p:attrNameLst>
                                          <p:attrName>style.visibility</p:attrName>
                                        </p:attrNameLst>
                                      </p:cBhvr>
                                      <p:to>
                                        <p:strVal val="visible"/>
                                      </p:to>
                                    </p:set>
                                    <p:anim calcmode="lin" valueType="num">
                                      <p:cBhvr additive="base">
                                        <p:cTn id="70" dur="500"/>
                                        <p:tgtEl>
                                          <p:spTgt spid="2">
                                            <p:txEl>
                                              <p:pRg st="0" end="0"/>
                                            </p:txEl>
                                          </p:spTgt>
                                        </p:tgtEl>
                                        <p:attrNameLst>
                                          <p:attrName>ppt_x</p:attrName>
                                        </p:attrNameLst>
                                      </p:cBhvr>
                                      <p:tavLst>
                                        <p:tav tm="0">
                                          <p:val>
                                            <p:strVal val="#ppt_x+#ppt_w*1.125000"/>
                                          </p:val>
                                        </p:tav>
                                        <p:tav tm="100000">
                                          <p:val>
                                            <p:strVal val="#ppt_x"/>
                                          </p:val>
                                        </p:tav>
                                      </p:tavLst>
                                    </p:anim>
                                    <p:animEffect transition="in" filter="wipe(left)">
                                      <p:cBhvr>
                                        <p:cTn id="71" dur="500"/>
                                        <p:tgtEl>
                                          <p:spTgt spid="2">
                                            <p:txEl>
                                              <p:pRg st="0" end="0"/>
                                            </p:txEl>
                                          </p:spTgt>
                                        </p:tgtEl>
                                      </p:cBhvr>
                                    </p:animEffect>
                                  </p:childTnLst>
                                </p:cTn>
                              </p:par>
                              <p:par>
                                <p:cTn id="72" presetID="21" presetClass="emph" presetSubtype="0" repeatCount="indefinite" fill="hold" nodeType="withEffect">
                                  <p:stCondLst>
                                    <p:cond delay="0"/>
                                  </p:stCondLst>
                                  <p:endCondLst>
                                    <p:cond evt="onNext" delay="0">
                                      <p:tgtEl>
                                        <p:sldTgt/>
                                      </p:tgtEl>
                                    </p:cond>
                                  </p:endCondLst>
                                  <p:childTnLst>
                                    <p:animClr clrSpc="hsl" dir="cw">
                                      <p:cBhvr override="childStyle">
                                        <p:cTn id="73" dur="300" fill="hold"/>
                                        <p:tgtEl>
                                          <p:spTgt spid="4"/>
                                        </p:tgtEl>
                                        <p:attrNameLst>
                                          <p:attrName>style.color</p:attrName>
                                        </p:attrNameLst>
                                      </p:cBhvr>
                                      <p:by>
                                        <p:hsl h="7200000" s="0" l="0"/>
                                      </p:by>
                                    </p:animClr>
                                    <p:animClr clrSpc="hsl" dir="cw">
                                      <p:cBhvr>
                                        <p:cTn id="74" dur="300" fill="hold"/>
                                        <p:tgtEl>
                                          <p:spTgt spid="4"/>
                                        </p:tgtEl>
                                        <p:attrNameLst>
                                          <p:attrName>fillcolor</p:attrName>
                                        </p:attrNameLst>
                                      </p:cBhvr>
                                      <p:by>
                                        <p:hsl h="7200000" s="0" l="0"/>
                                      </p:by>
                                    </p:animClr>
                                    <p:animClr clrSpc="hsl" dir="cw">
                                      <p:cBhvr>
                                        <p:cTn id="75" dur="300" fill="hold"/>
                                        <p:tgtEl>
                                          <p:spTgt spid="4"/>
                                        </p:tgtEl>
                                        <p:attrNameLst>
                                          <p:attrName>stroke.color</p:attrName>
                                        </p:attrNameLst>
                                      </p:cBhvr>
                                      <p:by>
                                        <p:hsl h="7200000" s="0" l="0"/>
                                      </p:by>
                                    </p:animClr>
                                    <p:set>
                                      <p:cBhvr>
                                        <p:cTn id="76" dur="300" fill="hold"/>
                                        <p:tgtEl>
                                          <p:spTgt spid="4"/>
                                        </p:tgtEl>
                                        <p:attrNameLst>
                                          <p:attrName>fill.type</p:attrName>
                                        </p:attrNameLst>
                                      </p:cBhvr>
                                      <p:to>
                                        <p:strVal val="solid"/>
                                      </p:to>
                                    </p:set>
                                  </p:childTnLst>
                                </p:cTn>
                              </p:par>
                              <p:par>
                                <p:cTn id="77" presetID="21" presetClass="emph" presetSubtype="0" repeatCount="indefinite" fill="hold" nodeType="withEffect">
                                  <p:stCondLst>
                                    <p:cond delay="0"/>
                                  </p:stCondLst>
                                  <p:endCondLst>
                                    <p:cond evt="onNext" delay="0">
                                      <p:tgtEl>
                                        <p:sldTgt/>
                                      </p:tgtEl>
                                    </p:cond>
                                  </p:endCondLst>
                                  <p:childTnLst>
                                    <p:animClr clrSpc="hsl" dir="cw">
                                      <p:cBhvr override="childStyle">
                                        <p:cTn id="78" dur="1000" fill="hold"/>
                                        <p:tgtEl>
                                          <p:spTgt spid="62"/>
                                        </p:tgtEl>
                                        <p:attrNameLst>
                                          <p:attrName>style.color</p:attrName>
                                        </p:attrNameLst>
                                      </p:cBhvr>
                                      <p:by>
                                        <p:hsl h="7200000" s="0" l="0"/>
                                      </p:by>
                                    </p:animClr>
                                    <p:animClr clrSpc="hsl" dir="cw">
                                      <p:cBhvr>
                                        <p:cTn id="79" dur="1000" fill="hold"/>
                                        <p:tgtEl>
                                          <p:spTgt spid="62"/>
                                        </p:tgtEl>
                                        <p:attrNameLst>
                                          <p:attrName>fillcolor</p:attrName>
                                        </p:attrNameLst>
                                      </p:cBhvr>
                                      <p:by>
                                        <p:hsl h="7200000" s="0" l="0"/>
                                      </p:by>
                                    </p:animClr>
                                    <p:animClr clrSpc="hsl" dir="cw">
                                      <p:cBhvr>
                                        <p:cTn id="80" dur="1000" fill="hold"/>
                                        <p:tgtEl>
                                          <p:spTgt spid="62"/>
                                        </p:tgtEl>
                                        <p:attrNameLst>
                                          <p:attrName>stroke.color</p:attrName>
                                        </p:attrNameLst>
                                      </p:cBhvr>
                                      <p:by>
                                        <p:hsl h="7200000" s="0" l="0"/>
                                      </p:by>
                                    </p:animClr>
                                    <p:set>
                                      <p:cBhvr>
                                        <p:cTn id="81" dur="1000" fill="hold"/>
                                        <p:tgtEl>
                                          <p:spTgt spid="62"/>
                                        </p:tgtEl>
                                        <p:attrNameLst>
                                          <p:attrName>fill.type</p:attrName>
                                        </p:attrNameLst>
                                      </p:cBhvr>
                                      <p:to>
                                        <p:strVal val="solid"/>
                                      </p:to>
                                    </p:set>
                                  </p:childTnLst>
                                </p:cTn>
                              </p:par>
                              <p:par>
                                <p:cTn id="82" presetID="21" presetClass="emph" presetSubtype="0" repeatCount="indefinite" fill="hold" nodeType="withEffect">
                                  <p:stCondLst>
                                    <p:cond delay="0"/>
                                  </p:stCondLst>
                                  <p:endCondLst>
                                    <p:cond evt="onNext" delay="0">
                                      <p:tgtEl>
                                        <p:sldTgt/>
                                      </p:tgtEl>
                                    </p:cond>
                                  </p:endCondLst>
                                  <p:childTnLst>
                                    <p:animClr clrSpc="hsl" dir="cw">
                                      <p:cBhvr override="childStyle">
                                        <p:cTn id="83" dur="1000" fill="hold"/>
                                        <p:tgtEl>
                                          <p:spTgt spid="63"/>
                                        </p:tgtEl>
                                        <p:attrNameLst>
                                          <p:attrName>style.color</p:attrName>
                                        </p:attrNameLst>
                                      </p:cBhvr>
                                      <p:by>
                                        <p:hsl h="7200000" s="0" l="0"/>
                                      </p:by>
                                    </p:animClr>
                                    <p:animClr clrSpc="hsl" dir="cw">
                                      <p:cBhvr>
                                        <p:cTn id="84" dur="1000" fill="hold"/>
                                        <p:tgtEl>
                                          <p:spTgt spid="63"/>
                                        </p:tgtEl>
                                        <p:attrNameLst>
                                          <p:attrName>fillcolor</p:attrName>
                                        </p:attrNameLst>
                                      </p:cBhvr>
                                      <p:by>
                                        <p:hsl h="7200000" s="0" l="0"/>
                                      </p:by>
                                    </p:animClr>
                                    <p:animClr clrSpc="hsl" dir="cw">
                                      <p:cBhvr>
                                        <p:cTn id="85" dur="1000" fill="hold"/>
                                        <p:tgtEl>
                                          <p:spTgt spid="63"/>
                                        </p:tgtEl>
                                        <p:attrNameLst>
                                          <p:attrName>stroke.color</p:attrName>
                                        </p:attrNameLst>
                                      </p:cBhvr>
                                      <p:by>
                                        <p:hsl h="7200000" s="0" l="0"/>
                                      </p:by>
                                    </p:animClr>
                                    <p:set>
                                      <p:cBhvr>
                                        <p:cTn id="86" dur="1000" fill="hold"/>
                                        <p:tgtEl>
                                          <p:spTgt spid="63"/>
                                        </p:tgtEl>
                                        <p:attrNameLst>
                                          <p:attrName>fill.type</p:attrName>
                                        </p:attrNameLst>
                                      </p:cBhvr>
                                      <p:to>
                                        <p:strVal val="solid"/>
                                      </p:to>
                                    </p:set>
                                  </p:childTnLst>
                                </p:cTn>
                              </p:par>
                              <p:par>
                                <p:cTn id="87" presetID="21" presetClass="emph" presetSubtype="0" repeatCount="indefinite" fill="hold" nodeType="withEffect">
                                  <p:stCondLst>
                                    <p:cond delay="0"/>
                                  </p:stCondLst>
                                  <p:endCondLst>
                                    <p:cond evt="onNext" delay="0">
                                      <p:tgtEl>
                                        <p:sldTgt/>
                                      </p:tgtEl>
                                    </p:cond>
                                  </p:endCondLst>
                                  <p:childTnLst>
                                    <p:animClr clrSpc="hsl" dir="cw">
                                      <p:cBhvr override="childStyle">
                                        <p:cTn id="88" dur="1000" fill="hold"/>
                                        <p:tgtEl>
                                          <p:spTgt spid="61"/>
                                        </p:tgtEl>
                                        <p:attrNameLst>
                                          <p:attrName>style.color</p:attrName>
                                        </p:attrNameLst>
                                      </p:cBhvr>
                                      <p:by>
                                        <p:hsl h="7200000" s="0" l="0"/>
                                      </p:by>
                                    </p:animClr>
                                    <p:animClr clrSpc="hsl" dir="cw">
                                      <p:cBhvr>
                                        <p:cTn id="89" dur="1000" fill="hold"/>
                                        <p:tgtEl>
                                          <p:spTgt spid="61"/>
                                        </p:tgtEl>
                                        <p:attrNameLst>
                                          <p:attrName>fillcolor</p:attrName>
                                        </p:attrNameLst>
                                      </p:cBhvr>
                                      <p:by>
                                        <p:hsl h="7200000" s="0" l="0"/>
                                      </p:by>
                                    </p:animClr>
                                    <p:animClr clrSpc="hsl" dir="cw">
                                      <p:cBhvr>
                                        <p:cTn id="90" dur="1000" fill="hold"/>
                                        <p:tgtEl>
                                          <p:spTgt spid="61"/>
                                        </p:tgtEl>
                                        <p:attrNameLst>
                                          <p:attrName>stroke.color</p:attrName>
                                        </p:attrNameLst>
                                      </p:cBhvr>
                                      <p:by>
                                        <p:hsl h="7200000" s="0" l="0"/>
                                      </p:by>
                                    </p:animClr>
                                    <p:set>
                                      <p:cBhvr>
                                        <p:cTn id="91" dur="1000" fill="hold"/>
                                        <p:tgtEl>
                                          <p:spTgt spid="61"/>
                                        </p:tgtEl>
                                        <p:attrNameLst>
                                          <p:attrName>fill.type</p:attrName>
                                        </p:attrNameLst>
                                      </p:cBhvr>
                                      <p:to>
                                        <p:strVal val="solid"/>
                                      </p:to>
                                    </p:set>
                                  </p:childTnLst>
                                </p:cTn>
                              </p:par>
                              <p:par>
                                <p:cTn id="92" presetID="21" presetClass="emph" presetSubtype="0" repeatCount="indefinite" fill="hold" nodeType="withEffect">
                                  <p:stCondLst>
                                    <p:cond delay="0"/>
                                  </p:stCondLst>
                                  <p:endCondLst>
                                    <p:cond evt="onNext" delay="0">
                                      <p:tgtEl>
                                        <p:sldTgt/>
                                      </p:tgtEl>
                                    </p:cond>
                                  </p:endCondLst>
                                  <p:childTnLst>
                                    <p:animClr clrSpc="hsl" dir="cw">
                                      <p:cBhvr override="childStyle">
                                        <p:cTn id="93" dur="1000" fill="hold"/>
                                        <p:tgtEl>
                                          <p:spTgt spid="14"/>
                                        </p:tgtEl>
                                        <p:attrNameLst>
                                          <p:attrName>style.color</p:attrName>
                                        </p:attrNameLst>
                                      </p:cBhvr>
                                      <p:by>
                                        <p:hsl h="7200000" s="0" l="0"/>
                                      </p:by>
                                    </p:animClr>
                                    <p:animClr clrSpc="hsl" dir="cw">
                                      <p:cBhvr>
                                        <p:cTn id="94" dur="1000" fill="hold"/>
                                        <p:tgtEl>
                                          <p:spTgt spid="14"/>
                                        </p:tgtEl>
                                        <p:attrNameLst>
                                          <p:attrName>fillcolor</p:attrName>
                                        </p:attrNameLst>
                                      </p:cBhvr>
                                      <p:by>
                                        <p:hsl h="7200000" s="0" l="0"/>
                                      </p:by>
                                    </p:animClr>
                                    <p:animClr clrSpc="hsl" dir="cw">
                                      <p:cBhvr>
                                        <p:cTn id="95" dur="1000" fill="hold"/>
                                        <p:tgtEl>
                                          <p:spTgt spid="14"/>
                                        </p:tgtEl>
                                        <p:attrNameLst>
                                          <p:attrName>stroke.color</p:attrName>
                                        </p:attrNameLst>
                                      </p:cBhvr>
                                      <p:by>
                                        <p:hsl h="7200000" s="0" l="0"/>
                                      </p:by>
                                    </p:animClr>
                                    <p:set>
                                      <p:cBhvr>
                                        <p:cTn id="96" dur="1000" fill="hold"/>
                                        <p:tgtEl>
                                          <p:spTgt spid="14"/>
                                        </p:tgtEl>
                                        <p:attrNameLst>
                                          <p:attrName>fill.type</p:attrName>
                                        </p:attrNameLst>
                                      </p:cBhvr>
                                      <p:to>
                                        <p:strVal val="solid"/>
                                      </p:to>
                                    </p:set>
                                  </p:childTnLst>
                                </p:cTn>
                              </p:par>
                              <p:par>
                                <p:cTn id="97" presetID="21" presetClass="emph" presetSubtype="0" repeatCount="indefinite" fill="hold" nodeType="withEffect">
                                  <p:stCondLst>
                                    <p:cond delay="0"/>
                                  </p:stCondLst>
                                  <p:endCondLst>
                                    <p:cond evt="onNext" delay="0">
                                      <p:tgtEl>
                                        <p:sldTgt/>
                                      </p:tgtEl>
                                    </p:cond>
                                  </p:endCondLst>
                                  <p:childTnLst>
                                    <p:animClr clrSpc="hsl" dir="cw">
                                      <p:cBhvr override="childStyle">
                                        <p:cTn id="98" dur="1000" fill="hold"/>
                                        <p:tgtEl>
                                          <p:spTgt spid="56"/>
                                        </p:tgtEl>
                                        <p:attrNameLst>
                                          <p:attrName>style.color</p:attrName>
                                        </p:attrNameLst>
                                      </p:cBhvr>
                                      <p:by>
                                        <p:hsl h="7200000" s="0" l="0"/>
                                      </p:by>
                                    </p:animClr>
                                    <p:animClr clrSpc="hsl" dir="cw">
                                      <p:cBhvr>
                                        <p:cTn id="99" dur="1000" fill="hold"/>
                                        <p:tgtEl>
                                          <p:spTgt spid="56"/>
                                        </p:tgtEl>
                                        <p:attrNameLst>
                                          <p:attrName>fillcolor</p:attrName>
                                        </p:attrNameLst>
                                      </p:cBhvr>
                                      <p:by>
                                        <p:hsl h="7200000" s="0" l="0"/>
                                      </p:by>
                                    </p:animClr>
                                    <p:animClr clrSpc="hsl" dir="cw">
                                      <p:cBhvr>
                                        <p:cTn id="100" dur="1000" fill="hold"/>
                                        <p:tgtEl>
                                          <p:spTgt spid="56"/>
                                        </p:tgtEl>
                                        <p:attrNameLst>
                                          <p:attrName>stroke.color</p:attrName>
                                        </p:attrNameLst>
                                      </p:cBhvr>
                                      <p:by>
                                        <p:hsl h="7200000" s="0" l="0"/>
                                      </p:by>
                                    </p:animClr>
                                    <p:set>
                                      <p:cBhvr>
                                        <p:cTn id="101" dur="1000" fill="hold"/>
                                        <p:tgtEl>
                                          <p:spTgt spid="56"/>
                                        </p:tgtEl>
                                        <p:attrNameLst>
                                          <p:attrName>fill.type</p:attrName>
                                        </p:attrNameLst>
                                      </p:cBhvr>
                                      <p:to>
                                        <p:strVal val="solid"/>
                                      </p:to>
                                    </p:set>
                                  </p:childTnLst>
                                </p:cTn>
                              </p:par>
                              <p:par>
                                <p:cTn id="102" presetID="21" presetClass="emph" presetSubtype="0" repeatCount="indefinite" fill="hold" nodeType="withEffect">
                                  <p:stCondLst>
                                    <p:cond delay="0"/>
                                  </p:stCondLst>
                                  <p:endCondLst>
                                    <p:cond evt="onNext" delay="0">
                                      <p:tgtEl>
                                        <p:sldTgt/>
                                      </p:tgtEl>
                                    </p:cond>
                                  </p:endCondLst>
                                  <p:childTnLst>
                                    <p:animClr clrSpc="hsl" dir="cw">
                                      <p:cBhvr override="childStyle">
                                        <p:cTn id="103" dur="1000" fill="hold"/>
                                        <p:tgtEl>
                                          <p:spTgt spid="12"/>
                                        </p:tgtEl>
                                        <p:attrNameLst>
                                          <p:attrName>style.color</p:attrName>
                                        </p:attrNameLst>
                                      </p:cBhvr>
                                      <p:by>
                                        <p:hsl h="7200000" s="0" l="0"/>
                                      </p:by>
                                    </p:animClr>
                                    <p:animClr clrSpc="hsl" dir="cw">
                                      <p:cBhvr>
                                        <p:cTn id="104" dur="1000" fill="hold"/>
                                        <p:tgtEl>
                                          <p:spTgt spid="12"/>
                                        </p:tgtEl>
                                        <p:attrNameLst>
                                          <p:attrName>fillcolor</p:attrName>
                                        </p:attrNameLst>
                                      </p:cBhvr>
                                      <p:by>
                                        <p:hsl h="7200000" s="0" l="0"/>
                                      </p:by>
                                    </p:animClr>
                                    <p:animClr clrSpc="hsl" dir="cw">
                                      <p:cBhvr>
                                        <p:cTn id="105" dur="1000" fill="hold"/>
                                        <p:tgtEl>
                                          <p:spTgt spid="12"/>
                                        </p:tgtEl>
                                        <p:attrNameLst>
                                          <p:attrName>stroke.color</p:attrName>
                                        </p:attrNameLst>
                                      </p:cBhvr>
                                      <p:by>
                                        <p:hsl h="7200000" s="0" l="0"/>
                                      </p:by>
                                    </p:animClr>
                                    <p:set>
                                      <p:cBhvr>
                                        <p:cTn id="106" dur="1000" fill="hold"/>
                                        <p:tgtEl>
                                          <p:spTgt spid="1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 grpId="0" build="p"/>
      <p:bldP spid="17" grpId="0" build="p"/>
      <p:bldP spid="17" grpId="1"/>
      <p:bldP spid="18" grpId="0" animBg="1"/>
      <p:bldP spid="19" grpId="0" animBg="1"/>
      <p:bldP spid="20" grpId="0" animBg="1"/>
      <p:bldP spid="20" grpId="1" animBg="1"/>
      <p:bldP spid="21" grpId="0" animBg="1"/>
      <p:bldP spid="21" grpId="1" animBg="1"/>
      <p:bldP spid="65" grpId="0" animBg="1"/>
      <p:bldP spid="66" grpId="0" animBg="1"/>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4" name="Group 303"/>
          <p:cNvGrpSpPr/>
          <p:nvPr/>
        </p:nvGrpSpPr>
        <p:grpSpPr>
          <a:xfrm>
            <a:off x="2194296" y="433071"/>
            <a:ext cx="3930733" cy="343445"/>
            <a:chOff x="2194296" y="433071"/>
            <a:chExt cx="3930733" cy="343445"/>
          </a:xfrm>
        </p:grpSpPr>
        <p:sp>
          <p:nvSpPr>
            <p:cNvPr id="305" name="Parallelogram 304"/>
            <p:cNvSpPr/>
            <p:nvPr/>
          </p:nvSpPr>
          <p:spPr>
            <a:xfrm>
              <a:off x="2194296" y="433071"/>
              <a:ext cx="3930733" cy="343444"/>
            </a:xfrm>
            <a:prstGeom prst="parallelogram">
              <a:avLst>
                <a:gd name="adj" fmla="val 9962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Google Shape;1856;p24"/>
            <p:cNvSpPr txBox="1">
              <a:spLocks/>
            </p:cNvSpPr>
            <p:nvPr/>
          </p:nvSpPr>
          <p:spPr>
            <a:xfrm>
              <a:off x="2532743" y="433072"/>
              <a:ext cx="3169969" cy="3434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2000" b="1">
                  <a:solidFill>
                    <a:schemeClr val="tx1"/>
                  </a:solidFill>
                  <a:latin typeface="Arial" panose="020B0604020202020204" pitchFamily="34" charset="0"/>
                  <a:cs typeface="Arial" panose="020B0604020202020204" pitchFamily="34" charset="0"/>
                </a:rPr>
                <a:t>CƠ SỞ LÍ THUYẾT</a:t>
              </a:r>
            </a:p>
          </p:txBody>
        </p:sp>
      </p:grpSp>
      <p:sp>
        <p:nvSpPr>
          <p:cNvPr id="307" name="TextBox 306"/>
          <p:cNvSpPr txBox="1"/>
          <p:nvPr/>
        </p:nvSpPr>
        <p:spPr>
          <a:xfrm>
            <a:off x="8723086" y="4702628"/>
            <a:ext cx="284052" cy="307777"/>
          </a:xfrm>
          <a:prstGeom prst="rect">
            <a:avLst/>
          </a:prstGeom>
          <a:noFill/>
        </p:spPr>
        <p:txBody>
          <a:bodyPr wrap="none" rtlCol="0">
            <a:spAutoFit/>
          </a:bodyPr>
          <a:lstStyle/>
          <a:p>
            <a:fld id="{3B13CC22-955F-4C18-B43E-F8F0DA7FF5AB}" type="slidenum">
              <a:rPr lang="en-US" smtClean="0"/>
              <a:t>7</a:t>
            </a:fld>
            <a:endParaRPr lang="en-US"/>
          </a:p>
        </p:txBody>
      </p:sp>
      <p:sp>
        <p:nvSpPr>
          <p:cNvPr id="557" name="Oval 556">
            <a:extLst>
              <a:ext uri="{FF2B5EF4-FFF2-40B4-BE49-F238E27FC236}">
                <a16:creationId xmlns:a16="http://schemas.microsoft.com/office/drawing/2014/main" id="{0DC9330D-2C55-4EE9-EC01-633047E099E6}"/>
              </a:ext>
            </a:extLst>
          </p:cNvPr>
          <p:cNvSpPr/>
          <p:nvPr/>
        </p:nvSpPr>
        <p:spPr>
          <a:xfrm>
            <a:off x="1363753" y="2337497"/>
            <a:ext cx="2742203" cy="2115926"/>
          </a:xfrm>
          <a:prstGeom prst="ellipse">
            <a:avLst/>
          </a:prstGeom>
          <a:noFill/>
          <a:ln>
            <a:solidFill>
              <a:schemeClr val="bg2">
                <a:lumMod val="60000"/>
                <a:lumOff val="4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8" name="Oval 557">
            <a:extLst>
              <a:ext uri="{FF2B5EF4-FFF2-40B4-BE49-F238E27FC236}">
                <a16:creationId xmlns:a16="http://schemas.microsoft.com/office/drawing/2014/main" id="{38BCBBB4-81BD-A82F-D7BF-9C4035C0F29C}"/>
              </a:ext>
            </a:extLst>
          </p:cNvPr>
          <p:cNvSpPr/>
          <p:nvPr/>
        </p:nvSpPr>
        <p:spPr>
          <a:xfrm>
            <a:off x="1711307" y="2873853"/>
            <a:ext cx="2047095" cy="1579570"/>
          </a:xfrm>
          <a:prstGeom prst="ellipse">
            <a:avLst/>
          </a:prstGeom>
          <a:noFill/>
          <a:ln>
            <a:solidFill>
              <a:schemeClr val="bg2">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3" name="Google Shape;1855;p24">
            <a:extLst>
              <a:ext uri="{FF2B5EF4-FFF2-40B4-BE49-F238E27FC236}">
                <a16:creationId xmlns:a16="http://schemas.microsoft.com/office/drawing/2014/main" id="{9289BF95-813D-4563-0619-EB8F16157F0F}"/>
              </a:ext>
            </a:extLst>
          </p:cNvPr>
          <p:cNvSpPr txBox="1">
            <a:spLocks/>
          </p:cNvSpPr>
          <p:nvPr/>
        </p:nvSpPr>
        <p:spPr>
          <a:xfrm>
            <a:off x="629016" y="1194554"/>
            <a:ext cx="4763144" cy="95239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285750" indent="-285750" algn="l">
              <a:buClr>
                <a:schemeClr val="tx2">
                  <a:lumMod val="75000"/>
                </a:schemeClr>
              </a:buClr>
              <a:buSzPct val="92000"/>
              <a:buFont typeface="Wingdings" panose="05000000000000000000" pitchFamily="2" charset="2"/>
              <a:buChar char="Ø"/>
            </a:pPr>
            <a:r>
              <a:rPr lang="it-IT" sz="1600">
                <a:solidFill>
                  <a:schemeClr val="bg1">
                    <a:lumMod val="50000"/>
                  </a:schemeClr>
                </a:solidFill>
                <a:latin typeface="Arial" panose="020B0604020202020204" pitchFamily="34" charset="0"/>
                <a:cs typeface="Arial" panose="020B0604020202020204" pitchFamily="34" charset="0"/>
              </a:rPr>
              <a:t>Trí tuệ nhân tạo (AI - Artificial Intelligence)</a:t>
            </a:r>
          </a:p>
          <a:p>
            <a:pPr marL="285750" indent="-285750" algn="l">
              <a:buClr>
                <a:schemeClr val="tx2">
                  <a:lumMod val="75000"/>
                </a:schemeClr>
              </a:buClr>
              <a:buSzPct val="92000"/>
              <a:buFont typeface="Wingdings" panose="05000000000000000000" pitchFamily="2" charset="2"/>
              <a:buChar char="Ø"/>
            </a:pPr>
            <a:r>
              <a:rPr lang="en-US" sz="1600">
                <a:solidFill>
                  <a:schemeClr val="bg1">
                    <a:lumMod val="50000"/>
                  </a:schemeClr>
                </a:solidFill>
                <a:latin typeface="Arial" panose="020B0604020202020204" pitchFamily="34" charset="0"/>
                <a:cs typeface="Arial" panose="020B0604020202020204" pitchFamily="34" charset="0"/>
              </a:rPr>
              <a:t>Học máy (Machine Learning)</a:t>
            </a:r>
          </a:p>
          <a:p>
            <a:pPr marL="285750" indent="-285750" algn="l">
              <a:buClr>
                <a:schemeClr val="tx2">
                  <a:lumMod val="75000"/>
                </a:schemeClr>
              </a:buClr>
              <a:buSzPct val="92000"/>
              <a:buFont typeface="Wingdings" panose="05000000000000000000" pitchFamily="2" charset="2"/>
              <a:buChar char="Ø"/>
            </a:pPr>
            <a:r>
              <a:rPr lang="en-US" sz="1600">
                <a:solidFill>
                  <a:schemeClr val="bg1">
                    <a:lumMod val="50000"/>
                  </a:schemeClr>
                </a:solidFill>
                <a:latin typeface="Arial" panose="020B0604020202020204" pitchFamily="34" charset="0"/>
                <a:cs typeface="Arial" panose="020B0604020202020204" pitchFamily="34" charset="0"/>
              </a:rPr>
              <a:t>Học sâu (Deep learning)</a:t>
            </a:r>
          </a:p>
        </p:txBody>
      </p:sp>
      <p:grpSp>
        <p:nvGrpSpPr>
          <p:cNvPr id="564" name="Google Shape;2724;p51">
            <a:extLst>
              <a:ext uri="{FF2B5EF4-FFF2-40B4-BE49-F238E27FC236}">
                <a16:creationId xmlns:a16="http://schemas.microsoft.com/office/drawing/2014/main" id="{4CC22801-A211-C0E4-B204-C1E59A0D0F44}"/>
              </a:ext>
            </a:extLst>
          </p:cNvPr>
          <p:cNvGrpSpPr/>
          <p:nvPr/>
        </p:nvGrpSpPr>
        <p:grpSpPr>
          <a:xfrm>
            <a:off x="5730931" y="1388474"/>
            <a:ext cx="2491643" cy="2579191"/>
            <a:chOff x="4572000" y="1680475"/>
            <a:chExt cx="2790356" cy="2888400"/>
          </a:xfrm>
        </p:grpSpPr>
        <p:sp>
          <p:nvSpPr>
            <p:cNvPr id="565" name="Google Shape;2725;p51">
              <a:extLst>
                <a:ext uri="{FF2B5EF4-FFF2-40B4-BE49-F238E27FC236}">
                  <a16:creationId xmlns:a16="http://schemas.microsoft.com/office/drawing/2014/main" id="{801F2017-142B-AFC1-FB70-B5339FF21FEA}"/>
                </a:ext>
              </a:extLst>
            </p:cNvPr>
            <p:cNvSpPr/>
            <p:nvPr/>
          </p:nvSpPr>
          <p:spPr>
            <a:xfrm>
              <a:off x="4629925" y="4568839"/>
              <a:ext cx="924" cy="36"/>
            </a:xfrm>
            <a:custGeom>
              <a:avLst/>
              <a:gdLst/>
              <a:ahLst/>
              <a:cxnLst/>
              <a:rect l="l" t="t" r="r" b="b"/>
              <a:pathLst>
                <a:path w="26" h="1" fill="none" extrusionOk="0">
                  <a:moveTo>
                    <a:pt x="25" y="1"/>
                  </a:moveTo>
                  <a:lnTo>
                    <a:pt x="0" y="1"/>
                  </a:lnTo>
                </a:path>
              </a:pathLst>
            </a:custGeom>
            <a:noFill/>
            <a:ln w="1065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2726;p51">
              <a:extLst>
                <a:ext uri="{FF2B5EF4-FFF2-40B4-BE49-F238E27FC236}">
                  <a16:creationId xmlns:a16="http://schemas.microsoft.com/office/drawing/2014/main" id="{37A3B773-7446-F83D-95C2-5957A500DAF2}"/>
                </a:ext>
              </a:extLst>
            </p:cNvPr>
            <p:cNvSpPr/>
            <p:nvPr/>
          </p:nvSpPr>
          <p:spPr>
            <a:xfrm>
              <a:off x="5748389" y="1763327"/>
              <a:ext cx="67737" cy="67773"/>
            </a:xfrm>
            <a:custGeom>
              <a:avLst/>
              <a:gdLst/>
              <a:ahLst/>
              <a:cxnLst/>
              <a:rect l="l" t="t" r="r" b="b"/>
              <a:pathLst>
                <a:path w="1905" h="1906" extrusionOk="0">
                  <a:moveTo>
                    <a:pt x="952" y="1"/>
                  </a:moveTo>
                  <a:cubicBezTo>
                    <a:pt x="426" y="1"/>
                    <a:pt x="0" y="427"/>
                    <a:pt x="0" y="953"/>
                  </a:cubicBezTo>
                  <a:cubicBezTo>
                    <a:pt x="0" y="1480"/>
                    <a:pt x="426" y="1906"/>
                    <a:pt x="952" y="1906"/>
                  </a:cubicBezTo>
                  <a:cubicBezTo>
                    <a:pt x="1479" y="1906"/>
                    <a:pt x="1905" y="1480"/>
                    <a:pt x="1905" y="953"/>
                  </a:cubicBezTo>
                  <a:cubicBezTo>
                    <a:pt x="1905" y="427"/>
                    <a:pt x="1479" y="1"/>
                    <a:pt x="952" y="1"/>
                  </a:cubicBezTo>
                  <a:close/>
                </a:path>
              </a:pathLst>
            </a:custGeom>
            <a:solidFill>
              <a:schemeClr val="accent4"/>
            </a:solidFill>
            <a:ln w="9525" cap="flat"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2727;p51">
              <a:extLst>
                <a:ext uri="{FF2B5EF4-FFF2-40B4-BE49-F238E27FC236}">
                  <a16:creationId xmlns:a16="http://schemas.microsoft.com/office/drawing/2014/main" id="{26FD9736-7DFA-5E82-8A49-4A64DCA0F41D}"/>
                </a:ext>
              </a:extLst>
            </p:cNvPr>
            <p:cNvSpPr/>
            <p:nvPr/>
          </p:nvSpPr>
          <p:spPr>
            <a:xfrm>
              <a:off x="5984535" y="1714327"/>
              <a:ext cx="67773" cy="66884"/>
            </a:xfrm>
            <a:custGeom>
              <a:avLst/>
              <a:gdLst/>
              <a:ahLst/>
              <a:cxnLst/>
              <a:rect l="l" t="t" r="r" b="b"/>
              <a:pathLst>
                <a:path w="1906" h="1881" extrusionOk="0">
                  <a:moveTo>
                    <a:pt x="953" y="0"/>
                  </a:moveTo>
                  <a:cubicBezTo>
                    <a:pt x="427" y="0"/>
                    <a:pt x="1" y="426"/>
                    <a:pt x="1" y="928"/>
                  </a:cubicBezTo>
                  <a:cubicBezTo>
                    <a:pt x="1" y="1454"/>
                    <a:pt x="427" y="1880"/>
                    <a:pt x="953" y="1880"/>
                  </a:cubicBezTo>
                  <a:cubicBezTo>
                    <a:pt x="1479" y="1880"/>
                    <a:pt x="1905" y="1454"/>
                    <a:pt x="1905" y="928"/>
                  </a:cubicBezTo>
                  <a:cubicBezTo>
                    <a:pt x="1905" y="426"/>
                    <a:pt x="1479" y="0"/>
                    <a:pt x="953" y="0"/>
                  </a:cubicBez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2728;p51">
              <a:extLst>
                <a:ext uri="{FF2B5EF4-FFF2-40B4-BE49-F238E27FC236}">
                  <a16:creationId xmlns:a16="http://schemas.microsoft.com/office/drawing/2014/main" id="{EAF23B3F-A93A-BEB6-5137-ACBFC00C9B6B}"/>
                </a:ext>
              </a:extLst>
            </p:cNvPr>
            <p:cNvSpPr/>
            <p:nvPr/>
          </p:nvSpPr>
          <p:spPr>
            <a:xfrm>
              <a:off x="5984535" y="1714327"/>
              <a:ext cx="67773" cy="66884"/>
            </a:xfrm>
            <a:custGeom>
              <a:avLst/>
              <a:gdLst/>
              <a:ahLst/>
              <a:cxnLst/>
              <a:rect l="l" t="t" r="r" b="b"/>
              <a:pathLst>
                <a:path w="1906" h="1881" fill="none" extrusionOk="0">
                  <a:moveTo>
                    <a:pt x="1" y="928"/>
                  </a:moveTo>
                  <a:cubicBezTo>
                    <a:pt x="1" y="426"/>
                    <a:pt x="427" y="0"/>
                    <a:pt x="953" y="0"/>
                  </a:cubicBezTo>
                  <a:cubicBezTo>
                    <a:pt x="1479" y="0"/>
                    <a:pt x="1905" y="426"/>
                    <a:pt x="1905" y="928"/>
                  </a:cubicBezTo>
                  <a:cubicBezTo>
                    <a:pt x="1905" y="1454"/>
                    <a:pt x="1479" y="1880"/>
                    <a:pt x="953" y="1880"/>
                  </a:cubicBezTo>
                  <a:cubicBezTo>
                    <a:pt x="427" y="1880"/>
                    <a:pt x="1" y="1454"/>
                    <a:pt x="1" y="928"/>
                  </a:cubicBezTo>
                  <a:close/>
                </a:path>
              </a:pathLst>
            </a:custGeom>
            <a:noFill/>
            <a:ln w="10650" cap="rnd"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2729;p51">
              <a:extLst>
                <a:ext uri="{FF2B5EF4-FFF2-40B4-BE49-F238E27FC236}">
                  <a16:creationId xmlns:a16="http://schemas.microsoft.com/office/drawing/2014/main" id="{A28B3B94-0F09-175B-CF2E-F683B8BE37A6}"/>
                </a:ext>
              </a:extLst>
            </p:cNvPr>
            <p:cNvSpPr/>
            <p:nvPr/>
          </p:nvSpPr>
          <p:spPr>
            <a:xfrm>
              <a:off x="5970276" y="3412967"/>
              <a:ext cx="117660" cy="767331"/>
            </a:xfrm>
            <a:custGeom>
              <a:avLst/>
              <a:gdLst/>
              <a:ahLst/>
              <a:cxnLst/>
              <a:rect l="l" t="t" r="r" b="b"/>
              <a:pathLst>
                <a:path w="3309" h="21580" fill="none" extrusionOk="0">
                  <a:moveTo>
                    <a:pt x="1" y="0"/>
                  </a:moveTo>
                  <a:lnTo>
                    <a:pt x="1" y="10953"/>
                  </a:lnTo>
                  <a:lnTo>
                    <a:pt x="3309" y="14286"/>
                  </a:lnTo>
                  <a:lnTo>
                    <a:pt x="3309" y="21579"/>
                  </a:lnTo>
                </a:path>
              </a:pathLst>
            </a:custGeom>
            <a:noFill/>
            <a:ln w="10650" cap="rnd"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2730;p51">
              <a:extLst>
                <a:ext uri="{FF2B5EF4-FFF2-40B4-BE49-F238E27FC236}">
                  <a16:creationId xmlns:a16="http://schemas.microsoft.com/office/drawing/2014/main" id="{6705A64F-3512-AD86-1AEE-96893DDC05DB}"/>
                </a:ext>
              </a:extLst>
            </p:cNvPr>
            <p:cNvSpPr/>
            <p:nvPr/>
          </p:nvSpPr>
          <p:spPr>
            <a:xfrm>
              <a:off x="6043349" y="3424524"/>
              <a:ext cx="36" cy="327093"/>
            </a:xfrm>
            <a:custGeom>
              <a:avLst/>
              <a:gdLst/>
              <a:ahLst/>
              <a:cxnLst/>
              <a:rect l="l" t="t" r="r" b="b"/>
              <a:pathLst>
                <a:path w="1" h="9199" fill="none" extrusionOk="0">
                  <a:moveTo>
                    <a:pt x="1" y="1"/>
                  </a:moveTo>
                  <a:lnTo>
                    <a:pt x="1" y="9199"/>
                  </a:lnTo>
                </a:path>
              </a:pathLst>
            </a:custGeom>
            <a:noFill/>
            <a:ln w="10650" cap="rnd"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2731;p51">
              <a:extLst>
                <a:ext uri="{FF2B5EF4-FFF2-40B4-BE49-F238E27FC236}">
                  <a16:creationId xmlns:a16="http://schemas.microsoft.com/office/drawing/2014/main" id="{6A1DF8D3-A728-D41D-766E-519CCE7AC9FF}"/>
                </a:ext>
              </a:extLst>
            </p:cNvPr>
            <p:cNvSpPr/>
            <p:nvPr/>
          </p:nvSpPr>
          <p:spPr>
            <a:xfrm>
              <a:off x="6009497" y="3718630"/>
              <a:ext cx="67773" cy="66884"/>
            </a:xfrm>
            <a:custGeom>
              <a:avLst/>
              <a:gdLst/>
              <a:ahLst/>
              <a:cxnLst/>
              <a:rect l="l" t="t" r="r" b="b"/>
              <a:pathLst>
                <a:path w="1906" h="1881" extrusionOk="0">
                  <a:moveTo>
                    <a:pt x="953" y="1"/>
                  </a:moveTo>
                  <a:cubicBezTo>
                    <a:pt x="427" y="1"/>
                    <a:pt x="0" y="427"/>
                    <a:pt x="0" y="928"/>
                  </a:cubicBezTo>
                  <a:cubicBezTo>
                    <a:pt x="0" y="1454"/>
                    <a:pt x="427" y="1880"/>
                    <a:pt x="953" y="1880"/>
                  </a:cubicBezTo>
                  <a:cubicBezTo>
                    <a:pt x="1479" y="1880"/>
                    <a:pt x="1905" y="1454"/>
                    <a:pt x="1905" y="928"/>
                  </a:cubicBezTo>
                  <a:cubicBezTo>
                    <a:pt x="1905" y="427"/>
                    <a:pt x="1479" y="1"/>
                    <a:pt x="953" y="1"/>
                  </a:cubicBez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2732;p51">
              <a:extLst>
                <a:ext uri="{FF2B5EF4-FFF2-40B4-BE49-F238E27FC236}">
                  <a16:creationId xmlns:a16="http://schemas.microsoft.com/office/drawing/2014/main" id="{7F1683DD-DF1D-7FDC-BB5E-65010C8BF9C7}"/>
                </a:ext>
              </a:extLst>
            </p:cNvPr>
            <p:cNvSpPr/>
            <p:nvPr/>
          </p:nvSpPr>
          <p:spPr>
            <a:xfrm>
              <a:off x="6009497" y="3718630"/>
              <a:ext cx="67773" cy="66884"/>
            </a:xfrm>
            <a:custGeom>
              <a:avLst/>
              <a:gdLst/>
              <a:ahLst/>
              <a:cxnLst/>
              <a:rect l="l" t="t" r="r" b="b"/>
              <a:pathLst>
                <a:path w="1906" h="1881" fill="none" extrusionOk="0">
                  <a:moveTo>
                    <a:pt x="1905" y="928"/>
                  </a:moveTo>
                  <a:cubicBezTo>
                    <a:pt x="1905" y="1454"/>
                    <a:pt x="1479" y="1880"/>
                    <a:pt x="953" y="1880"/>
                  </a:cubicBezTo>
                  <a:cubicBezTo>
                    <a:pt x="427" y="1880"/>
                    <a:pt x="0" y="1454"/>
                    <a:pt x="0" y="928"/>
                  </a:cubicBezTo>
                  <a:cubicBezTo>
                    <a:pt x="0" y="427"/>
                    <a:pt x="427" y="1"/>
                    <a:pt x="953" y="1"/>
                  </a:cubicBezTo>
                  <a:cubicBezTo>
                    <a:pt x="1479" y="1"/>
                    <a:pt x="1905" y="427"/>
                    <a:pt x="1905" y="928"/>
                  </a:cubicBezTo>
                  <a:close/>
                </a:path>
              </a:pathLst>
            </a:custGeom>
            <a:noFill/>
            <a:ln w="10650" cap="rnd"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2733;p51">
              <a:extLst>
                <a:ext uri="{FF2B5EF4-FFF2-40B4-BE49-F238E27FC236}">
                  <a16:creationId xmlns:a16="http://schemas.microsoft.com/office/drawing/2014/main" id="{A475B73A-C8A2-E557-DF35-F83535070B41}"/>
                </a:ext>
              </a:extLst>
            </p:cNvPr>
            <p:cNvSpPr/>
            <p:nvPr/>
          </p:nvSpPr>
          <p:spPr>
            <a:xfrm>
              <a:off x="6054941" y="4154438"/>
              <a:ext cx="66884" cy="66884"/>
            </a:xfrm>
            <a:custGeom>
              <a:avLst/>
              <a:gdLst/>
              <a:ahLst/>
              <a:cxnLst/>
              <a:rect l="l" t="t" r="r" b="b"/>
              <a:pathLst>
                <a:path w="1881" h="1881" extrusionOk="0">
                  <a:moveTo>
                    <a:pt x="928" y="0"/>
                  </a:moveTo>
                  <a:cubicBezTo>
                    <a:pt x="427" y="0"/>
                    <a:pt x="1" y="401"/>
                    <a:pt x="1" y="928"/>
                  </a:cubicBezTo>
                  <a:cubicBezTo>
                    <a:pt x="1" y="1454"/>
                    <a:pt x="427" y="1880"/>
                    <a:pt x="928" y="1880"/>
                  </a:cubicBezTo>
                  <a:cubicBezTo>
                    <a:pt x="1454" y="1880"/>
                    <a:pt x="1880" y="1454"/>
                    <a:pt x="1880" y="928"/>
                  </a:cubicBezTo>
                  <a:cubicBezTo>
                    <a:pt x="1880" y="401"/>
                    <a:pt x="1454" y="0"/>
                    <a:pt x="928" y="0"/>
                  </a:cubicBezTo>
                  <a:close/>
                </a:path>
              </a:pathLst>
            </a:custGeom>
            <a:solidFill>
              <a:schemeClr val="accent4"/>
            </a:solidFill>
            <a:ln w="9525" cap="flat"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2734;p51">
              <a:extLst>
                <a:ext uri="{FF2B5EF4-FFF2-40B4-BE49-F238E27FC236}">
                  <a16:creationId xmlns:a16="http://schemas.microsoft.com/office/drawing/2014/main" id="{05AE3246-5F26-3781-2ABD-1A12522F4C19}"/>
                </a:ext>
              </a:extLst>
            </p:cNvPr>
            <p:cNvSpPr/>
            <p:nvPr/>
          </p:nvSpPr>
          <p:spPr>
            <a:xfrm>
              <a:off x="5713613" y="3420968"/>
              <a:ext cx="147066" cy="992801"/>
            </a:xfrm>
            <a:custGeom>
              <a:avLst/>
              <a:gdLst/>
              <a:ahLst/>
              <a:cxnLst/>
              <a:rect l="l" t="t" r="r" b="b"/>
              <a:pathLst>
                <a:path w="4136" h="27921" fill="none" extrusionOk="0">
                  <a:moveTo>
                    <a:pt x="4136" y="1"/>
                  </a:moveTo>
                  <a:lnTo>
                    <a:pt x="4136" y="13359"/>
                  </a:lnTo>
                  <a:lnTo>
                    <a:pt x="1" y="17469"/>
                  </a:lnTo>
                  <a:lnTo>
                    <a:pt x="1" y="27921"/>
                  </a:lnTo>
                </a:path>
              </a:pathLst>
            </a:custGeom>
            <a:noFill/>
            <a:ln w="10650" cap="rnd"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2736;p51">
              <a:extLst>
                <a:ext uri="{FF2B5EF4-FFF2-40B4-BE49-F238E27FC236}">
                  <a16:creationId xmlns:a16="http://schemas.microsoft.com/office/drawing/2014/main" id="{D8A64909-589B-0E65-233C-F86DAE8E6670}"/>
                </a:ext>
              </a:extLst>
            </p:cNvPr>
            <p:cNvSpPr/>
            <p:nvPr/>
          </p:nvSpPr>
          <p:spPr>
            <a:xfrm>
              <a:off x="5851759" y="3414745"/>
              <a:ext cx="59737" cy="810995"/>
            </a:xfrm>
            <a:custGeom>
              <a:avLst/>
              <a:gdLst/>
              <a:ahLst/>
              <a:cxnLst/>
              <a:rect l="l" t="t" r="r" b="b"/>
              <a:pathLst>
                <a:path w="1680" h="22808" fill="none" extrusionOk="0">
                  <a:moveTo>
                    <a:pt x="1680" y="0"/>
                  </a:moveTo>
                  <a:lnTo>
                    <a:pt x="1680" y="17695"/>
                  </a:lnTo>
                  <a:lnTo>
                    <a:pt x="0" y="19349"/>
                  </a:lnTo>
                  <a:lnTo>
                    <a:pt x="0" y="22807"/>
                  </a:lnTo>
                </a:path>
              </a:pathLst>
            </a:custGeom>
            <a:noFill/>
            <a:ln w="10650" cap="rnd"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2737;p51">
              <a:extLst>
                <a:ext uri="{FF2B5EF4-FFF2-40B4-BE49-F238E27FC236}">
                  <a16:creationId xmlns:a16="http://schemas.microsoft.com/office/drawing/2014/main" id="{7AB352DA-72D2-78B8-38A6-A87F6F41928E}"/>
                </a:ext>
              </a:extLst>
            </p:cNvPr>
            <p:cNvSpPr/>
            <p:nvPr/>
          </p:nvSpPr>
          <p:spPr>
            <a:xfrm>
              <a:off x="5783130" y="1823066"/>
              <a:ext cx="117660" cy="715630"/>
            </a:xfrm>
            <a:custGeom>
              <a:avLst/>
              <a:gdLst/>
              <a:ahLst/>
              <a:cxnLst/>
              <a:rect l="l" t="t" r="r" b="b"/>
              <a:pathLst>
                <a:path w="3309" h="20126" fill="none" extrusionOk="0">
                  <a:moveTo>
                    <a:pt x="3309" y="20126"/>
                  </a:moveTo>
                  <a:lnTo>
                    <a:pt x="3309" y="10627"/>
                  </a:lnTo>
                  <a:lnTo>
                    <a:pt x="1" y="7293"/>
                  </a:lnTo>
                  <a:lnTo>
                    <a:pt x="1" y="0"/>
                  </a:lnTo>
                </a:path>
              </a:pathLst>
            </a:custGeom>
            <a:noFill/>
            <a:ln w="10650" cap="rnd"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2738;p51">
              <a:extLst>
                <a:ext uri="{FF2B5EF4-FFF2-40B4-BE49-F238E27FC236}">
                  <a16:creationId xmlns:a16="http://schemas.microsoft.com/office/drawing/2014/main" id="{25BBB868-590A-DA46-3378-CF72B69A363A}"/>
                </a:ext>
              </a:extLst>
            </p:cNvPr>
            <p:cNvSpPr/>
            <p:nvPr/>
          </p:nvSpPr>
          <p:spPr>
            <a:xfrm>
              <a:off x="5827685" y="2250837"/>
              <a:ext cx="36" cy="228172"/>
            </a:xfrm>
            <a:custGeom>
              <a:avLst/>
              <a:gdLst/>
              <a:ahLst/>
              <a:cxnLst/>
              <a:rect l="l" t="t" r="r" b="b"/>
              <a:pathLst>
                <a:path w="1" h="6417" fill="none" extrusionOk="0">
                  <a:moveTo>
                    <a:pt x="1" y="6416"/>
                  </a:moveTo>
                  <a:lnTo>
                    <a:pt x="1" y="0"/>
                  </a:lnTo>
                </a:path>
              </a:pathLst>
            </a:custGeom>
            <a:noFill/>
            <a:ln w="10650" cap="rnd"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2739;p51">
              <a:extLst>
                <a:ext uri="{FF2B5EF4-FFF2-40B4-BE49-F238E27FC236}">
                  <a16:creationId xmlns:a16="http://schemas.microsoft.com/office/drawing/2014/main" id="{D3E72936-432F-1A81-AA8E-075CEA6B73B5}"/>
                </a:ext>
              </a:extLst>
            </p:cNvPr>
            <p:cNvSpPr/>
            <p:nvPr/>
          </p:nvSpPr>
          <p:spPr>
            <a:xfrm>
              <a:off x="5793833" y="2217839"/>
              <a:ext cx="67773" cy="66884"/>
            </a:xfrm>
            <a:custGeom>
              <a:avLst/>
              <a:gdLst/>
              <a:ahLst/>
              <a:cxnLst/>
              <a:rect l="l" t="t" r="r" b="b"/>
              <a:pathLst>
                <a:path w="1906" h="1881" extrusionOk="0">
                  <a:moveTo>
                    <a:pt x="953" y="1"/>
                  </a:moveTo>
                  <a:cubicBezTo>
                    <a:pt x="426" y="1"/>
                    <a:pt x="0" y="402"/>
                    <a:pt x="0" y="928"/>
                  </a:cubicBezTo>
                  <a:cubicBezTo>
                    <a:pt x="0" y="1455"/>
                    <a:pt x="426" y="1881"/>
                    <a:pt x="953" y="1881"/>
                  </a:cubicBezTo>
                  <a:cubicBezTo>
                    <a:pt x="1479" y="1881"/>
                    <a:pt x="1905" y="1455"/>
                    <a:pt x="1905" y="928"/>
                  </a:cubicBezTo>
                  <a:cubicBezTo>
                    <a:pt x="1905" y="402"/>
                    <a:pt x="1479" y="1"/>
                    <a:pt x="953" y="1"/>
                  </a:cubicBez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2740;p51">
              <a:extLst>
                <a:ext uri="{FF2B5EF4-FFF2-40B4-BE49-F238E27FC236}">
                  <a16:creationId xmlns:a16="http://schemas.microsoft.com/office/drawing/2014/main" id="{E8219D69-B27E-BCF4-59B0-F0A906E91A24}"/>
                </a:ext>
              </a:extLst>
            </p:cNvPr>
            <p:cNvSpPr/>
            <p:nvPr/>
          </p:nvSpPr>
          <p:spPr>
            <a:xfrm>
              <a:off x="5793833" y="2217839"/>
              <a:ext cx="67773" cy="66884"/>
            </a:xfrm>
            <a:custGeom>
              <a:avLst/>
              <a:gdLst/>
              <a:ahLst/>
              <a:cxnLst/>
              <a:rect l="l" t="t" r="r" b="b"/>
              <a:pathLst>
                <a:path w="1906" h="1881" fill="none" extrusionOk="0">
                  <a:moveTo>
                    <a:pt x="0" y="928"/>
                  </a:moveTo>
                  <a:cubicBezTo>
                    <a:pt x="0" y="402"/>
                    <a:pt x="426" y="1"/>
                    <a:pt x="953" y="1"/>
                  </a:cubicBezTo>
                  <a:cubicBezTo>
                    <a:pt x="1479" y="1"/>
                    <a:pt x="1905" y="402"/>
                    <a:pt x="1905" y="928"/>
                  </a:cubicBezTo>
                  <a:cubicBezTo>
                    <a:pt x="1905" y="1455"/>
                    <a:pt x="1479" y="1881"/>
                    <a:pt x="953" y="1881"/>
                  </a:cubicBezTo>
                  <a:cubicBezTo>
                    <a:pt x="426" y="1881"/>
                    <a:pt x="0" y="1455"/>
                    <a:pt x="0" y="928"/>
                  </a:cubicBezTo>
                  <a:close/>
                </a:path>
              </a:pathLst>
            </a:custGeom>
            <a:noFill/>
            <a:ln w="10650" cap="rnd"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2741;p51">
              <a:extLst>
                <a:ext uri="{FF2B5EF4-FFF2-40B4-BE49-F238E27FC236}">
                  <a16:creationId xmlns:a16="http://schemas.microsoft.com/office/drawing/2014/main" id="{46156519-F61F-AC6A-02E3-68381164B621}"/>
                </a:ext>
              </a:extLst>
            </p:cNvPr>
            <p:cNvSpPr/>
            <p:nvPr/>
          </p:nvSpPr>
          <p:spPr>
            <a:xfrm>
              <a:off x="5959573" y="1777586"/>
              <a:ext cx="59772" cy="761108"/>
            </a:xfrm>
            <a:custGeom>
              <a:avLst/>
              <a:gdLst/>
              <a:ahLst/>
              <a:cxnLst/>
              <a:rect l="l" t="t" r="r" b="b"/>
              <a:pathLst>
                <a:path w="1681" h="21405" fill="none" extrusionOk="0">
                  <a:moveTo>
                    <a:pt x="1" y="21405"/>
                  </a:moveTo>
                  <a:lnTo>
                    <a:pt x="1" y="5114"/>
                  </a:lnTo>
                  <a:lnTo>
                    <a:pt x="1680" y="3434"/>
                  </a:lnTo>
                  <a:lnTo>
                    <a:pt x="1680" y="1"/>
                  </a:lnTo>
                </a:path>
              </a:pathLst>
            </a:custGeom>
            <a:noFill/>
            <a:ln w="10650" cap="rnd"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2742;p51">
              <a:extLst>
                <a:ext uri="{FF2B5EF4-FFF2-40B4-BE49-F238E27FC236}">
                  <a16:creationId xmlns:a16="http://schemas.microsoft.com/office/drawing/2014/main" id="{C1695CF3-823C-5261-6EBE-F7E102614A15}"/>
                </a:ext>
              </a:extLst>
            </p:cNvPr>
            <p:cNvSpPr/>
            <p:nvPr/>
          </p:nvSpPr>
          <p:spPr>
            <a:xfrm>
              <a:off x="5818796" y="4197215"/>
              <a:ext cx="66848" cy="66884"/>
            </a:xfrm>
            <a:custGeom>
              <a:avLst/>
              <a:gdLst/>
              <a:ahLst/>
              <a:cxnLst/>
              <a:rect l="l" t="t" r="r" b="b"/>
              <a:pathLst>
                <a:path w="1880" h="1881" extrusionOk="0">
                  <a:moveTo>
                    <a:pt x="927" y="0"/>
                  </a:moveTo>
                  <a:cubicBezTo>
                    <a:pt x="401" y="0"/>
                    <a:pt x="0" y="401"/>
                    <a:pt x="0" y="928"/>
                  </a:cubicBezTo>
                  <a:cubicBezTo>
                    <a:pt x="0" y="1454"/>
                    <a:pt x="401" y="1880"/>
                    <a:pt x="927" y="1880"/>
                  </a:cubicBezTo>
                  <a:cubicBezTo>
                    <a:pt x="1454" y="1880"/>
                    <a:pt x="1880" y="1454"/>
                    <a:pt x="1880" y="928"/>
                  </a:cubicBezTo>
                  <a:cubicBezTo>
                    <a:pt x="1880" y="401"/>
                    <a:pt x="1454" y="0"/>
                    <a:pt x="927" y="0"/>
                  </a:cubicBez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2743;p51">
              <a:extLst>
                <a:ext uri="{FF2B5EF4-FFF2-40B4-BE49-F238E27FC236}">
                  <a16:creationId xmlns:a16="http://schemas.microsoft.com/office/drawing/2014/main" id="{C2C2669F-F74A-234C-4FF4-844A253DAFC1}"/>
                </a:ext>
              </a:extLst>
            </p:cNvPr>
            <p:cNvSpPr/>
            <p:nvPr/>
          </p:nvSpPr>
          <p:spPr>
            <a:xfrm>
              <a:off x="5818796" y="4197215"/>
              <a:ext cx="66848" cy="66884"/>
            </a:xfrm>
            <a:custGeom>
              <a:avLst/>
              <a:gdLst/>
              <a:ahLst/>
              <a:cxnLst/>
              <a:rect l="l" t="t" r="r" b="b"/>
              <a:pathLst>
                <a:path w="1880" h="1881" fill="none" extrusionOk="0">
                  <a:moveTo>
                    <a:pt x="1880" y="928"/>
                  </a:moveTo>
                  <a:cubicBezTo>
                    <a:pt x="1880" y="1454"/>
                    <a:pt x="1454" y="1880"/>
                    <a:pt x="927" y="1880"/>
                  </a:cubicBezTo>
                  <a:cubicBezTo>
                    <a:pt x="401" y="1880"/>
                    <a:pt x="0" y="1454"/>
                    <a:pt x="0" y="928"/>
                  </a:cubicBezTo>
                  <a:cubicBezTo>
                    <a:pt x="0" y="401"/>
                    <a:pt x="401" y="0"/>
                    <a:pt x="927" y="0"/>
                  </a:cubicBezTo>
                  <a:cubicBezTo>
                    <a:pt x="1454" y="0"/>
                    <a:pt x="1880" y="401"/>
                    <a:pt x="1880" y="928"/>
                  </a:cubicBezTo>
                  <a:close/>
                </a:path>
              </a:pathLst>
            </a:custGeom>
            <a:noFill/>
            <a:ln w="1065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2744;p51">
              <a:extLst>
                <a:ext uri="{FF2B5EF4-FFF2-40B4-BE49-F238E27FC236}">
                  <a16:creationId xmlns:a16="http://schemas.microsoft.com/office/drawing/2014/main" id="{A72FD772-5E4D-F44A-1E72-7F59B09661FF}"/>
                </a:ext>
              </a:extLst>
            </p:cNvPr>
            <p:cNvSpPr/>
            <p:nvPr/>
          </p:nvSpPr>
          <p:spPr>
            <a:xfrm>
              <a:off x="6587006" y="3862999"/>
              <a:ext cx="292318" cy="418903"/>
            </a:xfrm>
            <a:custGeom>
              <a:avLst/>
              <a:gdLst/>
              <a:ahLst/>
              <a:cxnLst/>
              <a:rect l="l" t="t" r="r" b="b"/>
              <a:pathLst>
                <a:path w="8221" h="11781" extrusionOk="0">
                  <a:moveTo>
                    <a:pt x="7694" y="1"/>
                  </a:moveTo>
                  <a:lnTo>
                    <a:pt x="0" y="352"/>
                  </a:lnTo>
                  <a:lnTo>
                    <a:pt x="501" y="11780"/>
                  </a:lnTo>
                  <a:lnTo>
                    <a:pt x="8221" y="11429"/>
                  </a:lnTo>
                  <a:lnTo>
                    <a:pt x="7694" y="1"/>
                  </a:ln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2745;p51">
              <a:extLst>
                <a:ext uri="{FF2B5EF4-FFF2-40B4-BE49-F238E27FC236}">
                  <a16:creationId xmlns:a16="http://schemas.microsoft.com/office/drawing/2014/main" id="{03B72BB8-AB6E-5DE7-DEAF-67F6584365E1}"/>
                </a:ext>
              </a:extLst>
            </p:cNvPr>
            <p:cNvSpPr/>
            <p:nvPr/>
          </p:nvSpPr>
          <p:spPr>
            <a:xfrm>
              <a:off x="6587006" y="3862999"/>
              <a:ext cx="292318" cy="418903"/>
            </a:xfrm>
            <a:custGeom>
              <a:avLst/>
              <a:gdLst/>
              <a:ahLst/>
              <a:cxnLst/>
              <a:rect l="l" t="t" r="r" b="b"/>
              <a:pathLst>
                <a:path w="8221" h="11781" fill="none" extrusionOk="0">
                  <a:moveTo>
                    <a:pt x="8221" y="11429"/>
                  </a:moveTo>
                  <a:lnTo>
                    <a:pt x="501" y="11780"/>
                  </a:lnTo>
                  <a:lnTo>
                    <a:pt x="0" y="352"/>
                  </a:lnTo>
                  <a:lnTo>
                    <a:pt x="7694" y="1"/>
                  </a:lnTo>
                  <a:close/>
                </a:path>
              </a:pathLst>
            </a:custGeom>
            <a:noFill/>
            <a:ln w="1065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2746;p51">
              <a:extLst>
                <a:ext uri="{FF2B5EF4-FFF2-40B4-BE49-F238E27FC236}">
                  <a16:creationId xmlns:a16="http://schemas.microsoft.com/office/drawing/2014/main" id="{E3CB7192-8938-E2D6-1DB0-C2B9295225AE}"/>
                </a:ext>
              </a:extLst>
            </p:cNvPr>
            <p:cNvSpPr/>
            <p:nvPr/>
          </p:nvSpPr>
          <p:spPr>
            <a:xfrm>
              <a:off x="6395381" y="3583223"/>
              <a:ext cx="680002" cy="646080"/>
            </a:xfrm>
            <a:custGeom>
              <a:avLst/>
              <a:gdLst/>
              <a:ahLst/>
              <a:cxnLst/>
              <a:rect l="l" t="t" r="r" b="b"/>
              <a:pathLst>
                <a:path w="19124" h="18170" extrusionOk="0">
                  <a:moveTo>
                    <a:pt x="10362" y="0"/>
                  </a:moveTo>
                  <a:cubicBezTo>
                    <a:pt x="8947" y="0"/>
                    <a:pt x="7484" y="305"/>
                    <a:pt x="6141" y="801"/>
                  </a:cubicBezTo>
                  <a:cubicBezTo>
                    <a:pt x="6141" y="801"/>
                    <a:pt x="1" y="3558"/>
                    <a:pt x="1805" y="9548"/>
                  </a:cubicBezTo>
                  <a:lnTo>
                    <a:pt x="5690" y="17142"/>
                  </a:lnTo>
                  <a:cubicBezTo>
                    <a:pt x="5690" y="17142"/>
                    <a:pt x="7845" y="16691"/>
                    <a:pt x="7745" y="16691"/>
                  </a:cubicBezTo>
                  <a:cubicBezTo>
                    <a:pt x="7645" y="16691"/>
                    <a:pt x="5815" y="9147"/>
                    <a:pt x="5815" y="9147"/>
                  </a:cubicBezTo>
                  <a:lnTo>
                    <a:pt x="5815" y="9147"/>
                  </a:lnTo>
                  <a:lnTo>
                    <a:pt x="10126" y="10300"/>
                  </a:lnTo>
                  <a:lnTo>
                    <a:pt x="9650" y="14210"/>
                  </a:lnTo>
                  <a:lnTo>
                    <a:pt x="16542" y="18170"/>
                  </a:lnTo>
                  <a:lnTo>
                    <a:pt x="16642" y="18094"/>
                  </a:lnTo>
                  <a:cubicBezTo>
                    <a:pt x="17244" y="17769"/>
                    <a:pt x="17269" y="16967"/>
                    <a:pt x="16718" y="16591"/>
                  </a:cubicBezTo>
                  <a:lnTo>
                    <a:pt x="17144" y="16114"/>
                  </a:lnTo>
                  <a:cubicBezTo>
                    <a:pt x="18121" y="15739"/>
                    <a:pt x="17595" y="14937"/>
                    <a:pt x="17595" y="14937"/>
                  </a:cubicBezTo>
                  <a:cubicBezTo>
                    <a:pt x="18271" y="14285"/>
                    <a:pt x="17494" y="13658"/>
                    <a:pt x="17494" y="13658"/>
                  </a:cubicBezTo>
                  <a:lnTo>
                    <a:pt x="19124" y="13132"/>
                  </a:lnTo>
                  <a:lnTo>
                    <a:pt x="17219" y="9373"/>
                  </a:lnTo>
                  <a:lnTo>
                    <a:pt x="17494" y="8445"/>
                  </a:lnTo>
                  <a:cubicBezTo>
                    <a:pt x="17494" y="2121"/>
                    <a:pt x="14095" y="0"/>
                    <a:pt x="10362" y="0"/>
                  </a:cubicBezTo>
                  <a:close/>
                </a:path>
              </a:pathLst>
            </a:custGeom>
            <a:solidFill>
              <a:srgbClr val="FFFFFF"/>
            </a:solidFill>
            <a:ln w="1065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2747;p51">
              <a:extLst>
                <a:ext uri="{FF2B5EF4-FFF2-40B4-BE49-F238E27FC236}">
                  <a16:creationId xmlns:a16="http://schemas.microsoft.com/office/drawing/2014/main" id="{CE41C9A7-B50F-14EE-4F0E-C80FB283D6C1}"/>
                </a:ext>
              </a:extLst>
            </p:cNvPr>
            <p:cNvSpPr/>
            <p:nvPr/>
          </p:nvSpPr>
          <p:spPr>
            <a:xfrm>
              <a:off x="6455973" y="3606336"/>
              <a:ext cx="336018" cy="336018"/>
            </a:xfrm>
            <a:custGeom>
              <a:avLst/>
              <a:gdLst/>
              <a:ahLst/>
              <a:cxnLst/>
              <a:rect l="l" t="t" r="r" b="b"/>
              <a:pathLst>
                <a:path w="9450" h="9450" extrusionOk="0">
                  <a:moveTo>
                    <a:pt x="4738" y="1"/>
                  </a:moveTo>
                  <a:cubicBezTo>
                    <a:pt x="2131" y="1"/>
                    <a:pt x="1" y="2131"/>
                    <a:pt x="1" y="4738"/>
                  </a:cubicBezTo>
                  <a:cubicBezTo>
                    <a:pt x="1" y="7344"/>
                    <a:pt x="2131" y="9449"/>
                    <a:pt x="4738" y="9449"/>
                  </a:cubicBezTo>
                  <a:cubicBezTo>
                    <a:pt x="7344" y="9449"/>
                    <a:pt x="9450" y="7344"/>
                    <a:pt x="9450" y="4738"/>
                  </a:cubicBezTo>
                  <a:cubicBezTo>
                    <a:pt x="9450" y="2131"/>
                    <a:pt x="7344" y="1"/>
                    <a:pt x="4738" y="1"/>
                  </a:cubicBez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2748;p51">
              <a:extLst>
                <a:ext uri="{FF2B5EF4-FFF2-40B4-BE49-F238E27FC236}">
                  <a16:creationId xmlns:a16="http://schemas.microsoft.com/office/drawing/2014/main" id="{D9695BCE-5AF1-0EA2-FE97-BB7CA1E81B9B}"/>
                </a:ext>
              </a:extLst>
            </p:cNvPr>
            <p:cNvSpPr/>
            <p:nvPr/>
          </p:nvSpPr>
          <p:spPr>
            <a:xfrm>
              <a:off x="6455973" y="3606336"/>
              <a:ext cx="336018" cy="336018"/>
            </a:xfrm>
            <a:custGeom>
              <a:avLst/>
              <a:gdLst/>
              <a:ahLst/>
              <a:cxnLst/>
              <a:rect l="l" t="t" r="r" b="b"/>
              <a:pathLst>
                <a:path w="9450" h="9450" fill="none" extrusionOk="0">
                  <a:moveTo>
                    <a:pt x="9450" y="4738"/>
                  </a:moveTo>
                  <a:cubicBezTo>
                    <a:pt x="9450" y="7344"/>
                    <a:pt x="7344" y="9449"/>
                    <a:pt x="4738" y="9449"/>
                  </a:cubicBezTo>
                  <a:cubicBezTo>
                    <a:pt x="2131" y="9449"/>
                    <a:pt x="1" y="7344"/>
                    <a:pt x="1" y="4738"/>
                  </a:cubicBezTo>
                  <a:cubicBezTo>
                    <a:pt x="1" y="2131"/>
                    <a:pt x="2131" y="1"/>
                    <a:pt x="4738" y="1"/>
                  </a:cubicBezTo>
                  <a:cubicBezTo>
                    <a:pt x="7344" y="1"/>
                    <a:pt x="9450" y="2131"/>
                    <a:pt x="9450" y="4738"/>
                  </a:cubicBezTo>
                  <a:close/>
                </a:path>
              </a:pathLst>
            </a:custGeom>
            <a:noFill/>
            <a:ln w="1065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2749;p51">
              <a:extLst>
                <a:ext uri="{FF2B5EF4-FFF2-40B4-BE49-F238E27FC236}">
                  <a16:creationId xmlns:a16="http://schemas.microsoft.com/office/drawing/2014/main" id="{C85F0A78-C3EE-5060-AF07-836CCD68C378}"/>
                </a:ext>
              </a:extLst>
            </p:cNvPr>
            <p:cNvSpPr/>
            <p:nvPr/>
          </p:nvSpPr>
          <p:spPr>
            <a:xfrm>
              <a:off x="6402528" y="3552855"/>
              <a:ext cx="443829" cy="443864"/>
            </a:xfrm>
            <a:custGeom>
              <a:avLst/>
              <a:gdLst/>
              <a:ahLst/>
              <a:cxnLst/>
              <a:rect l="l" t="t" r="r" b="b"/>
              <a:pathLst>
                <a:path w="12482" h="12483" fill="none" extrusionOk="0">
                  <a:moveTo>
                    <a:pt x="12481" y="6242"/>
                  </a:moveTo>
                  <a:cubicBezTo>
                    <a:pt x="12481" y="9675"/>
                    <a:pt x="9674" y="12482"/>
                    <a:pt x="6241" y="12482"/>
                  </a:cubicBezTo>
                  <a:cubicBezTo>
                    <a:pt x="2782" y="12482"/>
                    <a:pt x="0" y="9675"/>
                    <a:pt x="0" y="6242"/>
                  </a:cubicBezTo>
                  <a:cubicBezTo>
                    <a:pt x="0" y="2783"/>
                    <a:pt x="2782" y="1"/>
                    <a:pt x="6241" y="1"/>
                  </a:cubicBezTo>
                  <a:cubicBezTo>
                    <a:pt x="9674" y="1"/>
                    <a:pt x="12481" y="2783"/>
                    <a:pt x="12481" y="6242"/>
                  </a:cubicBezTo>
                  <a:close/>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2750;p51">
              <a:extLst>
                <a:ext uri="{FF2B5EF4-FFF2-40B4-BE49-F238E27FC236}">
                  <a16:creationId xmlns:a16="http://schemas.microsoft.com/office/drawing/2014/main" id="{638051F3-8C98-9293-733C-C2651B662B0C}"/>
                </a:ext>
              </a:extLst>
            </p:cNvPr>
            <p:cNvSpPr/>
            <p:nvPr/>
          </p:nvSpPr>
          <p:spPr>
            <a:xfrm>
              <a:off x="6542451" y="3692779"/>
              <a:ext cx="163102" cy="163138"/>
            </a:xfrm>
            <a:custGeom>
              <a:avLst/>
              <a:gdLst/>
              <a:ahLst/>
              <a:cxnLst/>
              <a:rect l="l" t="t" r="r" b="b"/>
              <a:pathLst>
                <a:path w="4587" h="4588" extrusionOk="0">
                  <a:moveTo>
                    <a:pt x="2306" y="1"/>
                  </a:moveTo>
                  <a:cubicBezTo>
                    <a:pt x="1028" y="1"/>
                    <a:pt x="0" y="1028"/>
                    <a:pt x="0" y="2307"/>
                  </a:cubicBezTo>
                  <a:cubicBezTo>
                    <a:pt x="0" y="3560"/>
                    <a:pt x="1028" y="4587"/>
                    <a:pt x="2306" y="4587"/>
                  </a:cubicBezTo>
                  <a:cubicBezTo>
                    <a:pt x="3559" y="4587"/>
                    <a:pt x="4586" y="3560"/>
                    <a:pt x="4586" y="2307"/>
                  </a:cubicBezTo>
                  <a:cubicBezTo>
                    <a:pt x="4586" y="1028"/>
                    <a:pt x="3559" y="1"/>
                    <a:pt x="2306" y="1"/>
                  </a:cubicBez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2751;p51">
              <a:extLst>
                <a:ext uri="{FF2B5EF4-FFF2-40B4-BE49-F238E27FC236}">
                  <a16:creationId xmlns:a16="http://schemas.microsoft.com/office/drawing/2014/main" id="{17E9B504-25A3-6CDE-8F99-EEE7F2FD7EEA}"/>
                </a:ext>
              </a:extLst>
            </p:cNvPr>
            <p:cNvSpPr/>
            <p:nvPr/>
          </p:nvSpPr>
          <p:spPr>
            <a:xfrm>
              <a:off x="6542451" y="3692779"/>
              <a:ext cx="163102" cy="163138"/>
            </a:xfrm>
            <a:custGeom>
              <a:avLst/>
              <a:gdLst/>
              <a:ahLst/>
              <a:cxnLst/>
              <a:rect l="l" t="t" r="r" b="b"/>
              <a:pathLst>
                <a:path w="4587" h="4588" fill="none" extrusionOk="0">
                  <a:moveTo>
                    <a:pt x="4586" y="2307"/>
                  </a:moveTo>
                  <a:cubicBezTo>
                    <a:pt x="4586" y="3560"/>
                    <a:pt x="3559" y="4587"/>
                    <a:pt x="2306" y="4587"/>
                  </a:cubicBezTo>
                  <a:cubicBezTo>
                    <a:pt x="1028" y="4587"/>
                    <a:pt x="0" y="3560"/>
                    <a:pt x="0" y="2307"/>
                  </a:cubicBezTo>
                  <a:cubicBezTo>
                    <a:pt x="0" y="1028"/>
                    <a:pt x="1028" y="1"/>
                    <a:pt x="2306" y="1"/>
                  </a:cubicBezTo>
                  <a:cubicBezTo>
                    <a:pt x="3559" y="1"/>
                    <a:pt x="4586" y="1028"/>
                    <a:pt x="4586" y="2307"/>
                  </a:cubicBezTo>
                  <a:close/>
                </a:path>
              </a:pathLst>
            </a:custGeom>
            <a:noFill/>
            <a:ln w="1065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2752;p51">
              <a:extLst>
                <a:ext uri="{FF2B5EF4-FFF2-40B4-BE49-F238E27FC236}">
                  <a16:creationId xmlns:a16="http://schemas.microsoft.com/office/drawing/2014/main" id="{184FF905-6A4E-E4D8-C3BC-BF54670A997D}"/>
                </a:ext>
              </a:extLst>
            </p:cNvPr>
            <p:cNvSpPr/>
            <p:nvPr/>
          </p:nvSpPr>
          <p:spPr>
            <a:xfrm>
              <a:off x="6575414" y="3725778"/>
              <a:ext cx="97179" cy="97143"/>
            </a:xfrm>
            <a:custGeom>
              <a:avLst/>
              <a:gdLst/>
              <a:ahLst/>
              <a:cxnLst/>
              <a:rect l="l" t="t" r="r" b="b"/>
              <a:pathLst>
                <a:path w="2733" h="2732" extrusionOk="0">
                  <a:moveTo>
                    <a:pt x="1379" y="0"/>
                  </a:moveTo>
                  <a:cubicBezTo>
                    <a:pt x="627" y="0"/>
                    <a:pt x="0" y="627"/>
                    <a:pt x="0" y="1379"/>
                  </a:cubicBezTo>
                  <a:cubicBezTo>
                    <a:pt x="0" y="2130"/>
                    <a:pt x="627" y="2732"/>
                    <a:pt x="1379" y="2732"/>
                  </a:cubicBezTo>
                  <a:cubicBezTo>
                    <a:pt x="2131" y="2732"/>
                    <a:pt x="2732" y="2130"/>
                    <a:pt x="2732" y="1379"/>
                  </a:cubicBezTo>
                  <a:cubicBezTo>
                    <a:pt x="2732" y="627"/>
                    <a:pt x="2131" y="0"/>
                    <a:pt x="1379" y="0"/>
                  </a:cubicBez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2753;p51">
              <a:extLst>
                <a:ext uri="{FF2B5EF4-FFF2-40B4-BE49-F238E27FC236}">
                  <a16:creationId xmlns:a16="http://schemas.microsoft.com/office/drawing/2014/main" id="{88C61876-0529-221E-54A9-741CFDAE8202}"/>
                </a:ext>
              </a:extLst>
            </p:cNvPr>
            <p:cNvSpPr/>
            <p:nvPr/>
          </p:nvSpPr>
          <p:spPr>
            <a:xfrm>
              <a:off x="6575414" y="3725778"/>
              <a:ext cx="97179" cy="97143"/>
            </a:xfrm>
            <a:custGeom>
              <a:avLst/>
              <a:gdLst/>
              <a:ahLst/>
              <a:cxnLst/>
              <a:rect l="l" t="t" r="r" b="b"/>
              <a:pathLst>
                <a:path w="2733" h="2732" fill="none" extrusionOk="0">
                  <a:moveTo>
                    <a:pt x="2732" y="1379"/>
                  </a:moveTo>
                  <a:cubicBezTo>
                    <a:pt x="2732" y="2130"/>
                    <a:pt x="2131" y="2732"/>
                    <a:pt x="1379" y="2732"/>
                  </a:cubicBezTo>
                  <a:cubicBezTo>
                    <a:pt x="627" y="2732"/>
                    <a:pt x="0" y="2130"/>
                    <a:pt x="0" y="1379"/>
                  </a:cubicBezTo>
                  <a:cubicBezTo>
                    <a:pt x="0" y="627"/>
                    <a:pt x="627" y="0"/>
                    <a:pt x="1379" y="0"/>
                  </a:cubicBezTo>
                  <a:cubicBezTo>
                    <a:pt x="2131" y="0"/>
                    <a:pt x="2732" y="627"/>
                    <a:pt x="2732" y="1379"/>
                  </a:cubicBezTo>
                  <a:close/>
                </a:path>
              </a:pathLst>
            </a:custGeom>
            <a:noFill/>
            <a:ln w="1065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2754;p51">
              <a:extLst>
                <a:ext uri="{FF2B5EF4-FFF2-40B4-BE49-F238E27FC236}">
                  <a16:creationId xmlns:a16="http://schemas.microsoft.com/office/drawing/2014/main" id="{2FAC6462-9A60-214A-730A-0D6AF1C418A6}"/>
                </a:ext>
              </a:extLst>
            </p:cNvPr>
            <p:cNvSpPr/>
            <p:nvPr/>
          </p:nvSpPr>
          <p:spPr>
            <a:xfrm>
              <a:off x="6217160" y="3307785"/>
              <a:ext cx="412645" cy="301243"/>
            </a:xfrm>
            <a:custGeom>
              <a:avLst/>
              <a:gdLst/>
              <a:ahLst/>
              <a:cxnLst/>
              <a:rect l="l" t="t" r="r" b="b"/>
              <a:pathLst>
                <a:path w="11605" h="8472" fill="none" extrusionOk="0">
                  <a:moveTo>
                    <a:pt x="0" y="1"/>
                  </a:moveTo>
                  <a:lnTo>
                    <a:pt x="11604" y="8472"/>
                  </a:ln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2755;p51">
              <a:extLst>
                <a:ext uri="{FF2B5EF4-FFF2-40B4-BE49-F238E27FC236}">
                  <a16:creationId xmlns:a16="http://schemas.microsoft.com/office/drawing/2014/main" id="{8E5E66F2-405C-984E-0D58-BCFF6FEC0918}"/>
                </a:ext>
              </a:extLst>
            </p:cNvPr>
            <p:cNvSpPr/>
            <p:nvPr/>
          </p:nvSpPr>
          <p:spPr>
            <a:xfrm>
              <a:off x="4621889" y="3338970"/>
              <a:ext cx="848438" cy="579303"/>
            </a:xfrm>
            <a:custGeom>
              <a:avLst/>
              <a:gdLst/>
              <a:ahLst/>
              <a:cxnLst/>
              <a:rect l="l" t="t" r="r" b="b"/>
              <a:pathLst>
                <a:path w="23861" h="16292" extrusionOk="0">
                  <a:moveTo>
                    <a:pt x="1" y="1"/>
                  </a:moveTo>
                  <a:lnTo>
                    <a:pt x="1" y="16292"/>
                  </a:lnTo>
                  <a:lnTo>
                    <a:pt x="23860" y="16292"/>
                  </a:lnTo>
                  <a:lnTo>
                    <a:pt x="23860" y="1"/>
                  </a:lnTo>
                  <a:close/>
                </a:path>
              </a:pathLst>
            </a:custGeom>
            <a:solidFill>
              <a:srgbClr val="FFFFFF"/>
            </a:solidFill>
            <a:ln w="10650" cap="rnd"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2756;p51">
              <a:extLst>
                <a:ext uri="{FF2B5EF4-FFF2-40B4-BE49-F238E27FC236}">
                  <a16:creationId xmlns:a16="http://schemas.microsoft.com/office/drawing/2014/main" id="{6F5D472D-7132-3F42-E767-2A4AC8B1E0C6}"/>
                </a:ext>
              </a:extLst>
            </p:cNvPr>
            <p:cNvSpPr/>
            <p:nvPr/>
          </p:nvSpPr>
          <p:spPr>
            <a:xfrm>
              <a:off x="4665555" y="3382636"/>
              <a:ext cx="761997" cy="492863"/>
            </a:xfrm>
            <a:custGeom>
              <a:avLst/>
              <a:gdLst/>
              <a:ahLst/>
              <a:cxnLst/>
              <a:rect l="l" t="t" r="r" b="b"/>
              <a:pathLst>
                <a:path w="21430" h="13861" extrusionOk="0">
                  <a:moveTo>
                    <a:pt x="1" y="1"/>
                  </a:moveTo>
                  <a:lnTo>
                    <a:pt x="1" y="13861"/>
                  </a:lnTo>
                  <a:lnTo>
                    <a:pt x="21429" y="13861"/>
                  </a:lnTo>
                  <a:lnTo>
                    <a:pt x="21429" y="1"/>
                  </a:lnTo>
                  <a:close/>
                </a:path>
              </a:pathLst>
            </a:custGeom>
            <a:solidFill>
              <a:srgbClr val="FFFFFF"/>
            </a:solidFill>
            <a:ln w="10650" cap="rnd"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2757;p51">
              <a:extLst>
                <a:ext uri="{FF2B5EF4-FFF2-40B4-BE49-F238E27FC236}">
                  <a16:creationId xmlns:a16="http://schemas.microsoft.com/office/drawing/2014/main" id="{C06861D5-B822-4A7D-3E81-A70D41835F26}"/>
                </a:ext>
              </a:extLst>
            </p:cNvPr>
            <p:cNvSpPr/>
            <p:nvPr/>
          </p:nvSpPr>
          <p:spPr>
            <a:xfrm>
              <a:off x="4719035" y="3417412"/>
              <a:ext cx="346686" cy="386794"/>
            </a:xfrm>
            <a:custGeom>
              <a:avLst/>
              <a:gdLst/>
              <a:ahLst/>
              <a:cxnLst/>
              <a:rect l="l" t="t" r="r" b="b"/>
              <a:pathLst>
                <a:path w="9750" h="10878" fill="none" extrusionOk="0">
                  <a:moveTo>
                    <a:pt x="8923" y="8522"/>
                  </a:moveTo>
                  <a:cubicBezTo>
                    <a:pt x="8923" y="8522"/>
                    <a:pt x="9199" y="8948"/>
                    <a:pt x="8697" y="9173"/>
                  </a:cubicBezTo>
                  <a:cubicBezTo>
                    <a:pt x="8597" y="9274"/>
                    <a:pt x="8547" y="9449"/>
                    <a:pt x="8622" y="9599"/>
                  </a:cubicBezTo>
                  <a:cubicBezTo>
                    <a:pt x="8672" y="9650"/>
                    <a:pt x="8672" y="9725"/>
                    <a:pt x="8672" y="9800"/>
                  </a:cubicBezTo>
                  <a:lnTo>
                    <a:pt x="8672" y="9800"/>
                  </a:lnTo>
                  <a:cubicBezTo>
                    <a:pt x="8672" y="10051"/>
                    <a:pt x="8397" y="10201"/>
                    <a:pt x="8171" y="10101"/>
                  </a:cubicBezTo>
                  <a:lnTo>
                    <a:pt x="6717" y="9324"/>
                  </a:lnTo>
                  <a:lnTo>
                    <a:pt x="6793" y="10878"/>
                  </a:lnTo>
                  <a:lnTo>
                    <a:pt x="2657" y="10828"/>
                  </a:lnTo>
                  <a:lnTo>
                    <a:pt x="2607" y="7870"/>
                  </a:lnTo>
                  <a:cubicBezTo>
                    <a:pt x="2607" y="7870"/>
                    <a:pt x="2181" y="7444"/>
                    <a:pt x="1730" y="6968"/>
                  </a:cubicBezTo>
                  <a:cubicBezTo>
                    <a:pt x="1" y="5163"/>
                    <a:pt x="452" y="2206"/>
                    <a:pt x="2657" y="1028"/>
                  </a:cubicBezTo>
                  <a:cubicBezTo>
                    <a:pt x="2757" y="978"/>
                    <a:pt x="2808" y="953"/>
                    <a:pt x="2808" y="953"/>
                  </a:cubicBezTo>
                  <a:cubicBezTo>
                    <a:pt x="5414" y="0"/>
                    <a:pt x="8873" y="376"/>
                    <a:pt x="8873" y="5063"/>
                  </a:cubicBezTo>
                  <a:lnTo>
                    <a:pt x="8747" y="5539"/>
                  </a:lnTo>
                  <a:lnTo>
                    <a:pt x="9750" y="7569"/>
                  </a:lnTo>
                  <a:lnTo>
                    <a:pt x="8873" y="7845"/>
                  </a:lnTo>
                  <a:cubicBezTo>
                    <a:pt x="8873" y="7845"/>
                    <a:pt x="9299" y="8171"/>
                    <a:pt x="8923" y="8522"/>
                  </a:cubicBezTo>
                  <a:close/>
                </a:path>
              </a:pathLst>
            </a:custGeom>
            <a:noFill/>
            <a:ln w="1065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2758;p51">
              <a:extLst>
                <a:ext uri="{FF2B5EF4-FFF2-40B4-BE49-F238E27FC236}">
                  <a16:creationId xmlns:a16="http://schemas.microsoft.com/office/drawing/2014/main" id="{09CBBA72-127C-C107-01F3-BC32BF9FFE76}"/>
                </a:ext>
              </a:extLst>
            </p:cNvPr>
            <p:cNvSpPr/>
            <p:nvPr/>
          </p:nvSpPr>
          <p:spPr>
            <a:xfrm>
              <a:off x="4572000" y="3918257"/>
              <a:ext cx="951803" cy="58848"/>
            </a:xfrm>
            <a:custGeom>
              <a:avLst/>
              <a:gdLst/>
              <a:ahLst/>
              <a:cxnLst/>
              <a:rect l="l" t="t" r="r" b="b"/>
              <a:pathLst>
                <a:path w="26768" h="1655" extrusionOk="0">
                  <a:moveTo>
                    <a:pt x="0" y="1"/>
                  </a:moveTo>
                  <a:lnTo>
                    <a:pt x="0" y="1655"/>
                  </a:lnTo>
                  <a:lnTo>
                    <a:pt x="26767" y="1655"/>
                  </a:lnTo>
                  <a:lnTo>
                    <a:pt x="26767" y="1"/>
                  </a:ln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2759;p51">
              <a:extLst>
                <a:ext uri="{FF2B5EF4-FFF2-40B4-BE49-F238E27FC236}">
                  <a16:creationId xmlns:a16="http://schemas.microsoft.com/office/drawing/2014/main" id="{949A5515-28ED-B350-014A-B5614DC7C960}"/>
                </a:ext>
              </a:extLst>
            </p:cNvPr>
            <p:cNvSpPr/>
            <p:nvPr/>
          </p:nvSpPr>
          <p:spPr>
            <a:xfrm>
              <a:off x="5174436" y="3523448"/>
              <a:ext cx="35700" cy="244244"/>
            </a:xfrm>
            <a:custGeom>
              <a:avLst/>
              <a:gdLst/>
              <a:ahLst/>
              <a:cxnLst/>
              <a:rect l="l" t="t" r="r" b="b"/>
              <a:pathLst>
                <a:path w="1004" h="6869" extrusionOk="0">
                  <a:moveTo>
                    <a:pt x="1" y="1"/>
                  </a:moveTo>
                  <a:lnTo>
                    <a:pt x="1" y="6868"/>
                  </a:lnTo>
                  <a:lnTo>
                    <a:pt x="1003" y="6868"/>
                  </a:lnTo>
                  <a:lnTo>
                    <a:pt x="1003" y="1"/>
                  </a:lnTo>
                  <a:close/>
                </a:path>
              </a:pathLst>
            </a:custGeom>
            <a:solidFill>
              <a:srgbClr val="606060"/>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2760;p51">
              <a:extLst>
                <a:ext uri="{FF2B5EF4-FFF2-40B4-BE49-F238E27FC236}">
                  <a16:creationId xmlns:a16="http://schemas.microsoft.com/office/drawing/2014/main" id="{183895F3-49F5-32D1-594B-6FD55876E277}"/>
                </a:ext>
              </a:extLst>
            </p:cNvPr>
            <p:cNvSpPr/>
            <p:nvPr/>
          </p:nvSpPr>
          <p:spPr>
            <a:xfrm>
              <a:off x="5174436" y="3610816"/>
              <a:ext cx="35700" cy="156880"/>
            </a:xfrm>
            <a:custGeom>
              <a:avLst/>
              <a:gdLst/>
              <a:ahLst/>
              <a:cxnLst/>
              <a:rect l="l" t="t" r="r" b="b"/>
              <a:pathLst>
                <a:path w="1004" h="4412" extrusionOk="0">
                  <a:moveTo>
                    <a:pt x="1" y="0"/>
                  </a:moveTo>
                  <a:lnTo>
                    <a:pt x="1" y="4411"/>
                  </a:lnTo>
                  <a:lnTo>
                    <a:pt x="1003" y="4411"/>
                  </a:lnTo>
                  <a:lnTo>
                    <a:pt x="1003" y="0"/>
                  </a:ln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2761;p51">
              <a:extLst>
                <a:ext uri="{FF2B5EF4-FFF2-40B4-BE49-F238E27FC236}">
                  <a16:creationId xmlns:a16="http://schemas.microsoft.com/office/drawing/2014/main" id="{4B5BE7BD-1455-4372-B975-72778DCAE096}"/>
                </a:ext>
              </a:extLst>
            </p:cNvPr>
            <p:cNvSpPr/>
            <p:nvPr/>
          </p:nvSpPr>
          <p:spPr>
            <a:xfrm>
              <a:off x="5239508" y="3523448"/>
              <a:ext cx="36553" cy="244244"/>
            </a:xfrm>
            <a:custGeom>
              <a:avLst/>
              <a:gdLst/>
              <a:ahLst/>
              <a:cxnLst/>
              <a:rect l="l" t="t" r="r" b="b"/>
              <a:pathLst>
                <a:path w="1028" h="6869" extrusionOk="0">
                  <a:moveTo>
                    <a:pt x="0" y="1"/>
                  </a:moveTo>
                  <a:lnTo>
                    <a:pt x="0" y="6868"/>
                  </a:lnTo>
                  <a:lnTo>
                    <a:pt x="1028" y="6868"/>
                  </a:lnTo>
                  <a:lnTo>
                    <a:pt x="1028" y="1"/>
                  </a:lnTo>
                  <a:close/>
                </a:path>
              </a:pathLst>
            </a:custGeom>
            <a:solidFill>
              <a:srgbClr val="606060"/>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2762;p51">
              <a:extLst>
                <a:ext uri="{FF2B5EF4-FFF2-40B4-BE49-F238E27FC236}">
                  <a16:creationId xmlns:a16="http://schemas.microsoft.com/office/drawing/2014/main" id="{8A176340-44F6-7E33-8C6D-81858450E47B}"/>
                </a:ext>
              </a:extLst>
            </p:cNvPr>
            <p:cNvSpPr/>
            <p:nvPr/>
          </p:nvSpPr>
          <p:spPr>
            <a:xfrm>
              <a:off x="5239508" y="3553780"/>
              <a:ext cx="36553" cy="213914"/>
            </a:xfrm>
            <a:custGeom>
              <a:avLst/>
              <a:gdLst/>
              <a:ahLst/>
              <a:cxnLst/>
              <a:rect l="l" t="t" r="r" b="b"/>
              <a:pathLst>
                <a:path w="1028" h="6016" extrusionOk="0">
                  <a:moveTo>
                    <a:pt x="0" y="0"/>
                  </a:moveTo>
                  <a:lnTo>
                    <a:pt x="0" y="6015"/>
                  </a:lnTo>
                  <a:lnTo>
                    <a:pt x="1028" y="6015"/>
                  </a:lnTo>
                  <a:lnTo>
                    <a:pt x="1028" y="0"/>
                  </a:ln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2763;p51">
              <a:extLst>
                <a:ext uri="{FF2B5EF4-FFF2-40B4-BE49-F238E27FC236}">
                  <a16:creationId xmlns:a16="http://schemas.microsoft.com/office/drawing/2014/main" id="{678DFE22-B9BF-567B-69FD-ACD4F998B515}"/>
                </a:ext>
              </a:extLst>
            </p:cNvPr>
            <p:cNvSpPr/>
            <p:nvPr/>
          </p:nvSpPr>
          <p:spPr>
            <a:xfrm>
              <a:off x="5305434" y="3523448"/>
              <a:ext cx="35700" cy="244244"/>
            </a:xfrm>
            <a:custGeom>
              <a:avLst/>
              <a:gdLst/>
              <a:ahLst/>
              <a:cxnLst/>
              <a:rect l="l" t="t" r="r" b="b"/>
              <a:pathLst>
                <a:path w="1004" h="6869" extrusionOk="0">
                  <a:moveTo>
                    <a:pt x="1" y="1"/>
                  </a:moveTo>
                  <a:lnTo>
                    <a:pt x="1" y="6868"/>
                  </a:lnTo>
                  <a:lnTo>
                    <a:pt x="1003" y="6868"/>
                  </a:lnTo>
                  <a:lnTo>
                    <a:pt x="1003" y="1"/>
                  </a:lnTo>
                  <a:close/>
                </a:path>
              </a:pathLst>
            </a:custGeom>
            <a:solidFill>
              <a:srgbClr val="606060"/>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2764;p51">
              <a:extLst>
                <a:ext uri="{FF2B5EF4-FFF2-40B4-BE49-F238E27FC236}">
                  <a16:creationId xmlns:a16="http://schemas.microsoft.com/office/drawing/2014/main" id="{D1E9096F-95A6-4B04-69D9-1C16756C4EB3}"/>
                </a:ext>
              </a:extLst>
            </p:cNvPr>
            <p:cNvSpPr/>
            <p:nvPr/>
          </p:nvSpPr>
          <p:spPr>
            <a:xfrm>
              <a:off x="5305434" y="3678520"/>
              <a:ext cx="35700" cy="89178"/>
            </a:xfrm>
            <a:custGeom>
              <a:avLst/>
              <a:gdLst/>
              <a:ahLst/>
              <a:cxnLst/>
              <a:rect l="l" t="t" r="r" b="b"/>
              <a:pathLst>
                <a:path w="1004" h="2508" extrusionOk="0">
                  <a:moveTo>
                    <a:pt x="1" y="1"/>
                  </a:moveTo>
                  <a:lnTo>
                    <a:pt x="1" y="2507"/>
                  </a:lnTo>
                  <a:lnTo>
                    <a:pt x="1003" y="2507"/>
                  </a:lnTo>
                  <a:lnTo>
                    <a:pt x="1003" y="1"/>
                  </a:ln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2765;p51">
              <a:extLst>
                <a:ext uri="{FF2B5EF4-FFF2-40B4-BE49-F238E27FC236}">
                  <a16:creationId xmlns:a16="http://schemas.microsoft.com/office/drawing/2014/main" id="{C0530DB8-E91B-1355-6AC5-3EB22FD95617}"/>
                </a:ext>
              </a:extLst>
            </p:cNvPr>
            <p:cNvSpPr/>
            <p:nvPr/>
          </p:nvSpPr>
          <p:spPr>
            <a:xfrm>
              <a:off x="4755590" y="3448597"/>
              <a:ext cx="137252" cy="137288"/>
            </a:xfrm>
            <a:custGeom>
              <a:avLst/>
              <a:gdLst/>
              <a:ahLst/>
              <a:cxnLst/>
              <a:rect l="l" t="t" r="r" b="b"/>
              <a:pathLst>
                <a:path w="3860" h="3861" extrusionOk="0">
                  <a:moveTo>
                    <a:pt x="1930" y="1"/>
                  </a:moveTo>
                  <a:cubicBezTo>
                    <a:pt x="877" y="1"/>
                    <a:pt x="0" y="878"/>
                    <a:pt x="0" y="1930"/>
                  </a:cubicBezTo>
                  <a:cubicBezTo>
                    <a:pt x="0" y="2983"/>
                    <a:pt x="877" y="3860"/>
                    <a:pt x="1930" y="3860"/>
                  </a:cubicBezTo>
                  <a:cubicBezTo>
                    <a:pt x="3008" y="3860"/>
                    <a:pt x="3860" y="2983"/>
                    <a:pt x="3860" y="1930"/>
                  </a:cubicBezTo>
                  <a:cubicBezTo>
                    <a:pt x="3860" y="878"/>
                    <a:pt x="3008" y="1"/>
                    <a:pt x="1930" y="1"/>
                  </a:cubicBez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2766;p51">
              <a:extLst>
                <a:ext uri="{FF2B5EF4-FFF2-40B4-BE49-F238E27FC236}">
                  <a16:creationId xmlns:a16="http://schemas.microsoft.com/office/drawing/2014/main" id="{ABB32DAF-CFD3-928E-93BA-9111B3954895}"/>
                </a:ext>
              </a:extLst>
            </p:cNvPr>
            <p:cNvSpPr/>
            <p:nvPr/>
          </p:nvSpPr>
          <p:spPr>
            <a:xfrm>
              <a:off x="4800145" y="3493152"/>
              <a:ext cx="48145" cy="48180"/>
            </a:xfrm>
            <a:custGeom>
              <a:avLst/>
              <a:gdLst/>
              <a:ahLst/>
              <a:cxnLst/>
              <a:rect l="l" t="t" r="r" b="b"/>
              <a:pathLst>
                <a:path w="1354" h="1355" extrusionOk="0">
                  <a:moveTo>
                    <a:pt x="677" y="1"/>
                  </a:moveTo>
                  <a:cubicBezTo>
                    <a:pt x="301" y="1"/>
                    <a:pt x="0" y="302"/>
                    <a:pt x="0" y="677"/>
                  </a:cubicBezTo>
                  <a:cubicBezTo>
                    <a:pt x="0" y="1053"/>
                    <a:pt x="301" y="1354"/>
                    <a:pt x="677" y="1354"/>
                  </a:cubicBezTo>
                  <a:cubicBezTo>
                    <a:pt x="1053" y="1354"/>
                    <a:pt x="1354" y="1053"/>
                    <a:pt x="1354" y="677"/>
                  </a:cubicBezTo>
                  <a:cubicBezTo>
                    <a:pt x="1354" y="302"/>
                    <a:pt x="1053" y="1"/>
                    <a:pt x="677" y="1"/>
                  </a:cubicBezTo>
                  <a:close/>
                </a:path>
              </a:pathLst>
            </a:custGeom>
            <a:solidFill>
              <a:srgbClr val="606060"/>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2767;p51">
              <a:extLst>
                <a:ext uri="{FF2B5EF4-FFF2-40B4-BE49-F238E27FC236}">
                  <a16:creationId xmlns:a16="http://schemas.microsoft.com/office/drawing/2014/main" id="{FD119368-4C57-1779-B751-0911F51D2E58}"/>
                </a:ext>
              </a:extLst>
            </p:cNvPr>
            <p:cNvSpPr/>
            <p:nvPr/>
          </p:nvSpPr>
          <p:spPr>
            <a:xfrm>
              <a:off x="4877663" y="3605447"/>
              <a:ext cx="53514" cy="52625"/>
            </a:xfrm>
            <a:custGeom>
              <a:avLst/>
              <a:gdLst/>
              <a:ahLst/>
              <a:cxnLst/>
              <a:rect l="l" t="t" r="r" b="b"/>
              <a:pathLst>
                <a:path w="1505" h="1480" extrusionOk="0">
                  <a:moveTo>
                    <a:pt x="753" y="1"/>
                  </a:moveTo>
                  <a:cubicBezTo>
                    <a:pt x="352" y="1"/>
                    <a:pt x="1" y="326"/>
                    <a:pt x="1" y="753"/>
                  </a:cubicBezTo>
                  <a:cubicBezTo>
                    <a:pt x="1" y="1154"/>
                    <a:pt x="352" y="1479"/>
                    <a:pt x="753" y="1479"/>
                  </a:cubicBezTo>
                  <a:cubicBezTo>
                    <a:pt x="1179" y="1479"/>
                    <a:pt x="1504" y="1154"/>
                    <a:pt x="1504" y="753"/>
                  </a:cubicBezTo>
                  <a:cubicBezTo>
                    <a:pt x="1504" y="326"/>
                    <a:pt x="1179" y="1"/>
                    <a:pt x="753" y="1"/>
                  </a:cubicBez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2768;p51">
              <a:extLst>
                <a:ext uri="{FF2B5EF4-FFF2-40B4-BE49-F238E27FC236}">
                  <a16:creationId xmlns:a16="http://schemas.microsoft.com/office/drawing/2014/main" id="{DDA3BE44-7411-7818-E516-1B3071AC326A}"/>
                </a:ext>
              </a:extLst>
            </p:cNvPr>
            <p:cNvSpPr/>
            <p:nvPr/>
          </p:nvSpPr>
          <p:spPr>
            <a:xfrm>
              <a:off x="4895478" y="3622373"/>
              <a:ext cx="18774" cy="18774"/>
            </a:xfrm>
            <a:custGeom>
              <a:avLst/>
              <a:gdLst/>
              <a:ahLst/>
              <a:cxnLst/>
              <a:rect l="l" t="t" r="r" b="b"/>
              <a:pathLst>
                <a:path w="528" h="528" extrusionOk="0">
                  <a:moveTo>
                    <a:pt x="252" y="1"/>
                  </a:moveTo>
                  <a:cubicBezTo>
                    <a:pt x="101" y="1"/>
                    <a:pt x="1" y="126"/>
                    <a:pt x="1" y="277"/>
                  </a:cubicBezTo>
                  <a:cubicBezTo>
                    <a:pt x="1" y="402"/>
                    <a:pt x="101" y="527"/>
                    <a:pt x="252" y="527"/>
                  </a:cubicBezTo>
                  <a:cubicBezTo>
                    <a:pt x="402" y="527"/>
                    <a:pt x="527" y="402"/>
                    <a:pt x="527" y="277"/>
                  </a:cubicBezTo>
                  <a:cubicBezTo>
                    <a:pt x="527" y="126"/>
                    <a:pt x="402" y="1"/>
                    <a:pt x="252" y="1"/>
                  </a:cubicBezTo>
                  <a:close/>
                </a:path>
              </a:pathLst>
            </a:custGeom>
            <a:solidFill>
              <a:srgbClr val="606060"/>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2769;p51">
              <a:extLst>
                <a:ext uri="{FF2B5EF4-FFF2-40B4-BE49-F238E27FC236}">
                  <a16:creationId xmlns:a16="http://schemas.microsoft.com/office/drawing/2014/main" id="{F061BEFA-CBB9-5458-CE48-CF59DE3A2CA3}"/>
                </a:ext>
              </a:extLst>
            </p:cNvPr>
            <p:cNvSpPr/>
            <p:nvPr/>
          </p:nvSpPr>
          <p:spPr>
            <a:xfrm>
              <a:off x="4913328" y="3491374"/>
              <a:ext cx="99845" cy="99845"/>
            </a:xfrm>
            <a:custGeom>
              <a:avLst/>
              <a:gdLst/>
              <a:ahLst/>
              <a:cxnLst/>
              <a:rect l="l" t="t" r="r" b="b"/>
              <a:pathLst>
                <a:path w="2808" h="2808" extrusionOk="0">
                  <a:moveTo>
                    <a:pt x="1404" y="1"/>
                  </a:moveTo>
                  <a:cubicBezTo>
                    <a:pt x="627" y="1"/>
                    <a:pt x="0" y="627"/>
                    <a:pt x="0" y="1404"/>
                  </a:cubicBezTo>
                  <a:cubicBezTo>
                    <a:pt x="0" y="2181"/>
                    <a:pt x="627" y="2808"/>
                    <a:pt x="1404" y="2808"/>
                  </a:cubicBezTo>
                  <a:cubicBezTo>
                    <a:pt x="2181" y="2808"/>
                    <a:pt x="2807" y="2181"/>
                    <a:pt x="2807" y="1404"/>
                  </a:cubicBezTo>
                  <a:cubicBezTo>
                    <a:pt x="2807" y="627"/>
                    <a:pt x="2181" y="1"/>
                    <a:pt x="1404" y="1"/>
                  </a:cubicBez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2770;p51">
              <a:extLst>
                <a:ext uri="{FF2B5EF4-FFF2-40B4-BE49-F238E27FC236}">
                  <a16:creationId xmlns:a16="http://schemas.microsoft.com/office/drawing/2014/main" id="{9ECF2BC4-C892-BC66-D552-CFAB3CFFAF6B}"/>
                </a:ext>
              </a:extLst>
            </p:cNvPr>
            <p:cNvSpPr/>
            <p:nvPr/>
          </p:nvSpPr>
          <p:spPr>
            <a:xfrm>
              <a:off x="4947180" y="3525262"/>
              <a:ext cx="32108" cy="32108"/>
            </a:xfrm>
            <a:custGeom>
              <a:avLst/>
              <a:gdLst/>
              <a:ahLst/>
              <a:cxnLst/>
              <a:rect l="l" t="t" r="r" b="b"/>
              <a:pathLst>
                <a:path w="903" h="903" extrusionOk="0">
                  <a:moveTo>
                    <a:pt x="452" y="0"/>
                  </a:moveTo>
                  <a:cubicBezTo>
                    <a:pt x="201" y="0"/>
                    <a:pt x="1" y="201"/>
                    <a:pt x="1" y="451"/>
                  </a:cubicBezTo>
                  <a:cubicBezTo>
                    <a:pt x="1" y="702"/>
                    <a:pt x="201" y="902"/>
                    <a:pt x="452" y="902"/>
                  </a:cubicBezTo>
                  <a:cubicBezTo>
                    <a:pt x="702" y="902"/>
                    <a:pt x="903" y="702"/>
                    <a:pt x="903" y="451"/>
                  </a:cubicBezTo>
                  <a:cubicBezTo>
                    <a:pt x="903" y="201"/>
                    <a:pt x="702" y="0"/>
                    <a:pt x="452" y="0"/>
                  </a:cubicBezTo>
                  <a:close/>
                </a:path>
              </a:pathLst>
            </a:custGeom>
            <a:solidFill>
              <a:srgbClr val="606060"/>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2771;p51">
              <a:extLst>
                <a:ext uri="{FF2B5EF4-FFF2-40B4-BE49-F238E27FC236}">
                  <a16:creationId xmlns:a16="http://schemas.microsoft.com/office/drawing/2014/main" id="{900C4854-8167-2D5E-FD97-31E17B9B9E0C}"/>
                </a:ext>
              </a:extLst>
            </p:cNvPr>
            <p:cNvSpPr/>
            <p:nvPr/>
          </p:nvSpPr>
          <p:spPr>
            <a:xfrm>
              <a:off x="5324174" y="3928071"/>
              <a:ext cx="33886" cy="33886"/>
            </a:xfrm>
            <a:custGeom>
              <a:avLst/>
              <a:gdLst/>
              <a:ahLst/>
              <a:cxnLst/>
              <a:rect l="l" t="t" r="r" b="b"/>
              <a:pathLst>
                <a:path w="953" h="953" extrusionOk="0">
                  <a:moveTo>
                    <a:pt x="476" y="0"/>
                  </a:moveTo>
                  <a:cubicBezTo>
                    <a:pt x="226" y="0"/>
                    <a:pt x="0" y="226"/>
                    <a:pt x="0" y="477"/>
                  </a:cubicBezTo>
                  <a:cubicBezTo>
                    <a:pt x="0" y="727"/>
                    <a:pt x="226" y="953"/>
                    <a:pt x="476" y="953"/>
                  </a:cubicBezTo>
                  <a:cubicBezTo>
                    <a:pt x="727" y="953"/>
                    <a:pt x="953" y="727"/>
                    <a:pt x="953" y="477"/>
                  </a:cubicBezTo>
                  <a:cubicBezTo>
                    <a:pt x="953" y="226"/>
                    <a:pt x="727" y="0"/>
                    <a:pt x="476" y="0"/>
                  </a:cubicBez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1" name="Google Shape;2772;p51">
              <a:extLst>
                <a:ext uri="{FF2B5EF4-FFF2-40B4-BE49-F238E27FC236}">
                  <a16:creationId xmlns:a16="http://schemas.microsoft.com/office/drawing/2014/main" id="{9F1ED51E-6581-85FA-AA9F-8E3321CF979A}"/>
                </a:ext>
              </a:extLst>
            </p:cNvPr>
            <p:cNvGrpSpPr/>
            <p:nvPr/>
          </p:nvGrpSpPr>
          <p:grpSpPr>
            <a:xfrm>
              <a:off x="5080881" y="1902361"/>
              <a:ext cx="492837" cy="598021"/>
              <a:chOff x="5080881" y="1902361"/>
              <a:chExt cx="492837" cy="598021"/>
            </a:xfrm>
          </p:grpSpPr>
          <p:sp>
            <p:nvSpPr>
              <p:cNvPr id="801" name="Google Shape;2773;p51">
                <a:extLst>
                  <a:ext uri="{FF2B5EF4-FFF2-40B4-BE49-F238E27FC236}">
                    <a16:creationId xmlns:a16="http://schemas.microsoft.com/office/drawing/2014/main" id="{0048CB6E-0A25-BFB0-27BC-0F00D18DA937}"/>
                  </a:ext>
                </a:extLst>
              </p:cNvPr>
              <p:cNvSpPr/>
              <p:nvPr/>
            </p:nvSpPr>
            <p:spPr>
              <a:xfrm>
                <a:off x="5376730" y="1902361"/>
                <a:ext cx="196989" cy="170249"/>
              </a:xfrm>
              <a:custGeom>
                <a:avLst/>
                <a:gdLst/>
                <a:ahLst/>
                <a:cxnLst/>
                <a:rect l="l" t="t" r="r" b="b"/>
                <a:pathLst>
                  <a:path w="5540" h="4788" extrusionOk="0">
                    <a:moveTo>
                      <a:pt x="1379" y="1"/>
                    </a:moveTo>
                    <a:lnTo>
                      <a:pt x="1" y="2407"/>
                    </a:lnTo>
                    <a:lnTo>
                      <a:pt x="1379" y="4788"/>
                    </a:lnTo>
                    <a:lnTo>
                      <a:pt x="4161" y="4788"/>
                    </a:lnTo>
                    <a:lnTo>
                      <a:pt x="5540" y="2407"/>
                    </a:lnTo>
                    <a:lnTo>
                      <a:pt x="4161" y="1"/>
                    </a:lnTo>
                    <a:close/>
                  </a:path>
                </a:pathLst>
              </a:custGeom>
              <a:solidFill>
                <a:schemeClr val="accent4"/>
              </a:solidFill>
              <a:ln w="9525" cap="flat"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2774;p51">
                <a:extLst>
                  <a:ext uri="{FF2B5EF4-FFF2-40B4-BE49-F238E27FC236}">
                    <a16:creationId xmlns:a16="http://schemas.microsoft.com/office/drawing/2014/main" id="{A2F85729-F821-8F00-F7EA-0483D0B15323}"/>
                  </a:ext>
                </a:extLst>
              </p:cNvPr>
              <p:cNvSpPr/>
              <p:nvPr/>
            </p:nvSpPr>
            <p:spPr>
              <a:xfrm>
                <a:off x="5376730" y="1902361"/>
                <a:ext cx="196989" cy="170249"/>
              </a:xfrm>
              <a:custGeom>
                <a:avLst/>
                <a:gdLst/>
                <a:ahLst/>
                <a:cxnLst/>
                <a:rect l="l" t="t" r="r" b="b"/>
                <a:pathLst>
                  <a:path w="5540" h="4788" fill="none" extrusionOk="0">
                    <a:moveTo>
                      <a:pt x="1379" y="1"/>
                    </a:moveTo>
                    <a:lnTo>
                      <a:pt x="4161" y="1"/>
                    </a:lnTo>
                    <a:lnTo>
                      <a:pt x="5540" y="2407"/>
                    </a:lnTo>
                    <a:lnTo>
                      <a:pt x="4161" y="4788"/>
                    </a:lnTo>
                    <a:lnTo>
                      <a:pt x="1379" y="4788"/>
                    </a:lnTo>
                    <a:lnTo>
                      <a:pt x="1" y="2407"/>
                    </a:lnTo>
                    <a:close/>
                  </a:path>
                </a:pathLst>
              </a:custGeom>
              <a:solidFill>
                <a:schemeClr val="accent6"/>
              </a:solid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2775;p51">
                <a:extLst>
                  <a:ext uri="{FF2B5EF4-FFF2-40B4-BE49-F238E27FC236}">
                    <a16:creationId xmlns:a16="http://schemas.microsoft.com/office/drawing/2014/main" id="{2D431891-B7BB-1909-6214-EF18553B9BF6}"/>
                  </a:ext>
                </a:extLst>
              </p:cNvPr>
              <p:cNvSpPr/>
              <p:nvPr/>
            </p:nvSpPr>
            <p:spPr>
              <a:xfrm>
                <a:off x="5227027" y="1987916"/>
                <a:ext cx="197877" cy="170249"/>
              </a:xfrm>
              <a:custGeom>
                <a:avLst/>
                <a:gdLst/>
                <a:ahLst/>
                <a:cxnLst/>
                <a:rect l="l" t="t" r="r" b="b"/>
                <a:pathLst>
                  <a:path w="5565" h="4788" fill="none" extrusionOk="0">
                    <a:moveTo>
                      <a:pt x="1404" y="1"/>
                    </a:moveTo>
                    <a:lnTo>
                      <a:pt x="4186" y="1"/>
                    </a:lnTo>
                    <a:lnTo>
                      <a:pt x="5564" y="2382"/>
                    </a:lnTo>
                    <a:lnTo>
                      <a:pt x="4186" y="4788"/>
                    </a:lnTo>
                    <a:lnTo>
                      <a:pt x="1404" y="4788"/>
                    </a:lnTo>
                    <a:lnTo>
                      <a:pt x="0" y="2382"/>
                    </a:lnTo>
                    <a:close/>
                  </a:path>
                </a:pathLst>
              </a:custGeom>
              <a:solidFill>
                <a:schemeClr val="accent6"/>
              </a:solid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2776;p51">
                <a:extLst>
                  <a:ext uri="{FF2B5EF4-FFF2-40B4-BE49-F238E27FC236}">
                    <a16:creationId xmlns:a16="http://schemas.microsoft.com/office/drawing/2014/main" id="{354D37C5-4D2E-D462-99D0-517ADFAFCD1E}"/>
                  </a:ext>
                </a:extLst>
              </p:cNvPr>
              <p:cNvSpPr/>
              <p:nvPr/>
            </p:nvSpPr>
            <p:spPr>
              <a:xfrm>
                <a:off x="5227027" y="2158135"/>
                <a:ext cx="197877" cy="171138"/>
              </a:xfrm>
              <a:custGeom>
                <a:avLst/>
                <a:gdLst/>
                <a:ahLst/>
                <a:cxnLst/>
                <a:rect l="l" t="t" r="r" b="b"/>
                <a:pathLst>
                  <a:path w="5565" h="4813" fill="none" extrusionOk="0">
                    <a:moveTo>
                      <a:pt x="1404" y="1"/>
                    </a:moveTo>
                    <a:lnTo>
                      <a:pt x="4186" y="1"/>
                    </a:lnTo>
                    <a:lnTo>
                      <a:pt x="5564" y="2407"/>
                    </a:lnTo>
                    <a:lnTo>
                      <a:pt x="4186" y="4813"/>
                    </a:lnTo>
                    <a:lnTo>
                      <a:pt x="1404" y="4813"/>
                    </a:lnTo>
                    <a:lnTo>
                      <a:pt x="0" y="2407"/>
                    </a:lnTo>
                    <a:close/>
                  </a:path>
                </a:pathLst>
              </a:custGeom>
              <a:solidFill>
                <a:schemeClr val="accent6"/>
              </a:solid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2777;p51">
                <a:extLst>
                  <a:ext uri="{FF2B5EF4-FFF2-40B4-BE49-F238E27FC236}">
                    <a16:creationId xmlns:a16="http://schemas.microsoft.com/office/drawing/2014/main" id="{68DB0A49-433B-AF0C-92A9-104AA2735554}"/>
                  </a:ext>
                </a:extLst>
              </p:cNvPr>
              <p:cNvSpPr/>
              <p:nvPr/>
            </p:nvSpPr>
            <p:spPr>
              <a:xfrm>
                <a:off x="5227027" y="2329244"/>
                <a:ext cx="197877" cy="171138"/>
              </a:xfrm>
              <a:custGeom>
                <a:avLst/>
                <a:gdLst/>
                <a:ahLst/>
                <a:cxnLst/>
                <a:rect l="l" t="t" r="r" b="b"/>
                <a:pathLst>
                  <a:path w="5565" h="4813" fill="none" extrusionOk="0">
                    <a:moveTo>
                      <a:pt x="1404" y="1"/>
                    </a:moveTo>
                    <a:lnTo>
                      <a:pt x="4186" y="1"/>
                    </a:lnTo>
                    <a:lnTo>
                      <a:pt x="5564" y="2407"/>
                    </a:lnTo>
                    <a:lnTo>
                      <a:pt x="4186" y="4813"/>
                    </a:lnTo>
                    <a:lnTo>
                      <a:pt x="1404" y="4813"/>
                    </a:lnTo>
                    <a:lnTo>
                      <a:pt x="0" y="2407"/>
                    </a:lnTo>
                    <a:close/>
                  </a:path>
                </a:pathLst>
              </a:custGeom>
              <a:solidFill>
                <a:schemeClr val="accent6"/>
              </a:solid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2778;p51">
                <a:extLst>
                  <a:ext uri="{FF2B5EF4-FFF2-40B4-BE49-F238E27FC236}">
                    <a16:creationId xmlns:a16="http://schemas.microsoft.com/office/drawing/2014/main" id="{8A699931-8B6F-C758-81B7-06D219D4F658}"/>
                  </a:ext>
                </a:extLst>
              </p:cNvPr>
              <p:cNvSpPr/>
              <p:nvPr/>
            </p:nvSpPr>
            <p:spPr>
              <a:xfrm>
                <a:off x="5080881" y="2072581"/>
                <a:ext cx="197842" cy="171138"/>
              </a:xfrm>
              <a:custGeom>
                <a:avLst/>
                <a:gdLst/>
                <a:ahLst/>
                <a:cxnLst/>
                <a:rect l="l" t="t" r="r" b="b"/>
                <a:pathLst>
                  <a:path w="5564" h="4813" fill="none" extrusionOk="0">
                    <a:moveTo>
                      <a:pt x="1404" y="1"/>
                    </a:moveTo>
                    <a:lnTo>
                      <a:pt x="4160" y="1"/>
                    </a:lnTo>
                    <a:lnTo>
                      <a:pt x="5564" y="2407"/>
                    </a:lnTo>
                    <a:lnTo>
                      <a:pt x="4160" y="4813"/>
                    </a:lnTo>
                    <a:lnTo>
                      <a:pt x="1404" y="4813"/>
                    </a:lnTo>
                    <a:lnTo>
                      <a:pt x="0" y="2407"/>
                    </a:lnTo>
                    <a:close/>
                  </a:path>
                </a:pathLst>
              </a:custGeom>
              <a:solidFill>
                <a:schemeClr val="accent6"/>
              </a:solid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2" name="Google Shape;2779;p51">
              <a:extLst>
                <a:ext uri="{FF2B5EF4-FFF2-40B4-BE49-F238E27FC236}">
                  <a16:creationId xmlns:a16="http://schemas.microsoft.com/office/drawing/2014/main" id="{E10C9A93-B935-0A5D-188D-70B0CA82A8B2}"/>
                </a:ext>
              </a:extLst>
            </p:cNvPr>
            <p:cNvGrpSpPr/>
            <p:nvPr/>
          </p:nvGrpSpPr>
          <p:grpSpPr>
            <a:xfrm>
              <a:off x="4649320" y="4129369"/>
              <a:ext cx="873399" cy="81142"/>
              <a:chOff x="4649320" y="4129369"/>
              <a:chExt cx="873399" cy="81142"/>
            </a:xfrm>
          </p:grpSpPr>
          <p:sp>
            <p:nvSpPr>
              <p:cNvPr id="784" name="Google Shape;2780;p51">
                <a:extLst>
                  <a:ext uri="{FF2B5EF4-FFF2-40B4-BE49-F238E27FC236}">
                    <a16:creationId xmlns:a16="http://schemas.microsoft.com/office/drawing/2014/main" id="{7A1A0CBD-C868-97C8-DA79-E80F1C8FF364}"/>
                  </a:ext>
                </a:extLst>
              </p:cNvPr>
              <p:cNvSpPr/>
              <p:nvPr/>
            </p:nvSpPr>
            <p:spPr>
              <a:xfrm>
                <a:off x="4649320" y="4129369"/>
                <a:ext cx="28553" cy="81142"/>
              </a:xfrm>
              <a:custGeom>
                <a:avLst/>
                <a:gdLst/>
                <a:ahLst/>
                <a:cxnLst/>
                <a:rect l="l" t="t" r="r" b="b"/>
                <a:pathLst>
                  <a:path w="803" h="2282" extrusionOk="0">
                    <a:moveTo>
                      <a:pt x="1" y="1"/>
                    </a:moveTo>
                    <a:lnTo>
                      <a:pt x="1" y="2281"/>
                    </a:lnTo>
                    <a:lnTo>
                      <a:pt x="803" y="2281"/>
                    </a:lnTo>
                    <a:lnTo>
                      <a:pt x="803" y="1"/>
                    </a:ln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2781;p51">
                <a:extLst>
                  <a:ext uri="{FF2B5EF4-FFF2-40B4-BE49-F238E27FC236}">
                    <a16:creationId xmlns:a16="http://schemas.microsoft.com/office/drawing/2014/main" id="{E16393B7-C6C2-5927-E288-DC2B1015B4AF}"/>
                  </a:ext>
                </a:extLst>
              </p:cNvPr>
              <p:cNvSpPr/>
              <p:nvPr/>
            </p:nvSpPr>
            <p:spPr>
              <a:xfrm>
                <a:off x="4702799" y="4129369"/>
                <a:ext cx="28553" cy="81142"/>
              </a:xfrm>
              <a:custGeom>
                <a:avLst/>
                <a:gdLst/>
                <a:ahLst/>
                <a:cxnLst/>
                <a:rect l="l" t="t" r="r" b="b"/>
                <a:pathLst>
                  <a:path w="803" h="2282" extrusionOk="0">
                    <a:moveTo>
                      <a:pt x="0" y="1"/>
                    </a:moveTo>
                    <a:lnTo>
                      <a:pt x="0" y="2281"/>
                    </a:lnTo>
                    <a:lnTo>
                      <a:pt x="802" y="2281"/>
                    </a:lnTo>
                    <a:lnTo>
                      <a:pt x="802" y="1"/>
                    </a:ln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2782;p51">
                <a:extLst>
                  <a:ext uri="{FF2B5EF4-FFF2-40B4-BE49-F238E27FC236}">
                    <a16:creationId xmlns:a16="http://schemas.microsoft.com/office/drawing/2014/main" id="{7D0FB0D7-A45E-0F33-0FC2-B91D7029419A}"/>
                  </a:ext>
                </a:extLst>
              </p:cNvPr>
              <p:cNvSpPr/>
              <p:nvPr/>
            </p:nvSpPr>
            <p:spPr>
              <a:xfrm>
                <a:off x="4755388" y="4129369"/>
                <a:ext cx="28553" cy="81142"/>
              </a:xfrm>
              <a:custGeom>
                <a:avLst/>
                <a:gdLst/>
                <a:ahLst/>
                <a:cxnLst/>
                <a:rect l="l" t="t" r="r" b="b"/>
                <a:pathLst>
                  <a:path w="803" h="2282" extrusionOk="0">
                    <a:moveTo>
                      <a:pt x="0" y="1"/>
                    </a:moveTo>
                    <a:lnTo>
                      <a:pt x="0" y="2281"/>
                    </a:lnTo>
                    <a:lnTo>
                      <a:pt x="802" y="2281"/>
                    </a:lnTo>
                    <a:lnTo>
                      <a:pt x="802" y="1"/>
                    </a:ln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2783;p51">
                <a:extLst>
                  <a:ext uri="{FF2B5EF4-FFF2-40B4-BE49-F238E27FC236}">
                    <a16:creationId xmlns:a16="http://schemas.microsoft.com/office/drawing/2014/main" id="{A085EB6F-95BE-D6E1-FEBC-B13DA7356A95}"/>
                  </a:ext>
                </a:extLst>
              </p:cNvPr>
              <p:cNvSpPr/>
              <p:nvPr/>
            </p:nvSpPr>
            <p:spPr>
              <a:xfrm>
                <a:off x="4807942" y="4129369"/>
                <a:ext cx="28553" cy="81142"/>
              </a:xfrm>
              <a:custGeom>
                <a:avLst/>
                <a:gdLst/>
                <a:ahLst/>
                <a:cxnLst/>
                <a:rect l="l" t="t" r="r" b="b"/>
                <a:pathLst>
                  <a:path w="803" h="2282" extrusionOk="0">
                    <a:moveTo>
                      <a:pt x="1" y="1"/>
                    </a:moveTo>
                    <a:lnTo>
                      <a:pt x="1" y="2281"/>
                    </a:lnTo>
                    <a:lnTo>
                      <a:pt x="803" y="2281"/>
                    </a:lnTo>
                    <a:lnTo>
                      <a:pt x="803" y="1"/>
                    </a:ln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2784;p51">
                <a:extLst>
                  <a:ext uri="{FF2B5EF4-FFF2-40B4-BE49-F238E27FC236}">
                    <a16:creationId xmlns:a16="http://schemas.microsoft.com/office/drawing/2014/main" id="{A7F67FDA-3514-735C-7F5D-8E3B169AFEC3}"/>
                  </a:ext>
                </a:extLst>
              </p:cNvPr>
              <p:cNvSpPr/>
              <p:nvPr/>
            </p:nvSpPr>
            <p:spPr>
              <a:xfrm>
                <a:off x="4860532" y="4129369"/>
                <a:ext cx="28553" cy="81142"/>
              </a:xfrm>
              <a:custGeom>
                <a:avLst/>
                <a:gdLst/>
                <a:ahLst/>
                <a:cxnLst/>
                <a:rect l="l" t="t" r="r" b="b"/>
                <a:pathLst>
                  <a:path w="803" h="2282" extrusionOk="0">
                    <a:moveTo>
                      <a:pt x="1" y="1"/>
                    </a:moveTo>
                    <a:lnTo>
                      <a:pt x="1" y="2281"/>
                    </a:lnTo>
                    <a:lnTo>
                      <a:pt x="803" y="2281"/>
                    </a:lnTo>
                    <a:lnTo>
                      <a:pt x="803" y="1"/>
                    </a:ln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2785;p51">
                <a:extLst>
                  <a:ext uri="{FF2B5EF4-FFF2-40B4-BE49-F238E27FC236}">
                    <a16:creationId xmlns:a16="http://schemas.microsoft.com/office/drawing/2014/main" id="{5E008903-2D3F-E49E-D510-EB2D0A5525A3}"/>
                  </a:ext>
                </a:extLst>
              </p:cNvPr>
              <p:cNvSpPr/>
              <p:nvPr/>
            </p:nvSpPr>
            <p:spPr>
              <a:xfrm>
                <a:off x="4913121" y="4129369"/>
                <a:ext cx="29442" cy="81142"/>
              </a:xfrm>
              <a:custGeom>
                <a:avLst/>
                <a:gdLst/>
                <a:ahLst/>
                <a:cxnLst/>
                <a:rect l="l" t="t" r="r" b="b"/>
                <a:pathLst>
                  <a:path w="828" h="2282" extrusionOk="0">
                    <a:moveTo>
                      <a:pt x="0" y="1"/>
                    </a:moveTo>
                    <a:lnTo>
                      <a:pt x="0" y="2281"/>
                    </a:lnTo>
                    <a:lnTo>
                      <a:pt x="827" y="2281"/>
                    </a:lnTo>
                    <a:lnTo>
                      <a:pt x="827" y="1"/>
                    </a:ln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2786;p51">
                <a:extLst>
                  <a:ext uri="{FF2B5EF4-FFF2-40B4-BE49-F238E27FC236}">
                    <a16:creationId xmlns:a16="http://schemas.microsoft.com/office/drawing/2014/main" id="{74C74376-05F3-59D2-5349-8A158A55E57E}"/>
                  </a:ext>
                </a:extLst>
              </p:cNvPr>
              <p:cNvSpPr/>
              <p:nvPr/>
            </p:nvSpPr>
            <p:spPr>
              <a:xfrm>
                <a:off x="4966564" y="4129369"/>
                <a:ext cx="28553" cy="81142"/>
              </a:xfrm>
              <a:custGeom>
                <a:avLst/>
                <a:gdLst/>
                <a:ahLst/>
                <a:cxnLst/>
                <a:rect l="l" t="t" r="r" b="b"/>
                <a:pathLst>
                  <a:path w="803" h="2282" extrusionOk="0">
                    <a:moveTo>
                      <a:pt x="1" y="1"/>
                    </a:moveTo>
                    <a:lnTo>
                      <a:pt x="1" y="2281"/>
                    </a:lnTo>
                    <a:lnTo>
                      <a:pt x="803" y="2281"/>
                    </a:lnTo>
                    <a:lnTo>
                      <a:pt x="803" y="1"/>
                    </a:ln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2787;p51">
                <a:extLst>
                  <a:ext uri="{FF2B5EF4-FFF2-40B4-BE49-F238E27FC236}">
                    <a16:creationId xmlns:a16="http://schemas.microsoft.com/office/drawing/2014/main" id="{EE7B7FBD-22FB-3EE4-70D6-F53605E96788}"/>
                  </a:ext>
                </a:extLst>
              </p:cNvPr>
              <p:cNvSpPr/>
              <p:nvPr/>
            </p:nvSpPr>
            <p:spPr>
              <a:xfrm>
                <a:off x="5019154" y="4129369"/>
                <a:ext cx="28553" cy="81142"/>
              </a:xfrm>
              <a:custGeom>
                <a:avLst/>
                <a:gdLst/>
                <a:ahLst/>
                <a:cxnLst/>
                <a:rect l="l" t="t" r="r" b="b"/>
                <a:pathLst>
                  <a:path w="803" h="2282" extrusionOk="0">
                    <a:moveTo>
                      <a:pt x="1" y="1"/>
                    </a:moveTo>
                    <a:lnTo>
                      <a:pt x="1" y="2281"/>
                    </a:lnTo>
                    <a:lnTo>
                      <a:pt x="803" y="2281"/>
                    </a:lnTo>
                    <a:lnTo>
                      <a:pt x="803" y="1"/>
                    </a:ln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2788;p51">
                <a:extLst>
                  <a:ext uri="{FF2B5EF4-FFF2-40B4-BE49-F238E27FC236}">
                    <a16:creationId xmlns:a16="http://schemas.microsoft.com/office/drawing/2014/main" id="{480EC903-689C-2603-E2BC-451CB348FBE2}"/>
                  </a:ext>
                </a:extLst>
              </p:cNvPr>
              <p:cNvSpPr/>
              <p:nvPr/>
            </p:nvSpPr>
            <p:spPr>
              <a:xfrm>
                <a:off x="5071743" y="4129369"/>
                <a:ext cx="28553" cy="81142"/>
              </a:xfrm>
              <a:custGeom>
                <a:avLst/>
                <a:gdLst/>
                <a:ahLst/>
                <a:cxnLst/>
                <a:rect l="l" t="t" r="r" b="b"/>
                <a:pathLst>
                  <a:path w="803" h="2282" extrusionOk="0">
                    <a:moveTo>
                      <a:pt x="0" y="1"/>
                    </a:moveTo>
                    <a:lnTo>
                      <a:pt x="0" y="2281"/>
                    </a:lnTo>
                    <a:lnTo>
                      <a:pt x="802" y="2281"/>
                    </a:lnTo>
                    <a:lnTo>
                      <a:pt x="802" y="1"/>
                    </a:ln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2789;p51">
                <a:extLst>
                  <a:ext uri="{FF2B5EF4-FFF2-40B4-BE49-F238E27FC236}">
                    <a16:creationId xmlns:a16="http://schemas.microsoft.com/office/drawing/2014/main" id="{19AC0E84-3851-D166-D84C-9069B4DB8958}"/>
                  </a:ext>
                </a:extLst>
              </p:cNvPr>
              <p:cNvSpPr/>
              <p:nvPr/>
            </p:nvSpPr>
            <p:spPr>
              <a:xfrm>
                <a:off x="5124333" y="4129369"/>
                <a:ext cx="28553" cy="81142"/>
              </a:xfrm>
              <a:custGeom>
                <a:avLst/>
                <a:gdLst/>
                <a:ahLst/>
                <a:cxnLst/>
                <a:rect l="l" t="t" r="r" b="b"/>
                <a:pathLst>
                  <a:path w="803" h="2282" extrusionOk="0">
                    <a:moveTo>
                      <a:pt x="0" y="1"/>
                    </a:moveTo>
                    <a:lnTo>
                      <a:pt x="0" y="2281"/>
                    </a:lnTo>
                    <a:lnTo>
                      <a:pt x="802" y="2281"/>
                    </a:lnTo>
                    <a:lnTo>
                      <a:pt x="802" y="1"/>
                    </a:ln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2790;p51">
                <a:extLst>
                  <a:ext uri="{FF2B5EF4-FFF2-40B4-BE49-F238E27FC236}">
                    <a16:creationId xmlns:a16="http://schemas.microsoft.com/office/drawing/2014/main" id="{267C0F81-FDC9-1D32-47A1-CB8BA0AF31CD}"/>
                  </a:ext>
                </a:extLst>
              </p:cNvPr>
              <p:cNvSpPr/>
              <p:nvPr/>
            </p:nvSpPr>
            <p:spPr>
              <a:xfrm>
                <a:off x="5177776" y="4129369"/>
                <a:ext cx="28553" cy="81142"/>
              </a:xfrm>
              <a:custGeom>
                <a:avLst/>
                <a:gdLst/>
                <a:ahLst/>
                <a:cxnLst/>
                <a:rect l="l" t="t" r="r" b="b"/>
                <a:pathLst>
                  <a:path w="803" h="2282" extrusionOk="0">
                    <a:moveTo>
                      <a:pt x="1" y="1"/>
                    </a:moveTo>
                    <a:lnTo>
                      <a:pt x="1" y="2281"/>
                    </a:lnTo>
                    <a:lnTo>
                      <a:pt x="803" y="2281"/>
                    </a:lnTo>
                    <a:lnTo>
                      <a:pt x="803" y="1"/>
                    </a:ln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2791;p51">
                <a:extLst>
                  <a:ext uri="{FF2B5EF4-FFF2-40B4-BE49-F238E27FC236}">
                    <a16:creationId xmlns:a16="http://schemas.microsoft.com/office/drawing/2014/main" id="{F1739328-C0F1-6375-5486-64929AA4F0D6}"/>
                  </a:ext>
                </a:extLst>
              </p:cNvPr>
              <p:cNvSpPr/>
              <p:nvPr/>
            </p:nvSpPr>
            <p:spPr>
              <a:xfrm>
                <a:off x="5230365" y="4129369"/>
                <a:ext cx="28553" cy="81142"/>
              </a:xfrm>
              <a:custGeom>
                <a:avLst/>
                <a:gdLst/>
                <a:ahLst/>
                <a:cxnLst/>
                <a:rect l="l" t="t" r="r" b="b"/>
                <a:pathLst>
                  <a:path w="803" h="2282" extrusionOk="0">
                    <a:moveTo>
                      <a:pt x="1" y="1"/>
                    </a:moveTo>
                    <a:lnTo>
                      <a:pt x="1" y="2281"/>
                    </a:lnTo>
                    <a:lnTo>
                      <a:pt x="803" y="2281"/>
                    </a:lnTo>
                    <a:lnTo>
                      <a:pt x="803" y="1"/>
                    </a:ln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2792;p51">
                <a:extLst>
                  <a:ext uri="{FF2B5EF4-FFF2-40B4-BE49-F238E27FC236}">
                    <a16:creationId xmlns:a16="http://schemas.microsoft.com/office/drawing/2014/main" id="{5F1CBED7-420A-D2C0-383F-E3F8473E6342}"/>
                  </a:ext>
                </a:extLst>
              </p:cNvPr>
              <p:cNvSpPr/>
              <p:nvPr/>
            </p:nvSpPr>
            <p:spPr>
              <a:xfrm>
                <a:off x="5282955" y="4129369"/>
                <a:ext cx="28553" cy="81142"/>
              </a:xfrm>
              <a:custGeom>
                <a:avLst/>
                <a:gdLst/>
                <a:ahLst/>
                <a:cxnLst/>
                <a:rect l="l" t="t" r="r" b="b"/>
                <a:pathLst>
                  <a:path w="803" h="2282" extrusionOk="0">
                    <a:moveTo>
                      <a:pt x="0" y="1"/>
                    </a:moveTo>
                    <a:lnTo>
                      <a:pt x="0" y="2281"/>
                    </a:lnTo>
                    <a:lnTo>
                      <a:pt x="802" y="2281"/>
                    </a:lnTo>
                    <a:lnTo>
                      <a:pt x="802" y="1"/>
                    </a:ln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2793;p51">
                <a:extLst>
                  <a:ext uri="{FF2B5EF4-FFF2-40B4-BE49-F238E27FC236}">
                    <a16:creationId xmlns:a16="http://schemas.microsoft.com/office/drawing/2014/main" id="{2E5A3DA0-BD29-11C5-5302-1AB3A6C37A26}"/>
                  </a:ext>
                </a:extLst>
              </p:cNvPr>
              <p:cNvSpPr/>
              <p:nvPr/>
            </p:nvSpPr>
            <p:spPr>
              <a:xfrm>
                <a:off x="5335509" y="4129369"/>
                <a:ext cx="28553" cy="81142"/>
              </a:xfrm>
              <a:custGeom>
                <a:avLst/>
                <a:gdLst/>
                <a:ahLst/>
                <a:cxnLst/>
                <a:rect l="l" t="t" r="r" b="b"/>
                <a:pathLst>
                  <a:path w="803" h="2282" extrusionOk="0">
                    <a:moveTo>
                      <a:pt x="1" y="1"/>
                    </a:moveTo>
                    <a:lnTo>
                      <a:pt x="1" y="2281"/>
                    </a:lnTo>
                    <a:lnTo>
                      <a:pt x="803" y="2281"/>
                    </a:lnTo>
                    <a:lnTo>
                      <a:pt x="803" y="1"/>
                    </a:lnTo>
                    <a:close/>
                  </a:path>
                </a:pathLst>
              </a:custGeom>
              <a:solidFill>
                <a:schemeClr val="accent6"/>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2794;p51">
                <a:extLst>
                  <a:ext uri="{FF2B5EF4-FFF2-40B4-BE49-F238E27FC236}">
                    <a16:creationId xmlns:a16="http://schemas.microsoft.com/office/drawing/2014/main" id="{7D805872-3827-CA74-B01F-44046A207599}"/>
                  </a:ext>
                </a:extLst>
              </p:cNvPr>
              <p:cNvSpPr/>
              <p:nvPr/>
            </p:nvSpPr>
            <p:spPr>
              <a:xfrm>
                <a:off x="5388987" y="4129369"/>
                <a:ext cx="28553" cy="81142"/>
              </a:xfrm>
              <a:custGeom>
                <a:avLst/>
                <a:gdLst/>
                <a:ahLst/>
                <a:cxnLst/>
                <a:rect l="l" t="t" r="r" b="b"/>
                <a:pathLst>
                  <a:path w="803" h="2282" extrusionOk="0">
                    <a:moveTo>
                      <a:pt x="1" y="1"/>
                    </a:moveTo>
                    <a:lnTo>
                      <a:pt x="1" y="2281"/>
                    </a:lnTo>
                    <a:lnTo>
                      <a:pt x="803" y="2281"/>
                    </a:lnTo>
                    <a:lnTo>
                      <a:pt x="803" y="1"/>
                    </a:lnTo>
                    <a:close/>
                  </a:path>
                </a:pathLst>
              </a:custGeom>
              <a:solidFill>
                <a:schemeClr val="accent6"/>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2795;p51">
                <a:extLst>
                  <a:ext uri="{FF2B5EF4-FFF2-40B4-BE49-F238E27FC236}">
                    <a16:creationId xmlns:a16="http://schemas.microsoft.com/office/drawing/2014/main" id="{42B7BC20-977F-407B-A947-7316B60B7143}"/>
                  </a:ext>
                </a:extLst>
              </p:cNvPr>
              <p:cNvSpPr/>
              <p:nvPr/>
            </p:nvSpPr>
            <p:spPr>
              <a:xfrm>
                <a:off x="5441577" y="4129369"/>
                <a:ext cx="28553" cy="81142"/>
              </a:xfrm>
              <a:custGeom>
                <a:avLst/>
                <a:gdLst/>
                <a:ahLst/>
                <a:cxnLst/>
                <a:rect l="l" t="t" r="r" b="b"/>
                <a:pathLst>
                  <a:path w="803" h="2282" extrusionOk="0">
                    <a:moveTo>
                      <a:pt x="0" y="1"/>
                    </a:moveTo>
                    <a:lnTo>
                      <a:pt x="0" y="2281"/>
                    </a:lnTo>
                    <a:lnTo>
                      <a:pt x="802" y="2281"/>
                    </a:lnTo>
                    <a:lnTo>
                      <a:pt x="802" y="1"/>
                    </a:lnTo>
                    <a:close/>
                  </a:path>
                </a:pathLst>
              </a:custGeom>
              <a:solidFill>
                <a:schemeClr val="accent6"/>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2796;p51">
                <a:extLst>
                  <a:ext uri="{FF2B5EF4-FFF2-40B4-BE49-F238E27FC236}">
                    <a16:creationId xmlns:a16="http://schemas.microsoft.com/office/drawing/2014/main" id="{71961358-75F2-2789-821D-C7981B4AB38F}"/>
                  </a:ext>
                </a:extLst>
              </p:cNvPr>
              <p:cNvSpPr/>
              <p:nvPr/>
            </p:nvSpPr>
            <p:spPr>
              <a:xfrm>
                <a:off x="5494167" y="4129369"/>
                <a:ext cx="28553" cy="81142"/>
              </a:xfrm>
              <a:custGeom>
                <a:avLst/>
                <a:gdLst/>
                <a:ahLst/>
                <a:cxnLst/>
                <a:rect l="l" t="t" r="r" b="b"/>
                <a:pathLst>
                  <a:path w="803" h="2282" extrusionOk="0">
                    <a:moveTo>
                      <a:pt x="0" y="1"/>
                    </a:moveTo>
                    <a:lnTo>
                      <a:pt x="0" y="2281"/>
                    </a:lnTo>
                    <a:lnTo>
                      <a:pt x="802" y="2281"/>
                    </a:lnTo>
                    <a:lnTo>
                      <a:pt x="802" y="1"/>
                    </a:lnTo>
                    <a:close/>
                  </a:path>
                </a:pathLst>
              </a:custGeom>
              <a:solidFill>
                <a:schemeClr val="accent6"/>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3" name="Google Shape;2797;p51">
              <a:extLst>
                <a:ext uri="{FF2B5EF4-FFF2-40B4-BE49-F238E27FC236}">
                  <a16:creationId xmlns:a16="http://schemas.microsoft.com/office/drawing/2014/main" id="{282DAAFA-3CDA-5A33-85AF-EEFFF77FEEAC}"/>
                </a:ext>
              </a:extLst>
            </p:cNvPr>
            <p:cNvGrpSpPr/>
            <p:nvPr/>
          </p:nvGrpSpPr>
          <p:grpSpPr>
            <a:xfrm>
              <a:off x="4649320" y="4239882"/>
              <a:ext cx="873399" cy="82031"/>
              <a:chOff x="4020825" y="2247525"/>
              <a:chExt cx="614075" cy="57675"/>
            </a:xfrm>
          </p:grpSpPr>
          <p:sp>
            <p:nvSpPr>
              <p:cNvPr id="767" name="Google Shape;2798;p51">
                <a:extLst>
                  <a:ext uri="{FF2B5EF4-FFF2-40B4-BE49-F238E27FC236}">
                    <a16:creationId xmlns:a16="http://schemas.microsoft.com/office/drawing/2014/main" id="{B819E93E-C530-8958-3C9C-5D2738DFF9DF}"/>
                  </a:ext>
                </a:extLst>
              </p:cNvPr>
              <p:cNvSpPr/>
              <p:nvPr/>
            </p:nvSpPr>
            <p:spPr>
              <a:xfrm>
                <a:off x="4020825" y="2247525"/>
                <a:ext cx="20075" cy="57675"/>
              </a:xfrm>
              <a:custGeom>
                <a:avLst/>
                <a:gdLst/>
                <a:ahLst/>
                <a:cxnLst/>
                <a:rect l="l" t="t" r="r" b="b"/>
                <a:pathLst>
                  <a:path w="803" h="2307" extrusionOk="0">
                    <a:moveTo>
                      <a:pt x="1" y="0"/>
                    </a:moveTo>
                    <a:lnTo>
                      <a:pt x="1" y="2306"/>
                    </a:lnTo>
                    <a:lnTo>
                      <a:pt x="803" y="2306"/>
                    </a:lnTo>
                    <a:lnTo>
                      <a:pt x="803" y="0"/>
                    </a:ln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2799;p51">
                <a:extLst>
                  <a:ext uri="{FF2B5EF4-FFF2-40B4-BE49-F238E27FC236}">
                    <a16:creationId xmlns:a16="http://schemas.microsoft.com/office/drawing/2014/main" id="{84674588-34C0-2363-FBF6-1EC408E7EFFC}"/>
                  </a:ext>
                </a:extLst>
              </p:cNvPr>
              <p:cNvSpPr/>
              <p:nvPr/>
            </p:nvSpPr>
            <p:spPr>
              <a:xfrm>
                <a:off x="4058425" y="2247525"/>
                <a:ext cx="20075" cy="57675"/>
              </a:xfrm>
              <a:custGeom>
                <a:avLst/>
                <a:gdLst/>
                <a:ahLst/>
                <a:cxnLst/>
                <a:rect l="l" t="t" r="r" b="b"/>
                <a:pathLst>
                  <a:path w="803" h="2307" extrusionOk="0">
                    <a:moveTo>
                      <a:pt x="0" y="0"/>
                    </a:moveTo>
                    <a:lnTo>
                      <a:pt x="0" y="2306"/>
                    </a:lnTo>
                    <a:lnTo>
                      <a:pt x="802" y="2306"/>
                    </a:lnTo>
                    <a:lnTo>
                      <a:pt x="802" y="0"/>
                    </a:lnTo>
                    <a:close/>
                  </a:path>
                </a:pathLst>
              </a:custGeom>
              <a:solidFill>
                <a:schemeClr val="dk2"/>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2800;p51">
                <a:extLst>
                  <a:ext uri="{FF2B5EF4-FFF2-40B4-BE49-F238E27FC236}">
                    <a16:creationId xmlns:a16="http://schemas.microsoft.com/office/drawing/2014/main" id="{560A6B04-31A8-4E08-328A-D5478AEC65FC}"/>
                  </a:ext>
                </a:extLst>
              </p:cNvPr>
              <p:cNvSpPr/>
              <p:nvPr/>
            </p:nvSpPr>
            <p:spPr>
              <a:xfrm>
                <a:off x="4095400" y="2247525"/>
                <a:ext cx="20075" cy="57675"/>
              </a:xfrm>
              <a:custGeom>
                <a:avLst/>
                <a:gdLst/>
                <a:ahLst/>
                <a:cxnLst/>
                <a:rect l="l" t="t" r="r" b="b"/>
                <a:pathLst>
                  <a:path w="803" h="2307" extrusionOk="0">
                    <a:moveTo>
                      <a:pt x="0" y="0"/>
                    </a:moveTo>
                    <a:lnTo>
                      <a:pt x="0" y="2306"/>
                    </a:lnTo>
                    <a:lnTo>
                      <a:pt x="802" y="2306"/>
                    </a:lnTo>
                    <a:lnTo>
                      <a:pt x="802" y="0"/>
                    </a:lnTo>
                    <a:close/>
                  </a:path>
                </a:pathLst>
              </a:custGeom>
              <a:solidFill>
                <a:schemeClr val="dk2"/>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2801;p51">
                <a:extLst>
                  <a:ext uri="{FF2B5EF4-FFF2-40B4-BE49-F238E27FC236}">
                    <a16:creationId xmlns:a16="http://schemas.microsoft.com/office/drawing/2014/main" id="{B1DFEB96-363B-10E5-3F0D-FEBD5B7D439C}"/>
                  </a:ext>
                </a:extLst>
              </p:cNvPr>
              <p:cNvSpPr/>
              <p:nvPr/>
            </p:nvSpPr>
            <p:spPr>
              <a:xfrm>
                <a:off x="4132350" y="2247525"/>
                <a:ext cx="20075" cy="57675"/>
              </a:xfrm>
              <a:custGeom>
                <a:avLst/>
                <a:gdLst/>
                <a:ahLst/>
                <a:cxnLst/>
                <a:rect l="l" t="t" r="r" b="b"/>
                <a:pathLst>
                  <a:path w="803" h="2307" extrusionOk="0">
                    <a:moveTo>
                      <a:pt x="1" y="0"/>
                    </a:moveTo>
                    <a:lnTo>
                      <a:pt x="1" y="2306"/>
                    </a:lnTo>
                    <a:lnTo>
                      <a:pt x="803" y="2306"/>
                    </a:lnTo>
                    <a:lnTo>
                      <a:pt x="803" y="0"/>
                    </a:lnTo>
                    <a:close/>
                  </a:path>
                </a:pathLst>
              </a:custGeom>
              <a:solidFill>
                <a:schemeClr val="dk2"/>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2802;p51">
                <a:extLst>
                  <a:ext uri="{FF2B5EF4-FFF2-40B4-BE49-F238E27FC236}">
                    <a16:creationId xmlns:a16="http://schemas.microsoft.com/office/drawing/2014/main" id="{191612AF-B18B-FF55-8181-36E22B4B12F4}"/>
                  </a:ext>
                </a:extLst>
              </p:cNvPr>
              <p:cNvSpPr/>
              <p:nvPr/>
            </p:nvSpPr>
            <p:spPr>
              <a:xfrm>
                <a:off x="4169325" y="2247525"/>
                <a:ext cx="20075" cy="57675"/>
              </a:xfrm>
              <a:custGeom>
                <a:avLst/>
                <a:gdLst/>
                <a:ahLst/>
                <a:cxnLst/>
                <a:rect l="l" t="t" r="r" b="b"/>
                <a:pathLst>
                  <a:path w="803" h="2307" extrusionOk="0">
                    <a:moveTo>
                      <a:pt x="1" y="0"/>
                    </a:moveTo>
                    <a:lnTo>
                      <a:pt x="1" y="2306"/>
                    </a:lnTo>
                    <a:lnTo>
                      <a:pt x="803" y="2306"/>
                    </a:lnTo>
                    <a:lnTo>
                      <a:pt x="803" y="0"/>
                    </a:lnTo>
                    <a:close/>
                  </a:path>
                </a:pathLst>
              </a:custGeom>
              <a:solidFill>
                <a:schemeClr val="dk2"/>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2803;p51">
                <a:extLst>
                  <a:ext uri="{FF2B5EF4-FFF2-40B4-BE49-F238E27FC236}">
                    <a16:creationId xmlns:a16="http://schemas.microsoft.com/office/drawing/2014/main" id="{63618E75-69EE-CDEC-B83A-0B28AF87F422}"/>
                  </a:ext>
                </a:extLst>
              </p:cNvPr>
              <p:cNvSpPr/>
              <p:nvPr/>
            </p:nvSpPr>
            <p:spPr>
              <a:xfrm>
                <a:off x="4206300" y="2247525"/>
                <a:ext cx="20700" cy="57675"/>
              </a:xfrm>
              <a:custGeom>
                <a:avLst/>
                <a:gdLst/>
                <a:ahLst/>
                <a:cxnLst/>
                <a:rect l="l" t="t" r="r" b="b"/>
                <a:pathLst>
                  <a:path w="828" h="2307" extrusionOk="0">
                    <a:moveTo>
                      <a:pt x="0" y="0"/>
                    </a:moveTo>
                    <a:lnTo>
                      <a:pt x="0" y="2306"/>
                    </a:lnTo>
                    <a:lnTo>
                      <a:pt x="827" y="2306"/>
                    </a:lnTo>
                    <a:lnTo>
                      <a:pt x="827" y="0"/>
                    </a:lnTo>
                    <a:close/>
                  </a:path>
                </a:pathLst>
              </a:custGeom>
              <a:solidFill>
                <a:schemeClr val="dk2"/>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2804;p51">
                <a:extLst>
                  <a:ext uri="{FF2B5EF4-FFF2-40B4-BE49-F238E27FC236}">
                    <a16:creationId xmlns:a16="http://schemas.microsoft.com/office/drawing/2014/main" id="{06D0CD1F-54E7-1075-4C32-FFB6291E7838}"/>
                  </a:ext>
                </a:extLst>
              </p:cNvPr>
              <p:cNvSpPr/>
              <p:nvPr/>
            </p:nvSpPr>
            <p:spPr>
              <a:xfrm>
                <a:off x="4243875" y="2247525"/>
                <a:ext cx="20075" cy="57675"/>
              </a:xfrm>
              <a:custGeom>
                <a:avLst/>
                <a:gdLst/>
                <a:ahLst/>
                <a:cxnLst/>
                <a:rect l="l" t="t" r="r" b="b"/>
                <a:pathLst>
                  <a:path w="803" h="2307" extrusionOk="0">
                    <a:moveTo>
                      <a:pt x="1" y="0"/>
                    </a:moveTo>
                    <a:lnTo>
                      <a:pt x="1" y="2306"/>
                    </a:lnTo>
                    <a:lnTo>
                      <a:pt x="803" y="2306"/>
                    </a:lnTo>
                    <a:lnTo>
                      <a:pt x="803" y="0"/>
                    </a:lnTo>
                    <a:close/>
                  </a:path>
                </a:pathLst>
              </a:custGeom>
              <a:solidFill>
                <a:schemeClr val="accent6"/>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2805;p51">
                <a:extLst>
                  <a:ext uri="{FF2B5EF4-FFF2-40B4-BE49-F238E27FC236}">
                    <a16:creationId xmlns:a16="http://schemas.microsoft.com/office/drawing/2014/main" id="{D7DF2C62-34D7-1377-5D07-8055D6D2A50E}"/>
                  </a:ext>
                </a:extLst>
              </p:cNvPr>
              <p:cNvSpPr/>
              <p:nvPr/>
            </p:nvSpPr>
            <p:spPr>
              <a:xfrm>
                <a:off x="4280850" y="2247525"/>
                <a:ext cx="20075" cy="57675"/>
              </a:xfrm>
              <a:custGeom>
                <a:avLst/>
                <a:gdLst/>
                <a:ahLst/>
                <a:cxnLst/>
                <a:rect l="l" t="t" r="r" b="b"/>
                <a:pathLst>
                  <a:path w="803" h="2307" extrusionOk="0">
                    <a:moveTo>
                      <a:pt x="1" y="0"/>
                    </a:moveTo>
                    <a:lnTo>
                      <a:pt x="1" y="2306"/>
                    </a:lnTo>
                    <a:lnTo>
                      <a:pt x="803" y="2306"/>
                    </a:lnTo>
                    <a:lnTo>
                      <a:pt x="803" y="0"/>
                    </a:lnTo>
                    <a:close/>
                  </a:path>
                </a:pathLst>
              </a:custGeom>
              <a:solidFill>
                <a:schemeClr val="accent6"/>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2806;p51">
                <a:extLst>
                  <a:ext uri="{FF2B5EF4-FFF2-40B4-BE49-F238E27FC236}">
                    <a16:creationId xmlns:a16="http://schemas.microsoft.com/office/drawing/2014/main" id="{EB4EF1AC-CDFE-C4FC-0252-4B263CBC3C26}"/>
                  </a:ext>
                </a:extLst>
              </p:cNvPr>
              <p:cNvSpPr/>
              <p:nvPr/>
            </p:nvSpPr>
            <p:spPr>
              <a:xfrm>
                <a:off x="4317825" y="2247525"/>
                <a:ext cx="20075" cy="57675"/>
              </a:xfrm>
              <a:custGeom>
                <a:avLst/>
                <a:gdLst/>
                <a:ahLst/>
                <a:cxnLst/>
                <a:rect l="l" t="t" r="r" b="b"/>
                <a:pathLst>
                  <a:path w="803" h="2307" extrusionOk="0">
                    <a:moveTo>
                      <a:pt x="0" y="0"/>
                    </a:moveTo>
                    <a:lnTo>
                      <a:pt x="0" y="2306"/>
                    </a:lnTo>
                    <a:lnTo>
                      <a:pt x="802" y="2306"/>
                    </a:lnTo>
                    <a:lnTo>
                      <a:pt x="802" y="0"/>
                    </a:lnTo>
                    <a:close/>
                  </a:path>
                </a:pathLst>
              </a:custGeom>
              <a:solidFill>
                <a:schemeClr val="accent6"/>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2807;p51">
                <a:extLst>
                  <a:ext uri="{FF2B5EF4-FFF2-40B4-BE49-F238E27FC236}">
                    <a16:creationId xmlns:a16="http://schemas.microsoft.com/office/drawing/2014/main" id="{740B7972-57D8-61CB-57EE-C6D4C112643D}"/>
                  </a:ext>
                </a:extLst>
              </p:cNvPr>
              <p:cNvSpPr/>
              <p:nvPr/>
            </p:nvSpPr>
            <p:spPr>
              <a:xfrm>
                <a:off x="4354800" y="2247525"/>
                <a:ext cx="20075" cy="57675"/>
              </a:xfrm>
              <a:custGeom>
                <a:avLst/>
                <a:gdLst/>
                <a:ahLst/>
                <a:cxnLst/>
                <a:rect l="l" t="t" r="r" b="b"/>
                <a:pathLst>
                  <a:path w="803" h="2307" extrusionOk="0">
                    <a:moveTo>
                      <a:pt x="0" y="0"/>
                    </a:moveTo>
                    <a:lnTo>
                      <a:pt x="0" y="2306"/>
                    </a:lnTo>
                    <a:lnTo>
                      <a:pt x="802" y="2306"/>
                    </a:lnTo>
                    <a:lnTo>
                      <a:pt x="802" y="0"/>
                    </a:lnTo>
                    <a:close/>
                  </a:path>
                </a:pathLst>
              </a:custGeom>
              <a:solidFill>
                <a:schemeClr val="accent6"/>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2808;p51">
                <a:extLst>
                  <a:ext uri="{FF2B5EF4-FFF2-40B4-BE49-F238E27FC236}">
                    <a16:creationId xmlns:a16="http://schemas.microsoft.com/office/drawing/2014/main" id="{74335341-E789-8256-D53C-071E06868A9B}"/>
                  </a:ext>
                </a:extLst>
              </p:cNvPr>
              <p:cNvSpPr/>
              <p:nvPr/>
            </p:nvSpPr>
            <p:spPr>
              <a:xfrm>
                <a:off x="4392375" y="2247525"/>
                <a:ext cx="20075" cy="57675"/>
              </a:xfrm>
              <a:custGeom>
                <a:avLst/>
                <a:gdLst/>
                <a:ahLst/>
                <a:cxnLst/>
                <a:rect l="l" t="t" r="r" b="b"/>
                <a:pathLst>
                  <a:path w="803" h="2307" extrusionOk="0">
                    <a:moveTo>
                      <a:pt x="1" y="0"/>
                    </a:moveTo>
                    <a:lnTo>
                      <a:pt x="1" y="2306"/>
                    </a:lnTo>
                    <a:lnTo>
                      <a:pt x="803" y="2306"/>
                    </a:lnTo>
                    <a:lnTo>
                      <a:pt x="803" y="0"/>
                    </a:lnTo>
                    <a:close/>
                  </a:path>
                </a:pathLst>
              </a:custGeom>
              <a:solidFill>
                <a:schemeClr val="accent6"/>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2809;p51">
                <a:extLst>
                  <a:ext uri="{FF2B5EF4-FFF2-40B4-BE49-F238E27FC236}">
                    <a16:creationId xmlns:a16="http://schemas.microsoft.com/office/drawing/2014/main" id="{FF7FA982-EF8A-DDE2-7371-8CA6BDB63021}"/>
                  </a:ext>
                </a:extLst>
              </p:cNvPr>
              <p:cNvSpPr/>
              <p:nvPr/>
            </p:nvSpPr>
            <p:spPr>
              <a:xfrm>
                <a:off x="4429350" y="2247525"/>
                <a:ext cx="20075" cy="57675"/>
              </a:xfrm>
              <a:custGeom>
                <a:avLst/>
                <a:gdLst/>
                <a:ahLst/>
                <a:cxnLst/>
                <a:rect l="l" t="t" r="r" b="b"/>
                <a:pathLst>
                  <a:path w="803" h="2307" extrusionOk="0">
                    <a:moveTo>
                      <a:pt x="1" y="0"/>
                    </a:moveTo>
                    <a:lnTo>
                      <a:pt x="1" y="2306"/>
                    </a:lnTo>
                    <a:lnTo>
                      <a:pt x="803" y="2306"/>
                    </a:lnTo>
                    <a:lnTo>
                      <a:pt x="803" y="0"/>
                    </a:lnTo>
                    <a:close/>
                  </a:path>
                </a:pathLst>
              </a:custGeom>
              <a:solidFill>
                <a:schemeClr val="accent6"/>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2810;p51">
                <a:extLst>
                  <a:ext uri="{FF2B5EF4-FFF2-40B4-BE49-F238E27FC236}">
                    <a16:creationId xmlns:a16="http://schemas.microsoft.com/office/drawing/2014/main" id="{F57FC943-8ADE-8719-4FFD-E9B2E9BFF1FA}"/>
                  </a:ext>
                </a:extLst>
              </p:cNvPr>
              <p:cNvSpPr/>
              <p:nvPr/>
            </p:nvSpPr>
            <p:spPr>
              <a:xfrm>
                <a:off x="4466325" y="2247525"/>
                <a:ext cx="20075" cy="57675"/>
              </a:xfrm>
              <a:custGeom>
                <a:avLst/>
                <a:gdLst/>
                <a:ahLst/>
                <a:cxnLst/>
                <a:rect l="l" t="t" r="r" b="b"/>
                <a:pathLst>
                  <a:path w="803" h="2307" extrusionOk="0">
                    <a:moveTo>
                      <a:pt x="0" y="0"/>
                    </a:moveTo>
                    <a:lnTo>
                      <a:pt x="0" y="2306"/>
                    </a:lnTo>
                    <a:lnTo>
                      <a:pt x="802" y="2306"/>
                    </a:lnTo>
                    <a:lnTo>
                      <a:pt x="802" y="0"/>
                    </a:lnTo>
                    <a:close/>
                  </a:path>
                </a:pathLst>
              </a:custGeom>
              <a:solidFill>
                <a:schemeClr val="accent6"/>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2811;p51">
                <a:extLst>
                  <a:ext uri="{FF2B5EF4-FFF2-40B4-BE49-F238E27FC236}">
                    <a16:creationId xmlns:a16="http://schemas.microsoft.com/office/drawing/2014/main" id="{A53E81A1-241E-29A8-7E91-21507A7C5CDD}"/>
                  </a:ext>
                </a:extLst>
              </p:cNvPr>
              <p:cNvSpPr/>
              <p:nvPr/>
            </p:nvSpPr>
            <p:spPr>
              <a:xfrm>
                <a:off x="4503275" y="2247525"/>
                <a:ext cx="20075" cy="57675"/>
              </a:xfrm>
              <a:custGeom>
                <a:avLst/>
                <a:gdLst/>
                <a:ahLst/>
                <a:cxnLst/>
                <a:rect l="l" t="t" r="r" b="b"/>
                <a:pathLst>
                  <a:path w="803" h="2307" extrusionOk="0">
                    <a:moveTo>
                      <a:pt x="1" y="0"/>
                    </a:moveTo>
                    <a:lnTo>
                      <a:pt x="1" y="2306"/>
                    </a:lnTo>
                    <a:lnTo>
                      <a:pt x="803" y="2306"/>
                    </a:lnTo>
                    <a:lnTo>
                      <a:pt x="803" y="0"/>
                    </a:lnTo>
                    <a:close/>
                  </a:path>
                </a:pathLst>
              </a:custGeom>
              <a:solidFill>
                <a:schemeClr val="accent6"/>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2812;p51">
                <a:extLst>
                  <a:ext uri="{FF2B5EF4-FFF2-40B4-BE49-F238E27FC236}">
                    <a16:creationId xmlns:a16="http://schemas.microsoft.com/office/drawing/2014/main" id="{E96B4C62-CD78-A822-396D-90A2130C08D3}"/>
                  </a:ext>
                </a:extLst>
              </p:cNvPr>
              <p:cNvSpPr/>
              <p:nvPr/>
            </p:nvSpPr>
            <p:spPr>
              <a:xfrm>
                <a:off x="4540875" y="2247525"/>
                <a:ext cx="20075" cy="57675"/>
              </a:xfrm>
              <a:custGeom>
                <a:avLst/>
                <a:gdLst/>
                <a:ahLst/>
                <a:cxnLst/>
                <a:rect l="l" t="t" r="r" b="b"/>
                <a:pathLst>
                  <a:path w="803" h="2307" extrusionOk="0">
                    <a:moveTo>
                      <a:pt x="1" y="0"/>
                    </a:moveTo>
                    <a:lnTo>
                      <a:pt x="1" y="2306"/>
                    </a:lnTo>
                    <a:lnTo>
                      <a:pt x="803" y="2306"/>
                    </a:lnTo>
                    <a:lnTo>
                      <a:pt x="803" y="0"/>
                    </a:lnTo>
                    <a:close/>
                  </a:path>
                </a:pathLst>
              </a:custGeom>
              <a:solidFill>
                <a:schemeClr val="accent6"/>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2813;p51">
                <a:extLst>
                  <a:ext uri="{FF2B5EF4-FFF2-40B4-BE49-F238E27FC236}">
                    <a16:creationId xmlns:a16="http://schemas.microsoft.com/office/drawing/2014/main" id="{0116B119-09D5-FFED-BD53-008724BE3F9F}"/>
                  </a:ext>
                </a:extLst>
              </p:cNvPr>
              <p:cNvSpPr/>
              <p:nvPr/>
            </p:nvSpPr>
            <p:spPr>
              <a:xfrm>
                <a:off x="4577850" y="2247525"/>
                <a:ext cx="20075" cy="57675"/>
              </a:xfrm>
              <a:custGeom>
                <a:avLst/>
                <a:gdLst/>
                <a:ahLst/>
                <a:cxnLst/>
                <a:rect l="l" t="t" r="r" b="b"/>
                <a:pathLst>
                  <a:path w="803" h="2307" extrusionOk="0">
                    <a:moveTo>
                      <a:pt x="0" y="0"/>
                    </a:moveTo>
                    <a:lnTo>
                      <a:pt x="0" y="2306"/>
                    </a:lnTo>
                    <a:lnTo>
                      <a:pt x="802" y="2306"/>
                    </a:lnTo>
                    <a:lnTo>
                      <a:pt x="802" y="0"/>
                    </a:lnTo>
                    <a:close/>
                  </a:path>
                </a:pathLst>
              </a:custGeom>
              <a:solidFill>
                <a:schemeClr val="accent6"/>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2814;p51">
                <a:extLst>
                  <a:ext uri="{FF2B5EF4-FFF2-40B4-BE49-F238E27FC236}">
                    <a16:creationId xmlns:a16="http://schemas.microsoft.com/office/drawing/2014/main" id="{E9F13317-317C-54B8-B2E5-5465D61B8641}"/>
                  </a:ext>
                </a:extLst>
              </p:cNvPr>
              <p:cNvSpPr/>
              <p:nvPr/>
            </p:nvSpPr>
            <p:spPr>
              <a:xfrm>
                <a:off x="4614825" y="2247525"/>
                <a:ext cx="20075" cy="57675"/>
              </a:xfrm>
              <a:custGeom>
                <a:avLst/>
                <a:gdLst/>
                <a:ahLst/>
                <a:cxnLst/>
                <a:rect l="l" t="t" r="r" b="b"/>
                <a:pathLst>
                  <a:path w="803" h="2307" extrusionOk="0">
                    <a:moveTo>
                      <a:pt x="0" y="0"/>
                    </a:moveTo>
                    <a:lnTo>
                      <a:pt x="0" y="2306"/>
                    </a:lnTo>
                    <a:lnTo>
                      <a:pt x="802" y="2306"/>
                    </a:lnTo>
                    <a:lnTo>
                      <a:pt x="802" y="0"/>
                    </a:lnTo>
                    <a:close/>
                  </a:path>
                </a:pathLst>
              </a:custGeom>
              <a:solidFill>
                <a:schemeClr val="accent6"/>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4" name="Google Shape;2815;p51">
              <a:extLst>
                <a:ext uri="{FF2B5EF4-FFF2-40B4-BE49-F238E27FC236}">
                  <a16:creationId xmlns:a16="http://schemas.microsoft.com/office/drawing/2014/main" id="{63B17638-B59E-965B-0DDC-409F70340FD7}"/>
                </a:ext>
              </a:extLst>
            </p:cNvPr>
            <p:cNvSpPr/>
            <p:nvPr/>
          </p:nvSpPr>
          <p:spPr>
            <a:xfrm>
              <a:off x="5546060" y="3055567"/>
              <a:ext cx="286096" cy="85587"/>
            </a:xfrm>
            <a:custGeom>
              <a:avLst/>
              <a:gdLst/>
              <a:ahLst/>
              <a:cxnLst/>
              <a:rect l="l" t="t" r="r" b="b"/>
              <a:pathLst>
                <a:path w="8046" h="2407" fill="none" extrusionOk="0">
                  <a:moveTo>
                    <a:pt x="8046" y="1"/>
                  </a:moveTo>
                  <a:cubicBezTo>
                    <a:pt x="3986" y="2407"/>
                    <a:pt x="201" y="1"/>
                    <a:pt x="201" y="1"/>
                  </a:cubicBezTo>
                  <a:lnTo>
                    <a:pt x="1" y="126"/>
                  </a:ln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2816;p51">
              <a:extLst>
                <a:ext uri="{FF2B5EF4-FFF2-40B4-BE49-F238E27FC236}">
                  <a16:creationId xmlns:a16="http://schemas.microsoft.com/office/drawing/2014/main" id="{38AF4023-F315-5A9C-6B72-AE8E09E8D8B5}"/>
                </a:ext>
              </a:extLst>
            </p:cNvPr>
            <p:cNvSpPr/>
            <p:nvPr/>
          </p:nvSpPr>
          <p:spPr>
            <a:xfrm>
              <a:off x="6301825" y="3002122"/>
              <a:ext cx="857327" cy="100734"/>
            </a:xfrm>
            <a:custGeom>
              <a:avLst/>
              <a:gdLst/>
              <a:ahLst/>
              <a:cxnLst/>
              <a:rect l="l" t="t" r="r" b="b"/>
              <a:pathLst>
                <a:path w="24111" h="2833" fill="none" extrusionOk="0">
                  <a:moveTo>
                    <a:pt x="0" y="0"/>
                  </a:moveTo>
                  <a:lnTo>
                    <a:pt x="5714" y="2832"/>
                  </a:lnTo>
                  <a:lnTo>
                    <a:pt x="24110" y="2832"/>
                  </a:ln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2817;p51">
              <a:extLst>
                <a:ext uri="{FF2B5EF4-FFF2-40B4-BE49-F238E27FC236}">
                  <a16:creationId xmlns:a16="http://schemas.microsoft.com/office/drawing/2014/main" id="{4175747C-5D4E-30ED-93CB-2258FBB82CD2}"/>
                </a:ext>
              </a:extLst>
            </p:cNvPr>
            <p:cNvSpPr/>
            <p:nvPr/>
          </p:nvSpPr>
          <p:spPr>
            <a:xfrm>
              <a:off x="6505897" y="2991419"/>
              <a:ext cx="566822" cy="36"/>
            </a:xfrm>
            <a:custGeom>
              <a:avLst/>
              <a:gdLst/>
              <a:ahLst/>
              <a:cxnLst/>
              <a:rect l="l" t="t" r="r" b="b"/>
              <a:pathLst>
                <a:path w="15941" h="1" fill="none" extrusionOk="0">
                  <a:moveTo>
                    <a:pt x="15940" y="0"/>
                  </a:moveTo>
                  <a:lnTo>
                    <a:pt x="0" y="0"/>
                  </a:ln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2818;p51">
              <a:extLst>
                <a:ext uri="{FF2B5EF4-FFF2-40B4-BE49-F238E27FC236}">
                  <a16:creationId xmlns:a16="http://schemas.microsoft.com/office/drawing/2014/main" id="{D68929BA-6359-EEAA-2BD7-08A690C0F4C7}"/>
                </a:ext>
              </a:extLst>
            </p:cNvPr>
            <p:cNvSpPr/>
            <p:nvPr/>
          </p:nvSpPr>
          <p:spPr>
            <a:xfrm>
              <a:off x="6482713" y="2957816"/>
              <a:ext cx="76698" cy="67417"/>
            </a:xfrm>
            <a:custGeom>
              <a:avLst/>
              <a:gdLst/>
              <a:ahLst/>
              <a:cxnLst/>
              <a:rect l="l" t="t" r="r" b="b"/>
              <a:pathLst>
                <a:path w="2157" h="1896" extrusionOk="0">
                  <a:moveTo>
                    <a:pt x="1073" y="1"/>
                  </a:moveTo>
                  <a:cubicBezTo>
                    <a:pt x="722" y="1"/>
                    <a:pt x="389" y="201"/>
                    <a:pt x="226" y="544"/>
                  </a:cubicBezTo>
                  <a:cubicBezTo>
                    <a:pt x="1" y="996"/>
                    <a:pt x="176" y="1572"/>
                    <a:pt x="652" y="1798"/>
                  </a:cubicBezTo>
                  <a:cubicBezTo>
                    <a:pt x="791" y="1863"/>
                    <a:pt x="939" y="1895"/>
                    <a:pt x="1084" y="1895"/>
                  </a:cubicBezTo>
                  <a:cubicBezTo>
                    <a:pt x="1435" y="1895"/>
                    <a:pt x="1771" y="1709"/>
                    <a:pt x="1931" y="1371"/>
                  </a:cubicBezTo>
                  <a:cubicBezTo>
                    <a:pt x="2156" y="895"/>
                    <a:pt x="1956" y="319"/>
                    <a:pt x="1480" y="93"/>
                  </a:cubicBezTo>
                  <a:cubicBezTo>
                    <a:pt x="1347" y="30"/>
                    <a:pt x="1209" y="1"/>
                    <a:pt x="1073" y="1"/>
                  </a:cubicBez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2819;p51">
              <a:extLst>
                <a:ext uri="{FF2B5EF4-FFF2-40B4-BE49-F238E27FC236}">
                  <a16:creationId xmlns:a16="http://schemas.microsoft.com/office/drawing/2014/main" id="{F5D45AC6-4A05-25A3-B262-E4646B216AE9}"/>
                </a:ext>
              </a:extLst>
            </p:cNvPr>
            <p:cNvSpPr/>
            <p:nvPr/>
          </p:nvSpPr>
          <p:spPr>
            <a:xfrm>
              <a:off x="6482713" y="2953086"/>
              <a:ext cx="76698" cy="76698"/>
            </a:xfrm>
            <a:custGeom>
              <a:avLst/>
              <a:gdLst/>
              <a:ahLst/>
              <a:cxnLst/>
              <a:rect l="l" t="t" r="r" b="b"/>
              <a:pathLst>
                <a:path w="2157" h="2157" fill="none" extrusionOk="0">
                  <a:moveTo>
                    <a:pt x="226" y="677"/>
                  </a:moveTo>
                  <a:cubicBezTo>
                    <a:pt x="1" y="1129"/>
                    <a:pt x="176" y="1705"/>
                    <a:pt x="652" y="1931"/>
                  </a:cubicBezTo>
                  <a:cubicBezTo>
                    <a:pt x="1129" y="2156"/>
                    <a:pt x="1705" y="1981"/>
                    <a:pt x="1931" y="1504"/>
                  </a:cubicBezTo>
                  <a:cubicBezTo>
                    <a:pt x="2156" y="1028"/>
                    <a:pt x="1956" y="452"/>
                    <a:pt x="1480" y="226"/>
                  </a:cubicBezTo>
                  <a:cubicBezTo>
                    <a:pt x="1003" y="1"/>
                    <a:pt x="452" y="201"/>
                    <a:pt x="226" y="677"/>
                  </a:cubicBezTo>
                  <a:close/>
                </a:path>
              </a:pathLst>
            </a:custGeom>
            <a:noFill/>
            <a:ln w="1065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2820;p51">
              <a:extLst>
                <a:ext uri="{FF2B5EF4-FFF2-40B4-BE49-F238E27FC236}">
                  <a16:creationId xmlns:a16="http://schemas.microsoft.com/office/drawing/2014/main" id="{ACF31A09-BD8D-9FF4-4450-71AFF94B540F}"/>
                </a:ext>
              </a:extLst>
            </p:cNvPr>
            <p:cNvSpPr/>
            <p:nvPr/>
          </p:nvSpPr>
          <p:spPr>
            <a:xfrm>
              <a:off x="7037038" y="2957816"/>
              <a:ext cx="76698" cy="67417"/>
            </a:xfrm>
            <a:custGeom>
              <a:avLst/>
              <a:gdLst/>
              <a:ahLst/>
              <a:cxnLst/>
              <a:rect l="l" t="t" r="r" b="b"/>
              <a:pathLst>
                <a:path w="2157" h="1896" extrusionOk="0">
                  <a:moveTo>
                    <a:pt x="1093" y="1"/>
                  </a:moveTo>
                  <a:cubicBezTo>
                    <a:pt x="735" y="1"/>
                    <a:pt x="389" y="201"/>
                    <a:pt x="226" y="544"/>
                  </a:cubicBezTo>
                  <a:cubicBezTo>
                    <a:pt x="1" y="996"/>
                    <a:pt x="201" y="1572"/>
                    <a:pt x="678" y="1798"/>
                  </a:cubicBezTo>
                  <a:cubicBezTo>
                    <a:pt x="809" y="1863"/>
                    <a:pt x="952" y="1895"/>
                    <a:pt x="1093" y="1895"/>
                  </a:cubicBezTo>
                  <a:cubicBezTo>
                    <a:pt x="1435" y="1895"/>
                    <a:pt x="1771" y="1709"/>
                    <a:pt x="1931" y="1371"/>
                  </a:cubicBezTo>
                  <a:cubicBezTo>
                    <a:pt x="2156" y="895"/>
                    <a:pt x="1981" y="319"/>
                    <a:pt x="1505" y="93"/>
                  </a:cubicBezTo>
                  <a:cubicBezTo>
                    <a:pt x="1372" y="30"/>
                    <a:pt x="1232" y="1"/>
                    <a:pt x="1093" y="1"/>
                  </a:cubicBez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2821;p51">
              <a:extLst>
                <a:ext uri="{FF2B5EF4-FFF2-40B4-BE49-F238E27FC236}">
                  <a16:creationId xmlns:a16="http://schemas.microsoft.com/office/drawing/2014/main" id="{4E4E8106-95D7-B367-B361-831C9656EC58}"/>
                </a:ext>
              </a:extLst>
            </p:cNvPr>
            <p:cNvSpPr/>
            <p:nvPr/>
          </p:nvSpPr>
          <p:spPr>
            <a:xfrm>
              <a:off x="7037038" y="2953086"/>
              <a:ext cx="76698" cy="76698"/>
            </a:xfrm>
            <a:custGeom>
              <a:avLst/>
              <a:gdLst/>
              <a:ahLst/>
              <a:cxnLst/>
              <a:rect l="l" t="t" r="r" b="b"/>
              <a:pathLst>
                <a:path w="2157" h="2157" fill="none" extrusionOk="0">
                  <a:moveTo>
                    <a:pt x="226" y="677"/>
                  </a:moveTo>
                  <a:cubicBezTo>
                    <a:pt x="1" y="1129"/>
                    <a:pt x="201" y="1705"/>
                    <a:pt x="678" y="1931"/>
                  </a:cubicBezTo>
                  <a:cubicBezTo>
                    <a:pt x="1129" y="2156"/>
                    <a:pt x="1705" y="1981"/>
                    <a:pt x="1931" y="1504"/>
                  </a:cubicBezTo>
                  <a:cubicBezTo>
                    <a:pt x="2156" y="1028"/>
                    <a:pt x="1981" y="452"/>
                    <a:pt x="1505" y="226"/>
                  </a:cubicBezTo>
                  <a:cubicBezTo>
                    <a:pt x="1028" y="1"/>
                    <a:pt x="452" y="201"/>
                    <a:pt x="226" y="677"/>
                  </a:cubicBezTo>
                  <a:close/>
                </a:path>
              </a:pathLst>
            </a:custGeom>
            <a:noFill/>
            <a:ln w="1065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2822;p51">
              <a:extLst>
                <a:ext uri="{FF2B5EF4-FFF2-40B4-BE49-F238E27FC236}">
                  <a16:creationId xmlns:a16="http://schemas.microsoft.com/office/drawing/2014/main" id="{D6E4F1BC-2540-3863-5F5A-BB052AE72B9B}"/>
                </a:ext>
              </a:extLst>
            </p:cNvPr>
            <p:cNvSpPr/>
            <p:nvPr/>
          </p:nvSpPr>
          <p:spPr>
            <a:xfrm>
              <a:off x="6324974" y="2871977"/>
              <a:ext cx="906361" cy="52625"/>
            </a:xfrm>
            <a:custGeom>
              <a:avLst/>
              <a:gdLst/>
              <a:ahLst/>
              <a:cxnLst/>
              <a:rect l="l" t="t" r="r" b="b"/>
              <a:pathLst>
                <a:path w="25490" h="1480" fill="none" extrusionOk="0">
                  <a:moveTo>
                    <a:pt x="25490" y="1480"/>
                  </a:moveTo>
                  <a:lnTo>
                    <a:pt x="11805" y="1480"/>
                  </a:lnTo>
                  <a:lnTo>
                    <a:pt x="10327" y="1"/>
                  </a:lnTo>
                  <a:lnTo>
                    <a:pt x="1" y="1"/>
                  </a:ln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2823;p51">
              <a:extLst>
                <a:ext uri="{FF2B5EF4-FFF2-40B4-BE49-F238E27FC236}">
                  <a16:creationId xmlns:a16="http://schemas.microsoft.com/office/drawing/2014/main" id="{1C584AD0-E9DB-C835-C260-8449564B1B80}"/>
                </a:ext>
              </a:extLst>
            </p:cNvPr>
            <p:cNvSpPr/>
            <p:nvPr/>
          </p:nvSpPr>
          <p:spPr>
            <a:xfrm>
              <a:off x="7201924" y="2890716"/>
              <a:ext cx="67773" cy="67773"/>
            </a:xfrm>
            <a:custGeom>
              <a:avLst/>
              <a:gdLst/>
              <a:ahLst/>
              <a:cxnLst/>
              <a:rect l="l" t="t" r="r" b="b"/>
              <a:pathLst>
                <a:path w="1906" h="1906" extrusionOk="0">
                  <a:moveTo>
                    <a:pt x="953" y="0"/>
                  </a:moveTo>
                  <a:cubicBezTo>
                    <a:pt x="427" y="0"/>
                    <a:pt x="0" y="426"/>
                    <a:pt x="0" y="953"/>
                  </a:cubicBezTo>
                  <a:cubicBezTo>
                    <a:pt x="0" y="1479"/>
                    <a:pt x="427" y="1905"/>
                    <a:pt x="953" y="1905"/>
                  </a:cubicBezTo>
                  <a:cubicBezTo>
                    <a:pt x="1479" y="1905"/>
                    <a:pt x="1905" y="1479"/>
                    <a:pt x="1905" y="953"/>
                  </a:cubicBezTo>
                  <a:cubicBezTo>
                    <a:pt x="1905" y="426"/>
                    <a:pt x="1479" y="0"/>
                    <a:pt x="953" y="0"/>
                  </a:cubicBezTo>
                  <a:close/>
                </a:path>
              </a:pathLst>
            </a:custGeom>
            <a:solidFill>
              <a:schemeClr val="accent4"/>
            </a:solidFill>
            <a:ln w="9525" cap="flat"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2824;p51">
              <a:extLst>
                <a:ext uri="{FF2B5EF4-FFF2-40B4-BE49-F238E27FC236}">
                  <a16:creationId xmlns:a16="http://schemas.microsoft.com/office/drawing/2014/main" id="{FC23E41A-2DE9-7F67-D1BE-1F40770DAACA}"/>
                </a:ext>
              </a:extLst>
            </p:cNvPr>
            <p:cNvSpPr/>
            <p:nvPr/>
          </p:nvSpPr>
          <p:spPr>
            <a:xfrm>
              <a:off x="7125295" y="3068937"/>
              <a:ext cx="67737" cy="67773"/>
            </a:xfrm>
            <a:custGeom>
              <a:avLst/>
              <a:gdLst/>
              <a:ahLst/>
              <a:cxnLst/>
              <a:rect l="l" t="t" r="r" b="b"/>
              <a:pathLst>
                <a:path w="1905" h="1906" extrusionOk="0">
                  <a:moveTo>
                    <a:pt x="952" y="1"/>
                  </a:moveTo>
                  <a:cubicBezTo>
                    <a:pt x="426" y="1"/>
                    <a:pt x="0" y="427"/>
                    <a:pt x="0" y="953"/>
                  </a:cubicBezTo>
                  <a:cubicBezTo>
                    <a:pt x="0" y="1480"/>
                    <a:pt x="426" y="1906"/>
                    <a:pt x="952" y="1906"/>
                  </a:cubicBezTo>
                  <a:cubicBezTo>
                    <a:pt x="1479" y="1906"/>
                    <a:pt x="1905" y="1480"/>
                    <a:pt x="1905" y="953"/>
                  </a:cubicBezTo>
                  <a:cubicBezTo>
                    <a:pt x="1905" y="427"/>
                    <a:pt x="1479" y="1"/>
                    <a:pt x="952" y="1"/>
                  </a:cubicBezTo>
                  <a:close/>
                </a:path>
              </a:pathLst>
            </a:custGeom>
            <a:solidFill>
              <a:schemeClr val="accent4"/>
            </a:solidFill>
            <a:ln w="9525" cap="flat"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2825;p51">
              <a:extLst>
                <a:ext uri="{FF2B5EF4-FFF2-40B4-BE49-F238E27FC236}">
                  <a16:creationId xmlns:a16="http://schemas.microsoft.com/office/drawing/2014/main" id="{9393BF76-77A0-81DE-9C6C-1E517FB34919}"/>
                </a:ext>
              </a:extLst>
            </p:cNvPr>
            <p:cNvSpPr/>
            <p:nvPr/>
          </p:nvSpPr>
          <p:spPr>
            <a:xfrm>
              <a:off x="7128850" y="3747148"/>
              <a:ext cx="231728" cy="90956"/>
            </a:xfrm>
            <a:custGeom>
              <a:avLst/>
              <a:gdLst/>
              <a:ahLst/>
              <a:cxnLst/>
              <a:rect l="l" t="t" r="r" b="b"/>
              <a:pathLst>
                <a:path w="6517" h="2558" extrusionOk="0">
                  <a:moveTo>
                    <a:pt x="0" y="1"/>
                  </a:moveTo>
                  <a:lnTo>
                    <a:pt x="0" y="1880"/>
                  </a:lnTo>
                  <a:lnTo>
                    <a:pt x="0" y="2006"/>
                  </a:lnTo>
                  <a:cubicBezTo>
                    <a:pt x="0" y="2306"/>
                    <a:pt x="1454" y="2557"/>
                    <a:pt x="3258" y="2557"/>
                  </a:cubicBezTo>
                  <a:cubicBezTo>
                    <a:pt x="5063" y="2557"/>
                    <a:pt x="6517" y="2306"/>
                    <a:pt x="6517" y="2006"/>
                  </a:cubicBezTo>
                  <a:lnTo>
                    <a:pt x="6517" y="1880"/>
                  </a:lnTo>
                  <a:lnTo>
                    <a:pt x="6517" y="1"/>
                  </a:ln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2826;p51">
              <a:extLst>
                <a:ext uri="{FF2B5EF4-FFF2-40B4-BE49-F238E27FC236}">
                  <a16:creationId xmlns:a16="http://schemas.microsoft.com/office/drawing/2014/main" id="{05896492-6FE7-E0FE-BE4E-C6F9917A0906}"/>
                </a:ext>
              </a:extLst>
            </p:cNvPr>
            <p:cNvSpPr/>
            <p:nvPr/>
          </p:nvSpPr>
          <p:spPr>
            <a:xfrm>
              <a:off x="7128850" y="3747148"/>
              <a:ext cx="231728" cy="90956"/>
            </a:xfrm>
            <a:custGeom>
              <a:avLst/>
              <a:gdLst/>
              <a:ahLst/>
              <a:cxnLst/>
              <a:rect l="l" t="t" r="r" b="b"/>
              <a:pathLst>
                <a:path w="6517" h="2558" fill="none" extrusionOk="0">
                  <a:moveTo>
                    <a:pt x="6517" y="1880"/>
                  </a:moveTo>
                  <a:lnTo>
                    <a:pt x="6517" y="2006"/>
                  </a:lnTo>
                  <a:cubicBezTo>
                    <a:pt x="6517" y="2306"/>
                    <a:pt x="5063" y="2557"/>
                    <a:pt x="3258" y="2557"/>
                  </a:cubicBezTo>
                  <a:cubicBezTo>
                    <a:pt x="1454" y="2557"/>
                    <a:pt x="0" y="2306"/>
                    <a:pt x="0" y="2006"/>
                  </a:cubicBezTo>
                  <a:lnTo>
                    <a:pt x="0" y="1880"/>
                  </a:lnTo>
                  <a:lnTo>
                    <a:pt x="0" y="1"/>
                  </a:lnTo>
                  <a:lnTo>
                    <a:pt x="6517" y="1"/>
                  </a:lnTo>
                  <a:close/>
                </a:path>
              </a:pathLst>
            </a:custGeom>
            <a:noFill/>
            <a:ln w="1065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2827;p51">
              <a:extLst>
                <a:ext uri="{FF2B5EF4-FFF2-40B4-BE49-F238E27FC236}">
                  <a16:creationId xmlns:a16="http://schemas.microsoft.com/office/drawing/2014/main" id="{ED2C7533-2ADD-0258-58C4-B6D1230C0109}"/>
                </a:ext>
              </a:extLst>
            </p:cNvPr>
            <p:cNvSpPr/>
            <p:nvPr/>
          </p:nvSpPr>
          <p:spPr>
            <a:xfrm>
              <a:off x="7127072" y="3721297"/>
              <a:ext cx="235284" cy="50847"/>
            </a:xfrm>
            <a:custGeom>
              <a:avLst/>
              <a:gdLst/>
              <a:ahLst/>
              <a:cxnLst/>
              <a:rect l="l" t="t" r="r" b="b"/>
              <a:pathLst>
                <a:path w="6617" h="1430" extrusionOk="0">
                  <a:moveTo>
                    <a:pt x="3308" y="1"/>
                  </a:moveTo>
                  <a:cubicBezTo>
                    <a:pt x="1479" y="1"/>
                    <a:pt x="0" y="327"/>
                    <a:pt x="0" y="728"/>
                  </a:cubicBezTo>
                  <a:cubicBezTo>
                    <a:pt x="0" y="1104"/>
                    <a:pt x="1479" y="1429"/>
                    <a:pt x="3308" y="1429"/>
                  </a:cubicBezTo>
                  <a:cubicBezTo>
                    <a:pt x="5138" y="1429"/>
                    <a:pt x="6617" y="1104"/>
                    <a:pt x="6617" y="728"/>
                  </a:cubicBezTo>
                  <a:cubicBezTo>
                    <a:pt x="6617" y="327"/>
                    <a:pt x="5138" y="1"/>
                    <a:pt x="3308" y="1"/>
                  </a:cubicBez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2828;p51">
              <a:extLst>
                <a:ext uri="{FF2B5EF4-FFF2-40B4-BE49-F238E27FC236}">
                  <a16:creationId xmlns:a16="http://schemas.microsoft.com/office/drawing/2014/main" id="{0FB2B795-B2AE-E41C-F276-1B3DD40801D3}"/>
                </a:ext>
              </a:extLst>
            </p:cNvPr>
            <p:cNvSpPr/>
            <p:nvPr/>
          </p:nvSpPr>
          <p:spPr>
            <a:xfrm>
              <a:off x="7127072" y="3721297"/>
              <a:ext cx="235284" cy="50847"/>
            </a:xfrm>
            <a:custGeom>
              <a:avLst/>
              <a:gdLst/>
              <a:ahLst/>
              <a:cxnLst/>
              <a:rect l="l" t="t" r="r" b="b"/>
              <a:pathLst>
                <a:path w="6617" h="1430" fill="none" extrusionOk="0">
                  <a:moveTo>
                    <a:pt x="6617" y="728"/>
                  </a:moveTo>
                  <a:cubicBezTo>
                    <a:pt x="6617" y="1104"/>
                    <a:pt x="5138" y="1429"/>
                    <a:pt x="3308" y="1429"/>
                  </a:cubicBezTo>
                  <a:cubicBezTo>
                    <a:pt x="1479" y="1429"/>
                    <a:pt x="0" y="1104"/>
                    <a:pt x="0" y="728"/>
                  </a:cubicBezTo>
                  <a:cubicBezTo>
                    <a:pt x="0" y="327"/>
                    <a:pt x="1479" y="1"/>
                    <a:pt x="3308" y="1"/>
                  </a:cubicBezTo>
                  <a:cubicBezTo>
                    <a:pt x="5138" y="1"/>
                    <a:pt x="6617" y="327"/>
                    <a:pt x="6617" y="728"/>
                  </a:cubicBezTo>
                  <a:close/>
                </a:path>
              </a:pathLst>
            </a:custGeom>
            <a:noFill/>
            <a:ln w="12525"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2829;p51">
              <a:extLst>
                <a:ext uri="{FF2B5EF4-FFF2-40B4-BE49-F238E27FC236}">
                  <a16:creationId xmlns:a16="http://schemas.microsoft.com/office/drawing/2014/main" id="{BBA6117B-65FE-3B6D-CCC3-1430BD4E9349}"/>
                </a:ext>
              </a:extLst>
            </p:cNvPr>
            <p:cNvSpPr/>
            <p:nvPr/>
          </p:nvSpPr>
          <p:spPr>
            <a:xfrm>
              <a:off x="7194776" y="3739148"/>
              <a:ext cx="99845" cy="16961"/>
            </a:xfrm>
            <a:custGeom>
              <a:avLst/>
              <a:gdLst/>
              <a:ahLst/>
              <a:cxnLst/>
              <a:rect l="l" t="t" r="r" b="b"/>
              <a:pathLst>
                <a:path w="2808" h="477" extrusionOk="0">
                  <a:moveTo>
                    <a:pt x="1404" y="0"/>
                  </a:moveTo>
                  <a:cubicBezTo>
                    <a:pt x="628" y="0"/>
                    <a:pt x="1" y="100"/>
                    <a:pt x="1" y="226"/>
                  </a:cubicBezTo>
                  <a:cubicBezTo>
                    <a:pt x="1" y="376"/>
                    <a:pt x="628" y="476"/>
                    <a:pt x="1404" y="476"/>
                  </a:cubicBezTo>
                  <a:cubicBezTo>
                    <a:pt x="2181" y="476"/>
                    <a:pt x="2808" y="376"/>
                    <a:pt x="2808" y="226"/>
                  </a:cubicBezTo>
                  <a:cubicBezTo>
                    <a:pt x="2808" y="100"/>
                    <a:pt x="2181" y="0"/>
                    <a:pt x="1404" y="0"/>
                  </a:cubicBezTo>
                  <a:close/>
                </a:path>
              </a:pathLst>
            </a:custGeom>
            <a:solidFill>
              <a:srgbClr val="00A7F8"/>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2830;p51">
              <a:extLst>
                <a:ext uri="{FF2B5EF4-FFF2-40B4-BE49-F238E27FC236}">
                  <a16:creationId xmlns:a16="http://schemas.microsoft.com/office/drawing/2014/main" id="{DB7573BD-90D8-A6C3-6F0C-C2B30156CF1F}"/>
                </a:ext>
              </a:extLst>
            </p:cNvPr>
            <p:cNvSpPr/>
            <p:nvPr/>
          </p:nvSpPr>
          <p:spPr>
            <a:xfrm>
              <a:off x="7159146" y="3709741"/>
              <a:ext cx="160435" cy="62403"/>
            </a:xfrm>
            <a:custGeom>
              <a:avLst/>
              <a:gdLst/>
              <a:ahLst/>
              <a:cxnLst/>
              <a:rect l="l" t="t" r="r" b="b"/>
              <a:pathLst>
                <a:path w="4512" h="1755" extrusionOk="0">
                  <a:moveTo>
                    <a:pt x="0" y="0"/>
                  </a:moveTo>
                  <a:lnTo>
                    <a:pt x="0" y="1278"/>
                  </a:lnTo>
                  <a:lnTo>
                    <a:pt x="0" y="1378"/>
                  </a:lnTo>
                  <a:cubicBezTo>
                    <a:pt x="0" y="1579"/>
                    <a:pt x="1028" y="1754"/>
                    <a:pt x="2256" y="1754"/>
                  </a:cubicBezTo>
                  <a:cubicBezTo>
                    <a:pt x="3509" y="1754"/>
                    <a:pt x="4512" y="1579"/>
                    <a:pt x="4512" y="1378"/>
                  </a:cubicBezTo>
                  <a:lnTo>
                    <a:pt x="4512" y="1278"/>
                  </a:lnTo>
                  <a:lnTo>
                    <a:pt x="4512" y="0"/>
                  </a:ln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2831;p51">
              <a:extLst>
                <a:ext uri="{FF2B5EF4-FFF2-40B4-BE49-F238E27FC236}">
                  <a16:creationId xmlns:a16="http://schemas.microsoft.com/office/drawing/2014/main" id="{8E677520-8D80-AF25-5684-1BF708F357B4}"/>
                </a:ext>
              </a:extLst>
            </p:cNvPr>
            <p:cNvSpPr/>
            <p:nvPr/>
          </p:nvSpPr>
          <p:spPr>
            <a:xfrm>
              <a:off x="7159146" y="3709741"/>
              <a:ext cx="160435" cy="62403"/>
            </a:xfrm>
            <a:custGeom>
              <a:avLst/>
              <a:gdLst/>
              <a:ahLst/>
              <a:cxnLst/>
              <a:rect l="l" t="t" r="r" b="b"/>
              <a:pathLst>
                <a:path w="4512" h="1755" fill="none" extrusionOk="0">
                  <a:moveTo>
                    <a:pt x="4512" y="1278"/>
                  </a:moveTo>
                  <a:lnTo>
                    <a:pt x="4512" y="1378"/>
                  </a:lnTo>
                  <a:cubicBezTo>
                    <a:pt x="4512" y="1579"/>
                    <a:pt x="3509" y="1754"/>
                    <a:pt x="2256" y="1754"/>
                  </a:cubicBezTo>
                  <a:cubicBezTo>
                    <a:pt x="1028" y="1754"/>
                    <a:pt x="0" y="1579"/>
                    <a:pt x="0" y="1378"/>
                  </a:cubicBezTo>
                  <a:lnTo>
                    <a:pt x="0" y="1278"/>
                  </a:lnTo>
                  <a:lnTo>
                    <a:pt x="0" y="0"/>
                  </a:lnTo>
                  <a:lnTo>
                    <a:pt x="4512" y="0"/>
                  </a:lnTo>
                  <a:close/>
                </a:path>
              </a:pathLst>
            </a:custGeom>
            <a:noFill/>
            <a:ln w="1065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2832;p51">
              <a:extLst>
                <a:ext uri="{FF2B5EF4-FFF2-40B4-BE49-F238E27FC236}">
                  <a16:creationId xmlns:a16="http://schemas.microsoft.com/office/drawing/2014/main" id="{15F4452B-C079-84BD-46E8-2DBD35D1CBBB}"/>
                </a:ext>
              </a:extLst>
            </p:cNvPr>
            <p:cNvSpPr/>
            <p:nvPr/>
          </p:nvSpPr>
          <p:spPr>
            <a:xfrm>
              <a:off x="7123481" y="3628631"/>
              <a:ext cx="231764" cy="90921"/>
            </a:xfrm>
            <a:custGeom>
              <a:avLst/>
              <a:gdLst/>
              <a:ahLst/>
              <a:cxnLst/>
              <a:rect l="l" t="t" r="r" b="b"/>
              <a:pathLst>
                <a:path w="6518" h="2557" extrusionOk="0">
                  <a:moveTo>
                    <a:pt x="1" y="0"/>
                  </a:moveTo>
                  <a:lnTo>
                    <a:pt x="1" y="1880"/>
                  </a:lnTo>
                  <a:lnTo>
                    <a:pt x="1" y="2005"/>
                  </a:lnTo>
                  <a:cubicBezTo>
                    <a:pt x="1" y="2306"/>
                    <a:pt x="1480" y="2557"/>
                    <a:pt x="3259" y="2557"/>
                  </a:cubicBezTo>
                  <a:cubicBezTo>
                    <a:pt x="5064" y="2557"/>
                    <a:pt x="6517" y="2306"/>
                    <a:pt x="6517" y="2005"/>
                  </a:cubicBezTo>
                  <a:lnTo>
                    <a:pt x="6517" y="1880"/>
                  </a:lnTo>
                  <a:lnTo>
                    <a:pt x="6517" y="0"/>
                  </a:ln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2833;p51">
              <a:extLst>
                <a:ext uri="{FF2B5EF4-FFF2-40B4-BE49-F238E27FC236}">
                  <a16:creationId xmlns:a16="http://schemas.microsoft.com/office/drawing/2014/main" id="{D0888ED4-736A-5402-E152-11C388C972F3}"/>
                </a:ext>
              </a:extLst>
            </p:cNvPr>
            <p:cNvSpPr/>
            <p:nvPr/>
          </p:nvSpPr>
          <p:spPr>
            <a:xfrm>
              <a:off x="7123481" y="3628631"/>
              <a:ext cx="231764" cy="90921"/>
            </a:xfrm>
            <a:custGeom>
              <a:avLst/>
              <a:gdLst/>
              <a:ahLst/>
              <a:cxnLst/>
              <a:rect l="l" t="t" r="r" b="b"/>
              <a:pathLst>
                <a:path w="6518" h="2557" fill="none" extrusionOk="0">
                  <a:moveTo>
                    <a:pt x="6517" y="1880"/>
                  </a:moveTo>
                  <a:lnTo>
                    <a:pt x="6517" y="2005"/>
                  </a:lnTo>
                  <a:cubicBezTo>
                    <a:pt x="6517" y="2306"/>
                    <a:pt x="5064" y="2557"/>
                    <a:pt x="3259" y="2557"/>
                  </a:cubicBezTo>
                  <a:cubicBezTo>
                    <a:pt x="1480" y="2557"/>
                    <a:pt x="1" y="2306"/>
                    <a:pt x="1" y="2005"/>
                  </a:cubicBezTo>
                  <a:lnTo>
                    <a:pt x="1" y="1880"/>
                  </a:lnTo>
                  <a:lnTo>
                    <a:pt x="1" y="0"/>
                  </a:lnTo>
                  <a:lnTo>
                    <a:pt x="6517" y="0"/>
                  </a:lnTo>
                  <a:close/>
                </a:path>
              </a:pathLst>
            </a:custGeom>
            <a:noFill/>
            <a:ln w="1065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2834;p51">
              <a:extLst>
                <a:ext uri="{FF2B5EF4-FFF2-40B4-BE49-F238E27FC236}">
                  <a16:creationId xmlns:a16="http://schemas.microsoft.com/office/drawing/2014/main" id="{FF71BE9A-0CB5-5953-0FBA-01E2504ADA7C}"/>
                </a:ext>
              </a:extLst>
            </p:cNvPr>
            <p:cNvSpPr/>
            <p:nvPr/>
          </p:nvSpPr>
          <p:spPr>
            <a:xfrm>
              <a:off x="7121703" y="3602780"/>
              <a:ext cx="236208" cy="49034"/>
            </a:xfrm>
            <a:custGeom>
              <a:avLst/>
              <a:gdLst/>
              <a:ahLst/>
              <a:cxnLst/>
              <a:rect l="l" t="t" r="r" b="b"/>
              <a:pathLst>
                <a:path w="6643" h="1379" extrusionOk="0">
                  <a:moveTo>
                    <a:pt x="3309" y="0"/>
                  </a:moveTo>
                  <a:cubicBezTo>
                    <a:pt x="1480" y="0"/>
                    <a:pt x="1" y="301"/>
                    <a:pt x="1" y="677"/>
                  </a:cubicBezTo>
                  <a:cubicBezTo>
                    <a:pt x="1" y="1053"/>
                    <a:pt x="1480" y="1379"/>
                    <a:pt x="3309" y="1379"/>
                  </a:cubicBezTo>
                  <a:cubicBezTo>
                    <a:pt x="5139" y="1379"/>
                    <a:pt x="6642" y="1053"/>
                    <a:pt x="6642" y="677"/>
                  </a:cubicBezTo>
                  <a:cubicBezTo>
                    <a:pt x="6642" y="301"/>
                    <a:pt x="5139" y="0"/>
                    <a:pt x="3309" y="0"/>
                  </a:cubicBez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2835;p51">
              <a:extLst>
                <a:ext uri="{FF2B5EF4-FFF2-40B4-BE49-F238E27FC236}">
                  <a16:creationId xmlns:a16="http://schemas.microsoft.com/office/drawing/2014/main" id="{687C6C22-697F-6EB4-A28D-5070419A97B5}"/>
                </a:ext>
              </a:extLst>
            </p:cNvPr>
            <p:cNvSpPr/>
            <p:nvPr/>
          </p:nvSpPr>
          <p:spPr>
            <a:xfrm>
              <a:off x="7121703" y="3602780"/>
              <a:ext cx="236208" cy="49034"/>
            </a:xfrm>
            <a:custGeom>
              <a:avLst/>
              <a:gdLst/>
              <a:ahLst/>
              <a:cxnLst/>
              <a:rect l="l" t="t" r="r" b="b"/>
              <a:pathLst>
                <a:path w="6643" h="1379" fill="none" extrusionOk="0">
                  <a:moveTo>
                    <a:pt x="6642" y="677"/>
                  </a:moveTo>
                  <a:cubicBezTo>
                    <a:pt x="6642" y="1053"/>
                    <a:pt x="5139" y="1379"/>
                    <a:pt x="3309" y="1379"/>
                  </a:cubicBezTo>
                  <a:cubicBezTo>
                    <a:pt x="1480" y="1379"/>
                    <a:pt x="1" y="1053"/>
                    <a:pt x="1" y="677"/>
                  </a:cubicBezTo>
                  <a:cubicBezTo>
                    <a:pt x="1" y="301"/>
                    <a:pt x="1480" y="0"/>
                    <a:pt x="3309" y="0"/>
                  </a:cubicBezTo>
                  <a:cubicBezTo>
                    <a:pt x="5139" y="0"/>
                    <a:pt x="6642" y="301"/>
                    <a:pt x="6642" y="677"/>
                  </a:cubicBezTo>
                  <a:close/>
                </a:path>
              </a:pathLst>
            </a:custGeom>
            <a:noFill/>
            <a:ln w="12525"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2836;p51">
              <a:extLst>
                <a:ext uri="{FF2B5EF4-FFF2-40B4-BE49-F238E27FC236}">
                  <a16:creationId xmlns:a16="http://schemas.microsoft.com/office/drawing/2014/main" id="{4FEF3FDE-347F-85F8-1C27-A4D3928EB89D}"/>
                </a:ext>
              </a:extLst>
            </p:cNvPr>
            <p:cNvSpPr/>
            <p:nvPr/>
          </p:nvSpPr>
          <p:spPr>
            <a:xfrm>
              <a:off x="7189442" y="3628631"/>
              <a:ext cx="100734" cy="16961"/>
            </a:xfrm>
            <a:custGeom>
              <a:avLst/>
              <a:gdLst/>
              <a:ahLst/>
              <a:cxnLst/>
              <a:rect l="l" t="t" r="r" b="b"/>
              <a:pathLst>
                <a:path w="2833" h="477" extrusionOk="0">
                  <a:moveTo>
                    <a:pt x="1404" y="0"/>
                  </a:moveTo>
                  <a:cubicBezTo>
                    <a:pt x="627" y="0"/>
                    <a:pt x="1" y="101"/>
                    <a:pt x="1" y="226"/>
                  </a:cubicBezTo>
                  <a:cubicBezTo>
                    <a:pt x="1" y="351"/>
                    <a:pt x="627" y="476"/>
                    <a:pt x="1404" y="476"/>
                  </a:cubicBezTo>
                  <a:cubicBezTo>
                    <a:pt x="2181" y="476"/>
                    <a:pt x="2833" y="351"/>
                    <a:pt x="2833" y="226"/>
                  </a:cubicBezTo>
                  <a:cubicBezTo>
                    <a:pt x="2833" y="101"/>
                    <a:pt x="2181" y="0"/>
                    <a:pt x="1404" y="0"/>
                  </a:cubicBezTo>
                  <a:close/>
                </a:path>
              </a:pathLst>
            </a:custGeom>
            <a:solidFill>
              <a:srgbClr val="00A7F8"/>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2837;p51">
              <a:extLst>
                <a:ext uri="{FF2B5EF4-FFF2-40B4-BE49-F238E27FC236}">
                  <a16:creationId xmlns:a16="http://schemas.microsoft.com/office/drawing/2014/main" id="{9A9E468D-F2CF-E280-2EAB-53855AE7091B}"/>
                </a:ext>
              </a:extLst>
            </p:cNvPr>
            <p:cNvSpPr/>
            <p:nvPr/>
          </p:nvSpPr>
          <p:spPr>
            <a:xfrm>
              <a:off x="7159146" y="3591188"/>
              <a:ext cx="160435" cy="62439"/>
            </a:xfrm>
            <a:custGeom>
              <a:avLst/>
              <a:gdLst/>
              <a:ahLst/>
              <a:cxnLst/>
              <a:rect l="l" t="t" r="r" b="b"/>
              <a:pathLst>
                <a:path w="4512" h="1756" extrusionOk="0">
                  <a:moveTo>
                    <a:pt x="0" y="1"/>
                  </a:moveTo>
                  <a:lnTo>
                    <a:pt x="0" y="1279"/>
                  </a:lnTo>
                  <a:lnTo>
                    <a:pt x="0" y="1379"/>
                  </a:lnTo>
                  <a:cubicBezTo>
                    <a:pt x="0" y="1580"/>
                    <a:pt x="1028" y="1755"/>
                    <a:pt x="2256" y="1755"/>
                  </a:cubicBezTo>
                  <a:cubicBezTo>
                    <a:pt x="3509" y="1755"/>
                    <a:pt x="4512" y="1580"/>
                    <a:pt x="4512" y="1379"/>
                  </a:cubicBezTo>
                  <a:lnTo>
                    <a:pt x="4512" y="1279"/>
                  </a:lnTo>
                  <a:lnTo>
                    <a:pt x="4512" y="1"/>
                  </a:ln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2838;p51">
              <a:extLst>
                <a:ext uri="{FF2B5EF4-FFF2-40B4-BE49-F238E27FC236}">
                  <a16:creationId xmlns:a16="http://schemas.microsoft.com/office/drawing/2014/main" id="{178EE119-53C7-67DD-9ACA-69876D746911}"/>
                </a:ext>
              </a:extLst>
            </p:cNvPr>
            <p:cNvSpPr/>
            <p:nvPr/>
          </p:nvSpPr>
          <p:spPr>
            <a:xfrm>
              <a:off x="7159146" y="3591188"/>
              <a:ext cx="160435" cy="62439"/>
            </a:xfrm>
            <a:custGeom>
              <a:avLst/>
              <a:gdLst/>
              <a:ahLst/>
              <a:cxnLst/>
              <a:rect l="l" t="t" r="r" b="b"/>
              <a:pathLst>
                <a:path w="4512" h="1756" fill="none" extrusionOk="0">
                  <a:moveTo>
                    <a:pt x="4512" y="1279"/>
                  </a:moveTo>
                  <a:lnTo>
                    <a:pt x="4512" y="1379"/>
                  </a:lnTo>
                  <a:cubicBezTo>
                    <a:pt x="4512" y="1580"/>
                    <a:pt x="3509" y="1755"/>
                    <a:pt x="2256" y="1755"/>
                  </a:cubicBezTo>
                  <a:cubicBezTo>
                    <a:pt x="1028" y="1755"/>
                    <a:pt x="0" y="1580"/>
                    <a:pt x="0" y="1379"/>
                  </a:cubicBezTo>
                  <a:lnTo>
                    <a:pt x="0" y="1279"/>
                  </a:lnTo>
                  <a:lnTo>
                    <a:pt x="0" y="1"/>
                  </a:lnTo>
                  <a:lnTo>
                    <a:pt x="4512" y="1"/>
                  </a:lnTo>
                  <a:close/>
                </a:path>
              </a:pathLst>
            </a:custGeom>
            <a:noFill/>
            <a:ln w="1065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2839;p51">
              <a:extLst>
                <a:ext uri="{FF2B5EF4-FFF2-40B4-BE49-F238E27FC236}">
                  <a16:creationId xmlns:a16="http://schemas.microsoft.com/office/drawing/2014/main" id="{6AA6A166-E15F-A120-C677-07845A861C24}"/>
                </a:ext>
              </a:extLst>
            </p:cNvPr>
            <p:cNvSpPr/>
            <p:nvPr/>
          </p:nvSpPr>
          <p:spPr>
            <a:xfrm>
              <a:off x="7123481" y="3510078"/>
              <a:ext cx="231764" cy="90067"/>
            </a:xfrm>
            <a:custGeom>
              <a:avLst/>
              <a:gdLst/>
              <a:ahLst/>
              <a:cxnLst/>
              <a:rect l="l" t="t" r="r" b="b"/>
              <a:pathLst>
                <a:path w="6518" h="2533" extrusionOk="0">
                  <a:moveTo>
                    <a:pt x="1" y="1"/>
                  </a:moveTo>
                  <a:lnTo>
                    <a:pt x="1" y="1856"/>
                  </a:lnTo>
                  <a:lnTo>
                    <a:pt x="1" y="2006"/>
                  </a:lnTo>
                  <a:cubicBezTo>
                    <a:pt x="1" y="2307"/>
                    <a:pt x="1480" y="2532"/>
                    <a:pt x="3259" y="2532"/>
                  </a:cubicBezTo>
                  <a:cubicBezTo>
                    <a:pt x="5064" y="2532"/>
                    <a:pt x="6517" y="2307"/>
                    <a:pt x="6517" y="2006"/>
                  </a:cubicBezTo>
                  <a:lnTo>
                    <a:pt x="6517" y="1856"/>
                  </a:lnTo>
                  <a:lnTo>
                    <a:pt x="6517" y="1"/>
                  </a:ln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2840;p51">
              <a:extLst>
                <a:ext uri="{FF2B5EF4-FFF2-40B4-BE49-F238E27FC236}">
                  <a16:creationId xmlns:a16="http://schemas.microsoft.com/office/drawing/2014/main" id="{F456F1E8-838F-FAEF-7681-6BDB61C643C7}"/>
                </a:ext>
              </a:extLst>
            </p:cNvPr>
            <p:cNvSpPr/>
            <p:nvPr/>
          </p:nvSpPr>
          <p:spPr>
            <a:xfrm>
              <a:off x="7123481" y="3510078"/>
              <a:ext cx="231764" cy="90067"/>
            </a:xfrm>
            <a:custGeom>
              <a:avLst/>
              <a:gdLst/>
              <a:ahLst/>
              <a:cxnLst/>
              <a:rect l="l" t="t" r="r" b="b"/>
              <a:pathLst>
                <a:path w="6518" h="2533" fill="none" extrusionOk="0">
                  <a:moveTo>
                    <a:pt x="6517" y="1856"/>
                  </a:moveTo>
                  <a:lnTo>
                    <a:pt x="6517" y="2006"/>
                  </a:lnTo>
                  <a:cubicBezTo>
                    <a:pt x="6517" y="2307"/>
                    <a:pt x="5064" y="2532"/>
                    <a:pt x="3259" y="2532"/>
                  </a:cubicBezTo>
                  <a:cubicBezTo>
                    <a:pt x="1480" y="2532"/>
                    <a:pt x="1" y="2307"/>
                    <a:pt x="1" y="2006"/>
                  </a:cubicBezTo>
                  <a:lnTo>
                    <a:pt x="1" y="1856"/>
                  </a:lnTo>
                  <a:lnTo>
                    <a:pt x="1" y="1"/>
                  </a:lnTo>
                  <a:lnTo>
                    <a:pt x="6517" y="1"/>
                  </a:lnTo>
                  <a:close/>
                </a:path>
              </a:pathLst>
            </a:custGeom>
            <a:noFill/>
            <a:ln w="1065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2841;p51">
              <a:extLst>
                <a:ext uri="{FF2B5EF4-FFF2-40B4-BE49-F238E27FC236}">
                  <a16:creationId xmlns:a16="http://schemas.microsoft.com/office/drawing/2014/main" id="{ABA60883-72B0-62EE-62A1-23EEBC0A9325}"/>
                </a:ext>
              </a:extLst>
            </p:cNvPr>
            <p:cNvSpPr/>
            <p:nvPr/>
          </p:nvSpPr>
          <p:spPr>
            <a:xfrm>
              <a:off x="7121703" y="3484263"/>
              <a:ext cx="236208" cy="46367"/>
            </a:xfrm>
            <a:custGeom>
              <a:avLst/>
              <a:gdLst/>
              <a:ahLst/>
              <a:cxnLst/>
              <a:rect l="l" t="t" r="r" b="b"/>
              <a:pathLst>
                <a:path w="6643" h="1304" extrusionOk="0">
                  <a:moveTo>
                    <a:pt x="3309" y="0"/>
                  </a:moveTo>
                  <a:cubicBezTo>
                    <a:pt x="1480" y="0"/>
                    <a:pt x="1" y="301"/>
                    <a:pt x="1" y="652"/>
                  </a:cubicBezTo>
                  <a:cubicBezTo>
                    <a:pt x="1" y="1003"/>
                    <a:pt x="1480" y="1303"/>
                    <a:pt x="3309" y="1303"/>
                  </a:cubicBezTo>
                  <a:cubicBezTo>
                    <a:pt x="5139" y="1303"/>
                    <a:pt x="6642" y="1003"/>
                    <a:pt x="6642" y="652"/>
                  </a:cubicBezTo>
                  <a:cubicBezTo>
                    <a:pt x="6642" y="301"/>
                    <a:pt x="5139" y="0"/>
                    <a:pt x="3309" y="0"/>
                  </a:cubicBez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2842;p51">
              <a:extLst>
                <a:ext uri="{FF2B5EF4-FFF2-40B4-BE49-F238E27FC236}">
                  <a16:creationId xmlns:a16="http://schemas.microsoft.com/office/drawing/2014/main" id="{23BF2D84-5794-5FA3-4249-07762BFEF87E}"/>
                </a:ext>
              </a:extLst>
            </p:cNvPr>
            <p:cNvSpPr/>
            <p:nvPr/>
          </p:nvSpPr>
          <p:spPr>
            <a:xfrm>
              <a:off x="7121703" y="3484263"/>
              <a:ext cx="236208" cy="46367"/>
            </a:xfrm>
            <a:custGeom>
              <a:avLst/>
              <a:gdLst/>
              <a:ahLst/>
              <a:cxnLst/>
              <a:rect l="l" t="t" r="r" b="b"/>
              <a:pathLst>
                <a:path w="6643" h="1304" fill="none" extrusionOk="0">
                  <a:moveTo>
                    <a:pt x="6642" y="652"/>
                  </a:moveTo>
                  <a:cubicBezTo>
                    <a:pt x="6642" y="1003"/>
                    <a:pt x="5139" y="1303"/>
                    <a:pt x="3309" y="1303"/>
                  </a:cubicBezTo>
                  <a:cubicBezTo>
                    <a:pt x="1480" y="1303"/>
                    <a:pt x="1" y="1003"/>
                    <a:pt x="1" y="652"/>
                  </a:cubicBezTo>
                  <a:cubicBezTo>
                    <a:pt x="1" y="301"/>
                    <a:pt x="1480" y="0"/>
                    <a:pt x="3309" y="0"/>
                  </a:cubicBezTo>
                  <a:cubicBezTo>
                    <a:pt x="5139" y="0"/>
                    <a:pt x="6642" y="301"/>
                    <a:pt x="6642" y="652"/>
                  </a:cubicBezTo>
                  <a:close/>
                </a:path>
              </a:pathLst>
            </a:custGeom>
            <a:noFill/>
            <a:ln w="1190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2843;p51">
              <a:extLst>
                <a:ext uri="{FF2B5EF4-FFF2-40B4-BE49-F238E27FC236}">
                  <a16:creationId xmlns:a16="http://schemas.microsoft.com/office/drawing/2014/main" id="{C9DEC59D-18BE-B80F-8AD2-324464617F1C}"/>
                </a:ext>
              </a:extLst>
            </p:cNvPr>
            <p:cNvSpPr/>
            <p:nvPr/>
          </p:nvSpPr>
          <p:spPr>
            <a:xfrm>
              <a:off x="7189442" y="3502078"/>
              <a:ext cx="100734" cy="16961"/>
            </a:xfrm>
            <a:custGeom>
              <a:avLst/>
              <a:gdLst/>
              <a:ahLst/>
              <a:cxnLst/>
              <a:rect l="l" t="t" r="r" b="b"/>
              <a:pathLst>
                <a:path w="2833" h="477" extrusionOk="0">
                  <a:moveTo>
                    <a:pt x="1404" y="0"/>
                  </a:moveTo>
                  <a:cubicBezTo>
                    <a:pt x="627" y="0"/>
                    <a:pt x="1" y="101"/>
                    <a:pt x="1" y="226"/>
                  </a:cubicBezTo>
                  <a:cubicBezTo>
                    <a:pt x="1" y="351"/>
                    <a:pt x="627" y="477"/>
                    <a:pt x="1404" y="477"/>
                  </a:cubicBezTo>
                  <a:cubicBezTo>
                    <a:pt x="2181" y="477"/>
                    <a:pt x="2833" y="351"/>
                    <a:pt x="2833" y="226"/>
                  </a:cubicBezTo>
                  <a:cubicBezTo>
                    <a:pt x="2833" y="101"/>
                    <a:pt x="2181" y="0"/>
                    <a:pt x="1404" y="0"/>
                  </a:cubicBez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2844;p51">
              <a:extLst>
                <a:ext uri="{FF2B5EF4-FFF2-40B4-BE49-F238E27FC236}">
                  <a16:creationId xmlns:a16="http://schemas.microsoft.com/office/drawing/2014/main" id="{36CEC766-43B8-2E15-1577-0AA12C7C35DA}"/>
                </a:ext>
              </a:extLst>
            </p:cNvPr>
            <p:cNvSpPr/>
            <p:nvPr/>
          </p:nvSpPr>
          <p:spPr>
            <a:xfrm>
              <a:off x="5507764" y="2461167"/>
              <a:ext cx="403720" cy="982098"/>
            </a:xfrm>
            <a:custGeom>
              <a:avLst/>
              <a:gdLst/>
              <a:ahLst/>
              <a:cxnLst/>
              <a:rect l="l" t="t" r="r" b="b"/>
              <a:pathLst>
                <a:path w="11354" h="27620" fill="none" extrusionOk="0">
                  <a:moveTo>
                    <a:pt x="11354" y="3910"/>
                  </a:moveTo>
                  <a:cubicBezTo>
                    <a:pt x="11354" y="2932"/>
                    <a:pt x="10927" y="1479"/>
                    <a:pt x="10251" y="1003"/>
                  </a:cubicBezTo>
                  <a:cubicBezTo>
                    <a:pt x="8872" y="0"/>
                    <a:pt x="6015" y="326"/>
                    <a:pt x="5689" y="2807"/>
                  </a:cubicBezTo>
                  <a:cubicBezTo>
                    <a:pt x="5689" y="2807"/>
                    <a:pt x="5439" y="3484"/>
                    <a:pt x="3684" y="4687"/>
                  </a:cubicBezTo>
                  <a:cubicBezTo>
                    <a:pt x="1955" y="5865"/>
                    <a:pt x="2832" y="7519"/>
                    <a:pt x="2832" y="7519"/>
                  </a:cubicBezTo>
                  <a:cubicBezTo>
                    <a:pt x="2832" y="7519"/>
                    <a:pt x="1780" y="8521"/>
                    <a:pt x="1905" y="9248"/>
                  </a:cubicBezTo>
                  <a:cubicBezTo>
                    <a:pt x="2030" y="9975"/>
                    <a:pt x="0" y="11228"/>
                    <a:pt x="1404" y="15213"/>
                  </a:cubicBezTo>
                  <a:cubicBezTo>
                    <a:pt x="1404" y="15213"/>
                    <a:pt x="251" y="17669"/>
                    <a:pt x="2206" y="18822"/>
                  </a:cubicBezTo>
                  <a:cubicBezTo>
                    <a:pt x="2206" y="18822"/>
                    <a:pt x="1228" y="20251"/>
                    <a:pt x="2932" y="21028"/>
                  </a:cubicBezTo>
                  <a:cubicBezTo>
                    <a:pt x="2932" y="21028"/>
                    <a:pt x="2381" y="23559"/>
                    <a:pt x="5263" y="24837"/>
                  </a:cubicBezTo>
                  <a:cubicBezTo>
                    <a:pt x="5263" y="24837"/>
                    <a:pt x="5965" y="26892"/>
                    <a:pt x="8045" y="26516"/>
                  </a:cubicBezTo>
                  <a:cubicBezTo>
                    <a:pt x="8045" y="26516"/>
                    <a:pt x="8572" y="27619"/>
                    <a:pt x="9925" y="26993"/>
                  </a:cubicBezTo>
                  <a:cubicBezTo>
                    <a:pt x="9925" y="26993"/>
                    <a:pt x="10627" y="26617"/>
                    <a:pt x="11354" y="26817"/>
                  </a:cubicBezTo>
                  <a:close/>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2845;p51">
              <a:extLst>
                <a:ext uri="{FF2B5EF4-FFF2-40B4-BE49-F238E27FC236}">
                  <a16:creationId xmlns:a16="http://schemas.microsoft.com/office/drawing/2014/main" id="{DE41E609-4795-E572-AFCC-24FAADBE1BD1}"/>
                </a:ext>
              </a:extLst>
            </p:cNvPr>
            <p:cNvSpPr/>
            <p:nvPr/>
          </p:nvSpPr>
          <p:spPr>
            <a:xfrm>
              <a:off x="5684206" y="2560980"/>
              <a:ext cx="131918" cy="114104"/>
            </a:xfrm>
            <a:custGeom>
              <a:avLst/>
              <a:gdLst/>
              <a:ahLst/>
              <a:cxnLst/>
              <a:rect l="l" t="t" r="r" b="b"/>
              <a:pathLst>
                <a:path w="3710" h="3209" fill="none" extrusionOk="0">
                  <a:moveTo>
                    <a:pt x="702" y="0"/>
                  </a:moveTo>
                  <a:cubicBezTo>
                    <a:pt x="702" y="0"/>
                    <a:pt x="1" y="3208"/>
                    <a:pt x="3710" y="3058"/>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2846;p51">
              <a:extLst>
                <a:ext uri="{FF2B5EF4-FFF2-40B4-BE49-F238E27FC236}">
                  <a16:creationId xmlns:a16="http://schemas.microsoft.com/office/drawing/2014/main" id="{2CF5E0B0-33C9-92E0-4E62-04C0E03B6AE4}"/>
                </a:ext>
              </a:extLst>
            </p:cNvPr>
            <p:cNvSpPr/>
            <p:nvPr/>
          </p:nvSpPr>
          <p:spPr>
            <a:xfrm>
              <a:off x="5738575" y="2724053"/>
              <a:ext cx="172916" cy="96290"/>
            </a:xfrm>
            <a:custGeom>
              <a:avLst/>
              <a:gdLst/>
              <a:ahLst/>
              <a:cxnLst/>
              <a:rect l="l" t="t" r="r" b="b"/>
              <a:pathLst>
                <a:path w="4863" h="2708" fill="none" extrusionOk="0">
                  <a:moveTo>
                    <a:pt x="4863" y="1"/>
                  </a:moveTo>
                  <a:cubicBezTo>
                    <a:pt x="4863" y="1"/>
                    <a:pt x="3409" y="2707"/>
                    <a:pt x="0" y="1955"/>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2847;p51">
              <a:extLst>
                <a:ext uri="{FF2B5EF4-FFF2-40B4-BE49-F238E27FC236}">
                  <a16:creationId xmlns:a16="http://schemas.microsoft.com/office/drawing/2014/main" id="{22B2EC36-282D-0F24-B2FB-B42ABF1BFBD4}"/>
                </a:ext>
              </a:extLst>
            </p:cNvPr>
            <p:cNvSpPr/>
            <p:nvPr/>
          </p:nvSpPr>
          <p:spPr>
            <a:xfrm>
              <a:off x="5726094" y="2700868"/>
              <a:ext cx="124807" cy="82920"/>
            </a:xfrm>
            <a:custGeom>
              <a:avLst/>
              <a:gdLst/>
              <a:ahLst/>
              <a:cxnLst/>
              <a:rect l="l" t="t" r="r" b="b"/>
              <a:pathLst>
                <a:path w="3510" h="2332" fill="none" extrusionOk="0">
                  <a:moveTo>
                    <a:pt x="3359" y="2332"/>
                  </a:moveTo>
                  <a:cubicBezTo>
                    <a:pt x="3359" y="2332"/>
                    <a:pt x="3509" y="427"/>
                    <a:pt x="0" y="1"/>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2848;p51">
              <a:extLst>
                <a:ext uri="{FF2B5EF4-FFF2-40B4-BE49-F238E27FC236}">
                  <a16:creationId xmlns:a16="http://schemas.microsoft.com/office/drawing/2014/main" id="{38C57E79-2CE9-94C0-A827-75B0066F86E0}"/>
                </a:ext>
              </a:extLst>
            </p:cNvPr>
            <p:cNvSpPr/>
            <p:nvPr/>
          </p:nvSpPr>
          <p:spPr>
            <a:xfrm>
              <a:off x="5575467" y="2790014"/>
              <a:ext cx="107881" cy="80218"/>
            </a:xfrm>
            <a:custGeom>
              <a:avLst/>
              <a:gdLst/>
              <a:ahLst/>
              <a:cxnLst/>
              <a:rect l="l" t="t" r="r" b="b"/>
              <a:pathLst>
                <a:path w="3034" h="2256" fill="none" extrusionOk="0">
                  <a:moveTo>
                    <a:pt x="1" y="0"/>
                  </a:moveTo>
                  <a:cubicBezTo>
                    <a:pt x="1" y="0"/>
                    <a:pt x="1329" y="2256"/>
                    <a:pt x="3033" y="1654"/>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2849;p51">
              <a:extLst>
                <a:ext uri="{FF2B5EF4-FFF2-40B4-BE49-F238E27FC236}">
                  <a16:creationId xmlns:a16="http://schemas.microsoft.com/office/drawing/2014/main" id="{807D2974-392E-5D92-18DD-3D8A02B36B24}"/>
                </a:ext>
              </a:extLst>
            </p:cNvPr>
            <p:cNvSpPr/>
            <p:nvPr/>
          </p:nvSpPr>
          <p:spPr>
            <a:xfrm>
              <a:off x="5334841" y="2500353"/>
              <a:ext cx="360091" cy="265615"/>
            </a:xfrm>
            <a:custGeom>
              <a:avLst/>
              <a:gdLst/>
              <a:ahLst/>
              <a:cxnLst/>
              <a:rect l="l" t="t" r="r" b="b"/>
              <a:pathLst>
                <a:path w="10127" h="7470" fill="none" extrusionOk="0">
                  <a:moveTo>
                    <a:pt x="10126" y="6617"/>
                  </a:moveTo>
                  <a:cubicBezTo>
                    <a:pt x="8623" y="7470"/>
                    <a:pt x="7745" y="6442"/>
                    <a:pt x="7745" y="6442"/>
                  </a:cubicBezTo>
                  <a:lnTo>
                    <a:pt x="1" y="1"/>
                  </a:ln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2850;p51">
              <a:extLst>
                <a:ext uri="{FF2B5EF4-FFF2-40B4-BE49-F238E27FC236}">
                  <a16:creationId xmlns:a16="http://schemas.microsoft.com/office/drawing/2014/main" id="{B0BAF5B5-431B-73F6-E055-A60B8C4412B1}"/>
                </a:ext>
              </a:extLst>
            </p:cNvPr>
            <p:cNvSpPr/>
            <p:nvPr/>
          </p:nvSpPr>
          <p:spPr>
            <a:xfrm>
              <a:off x="5772427" y="2811385"/>
              <a:ext cx="139065" cy="90067"/>
            </a:xfrm>
            <a:custGeom>
              <a:avLst/>
              <a:gdLst/>
              <a:ahLst/>
              <a:cxnLst/>
              <a:rect l="l" t="t" r="r" b="b"/>
              <a:pathLst>
                <a:path w="3911" h="2533" fill="none" extrusionOk="0">
                  <a:moveTo>
                    <a:pt x="3911" y="276"/>
                  </a:moveTo>
                  <a:cubicBezTo>
                    <a:pt x="3911" y="276"/>
                    <a:pt x="803" y="1"/>
                    <a:pt x="1" y="2532"/>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2851;p51">
              <a:extLst>
                <a:ext uri="{FF2B5EF4-FFF2-40B4-BE49-F238E27FC236}">
                  <a16:creationId xmlns:a16="http://schemas.microsoft.com/office/drawing/2014/main" id="{A12DC675-3029-90F5-6B31-683BFFE3CC59}"/>
                </a:ext>
              </a:extLst>
            </p:cNvPr>
            <p:cNvSpPr/>
            <p:nvPr/>
          </p:nvSpPr>
          <p:spPr>
            <a:xfrm>
              <a:off x="5838389" y="2836347"/>
              <a:ext cx="41033" cy="97179"/>
            </a:xfrm>
            <a:custGeom>
              <a:avLst/>
              <a:gdLst/>
              <a:ahLst/>
              <a:cxnLst/>
              <a:rect l="l" t="t" r="r" b="b"/>
              <a:pathLst>
                <a:path w="1154" h="2733" fill="none" extrusionOk="0">
                  <a:moveTo>
                    <a:pt x="0" y="0"/>
                  </a:moveTo>
                  <a:cubicBezTo>
                    <a:pt x="0" y="0"/>
                    <a:pt x="1153" y="953"/>
                    <a:pt x="201" y="2732"/>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2852;p51">
              <a:extLst>
                <a:ext uri="{FF2B5EF4-FFF2-40B4-BE49-F238E27FC236}">
                  <a16:creationId xmlns:a16="http://schemas.microsoft.com/office/drawing/2014/main" id="{38C9BE99-251A-59A9-C03A-B10BE5BADEDE}"/>
                </a:ext>
              </a:extLst>
            </p:cNvPr>
            <p:cNvSpPr/>
            <p:nvPr/>
          </p:nvSpPr>
          <p:spPr>
            <a:xfrm>
              <a:off x="5541615" y="2933493"/>
              <a:ext cx="156880" cy="56181"/>
            </a:xfrm>
            <a:custGeom>
              <a:avLst/>
              <a:gdLst/>
              <a:ahLst/>
              <a:cxnLst/>
              <a:rect l="l" t="t" r="r" b="b"/>
              <a:pathLst>
                <a:path w="4412" h="1580" fill="none" extrusionOk="0">
                  <a:moveTo>
                    <a:pt x="0" y="0"/>
                  </a:moveTo>
                  <a:cubicBezTo>
                    <a:pt x="0" y="0"/>
                    <a:pt x="727" y="652"/>
                    <a:pt x="1730" y="1053"/>
                  </a:cubicBezTo>
                  <a:cubicBezTo>
                    <a:pt x="2532" y="1379"/>
                    <a:pt x="3509" y="1579"/>
                    <a:pt x="4412" y="1178"/>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2853;p51">
              <a:extLst>
                <a:ext uri="{FF2B5EF4-FFF2-40B4-BE49-F238E27FC236}">
                  <a16:creationId xmlns:a16="http://schemas.microsoft.com/office/drawing/2014/main" id="{961D1E53-0DA9-0708-3453-A026744BD3C2}"/>
                </a:ext>
              </a:extLst>
            </p:cNvPr>
            <p:cNvSpPr/>
            <p:nvPr/>
          </p:nvSpPr>
          <p:spPr>
            <a:xfrm>
              <a:off x="5603096" y="2909420"/>
              <a:ext cx="63328" cy="61514"/>
            </a:xfrm>
            <a:custGeom>
              <a:avLst/>
              <a:gdLst/>
              <a:ahLst/>
              <a:cxnLst/>
              <a:rect l="l" t="t" r="r" b="b"/>
              <a:pathLst>
                <a:path w="1781" h="1730" fill="none" extrusionOk="0">
                  <a:moveTo>
                    <a:pt x="1780" y="1"/>
                  </a:moveTo>
                  <a:cubicBezTo>
                    <a:pt x="1780" y="1"/>
                    <a:pt x="251" y="527"/>
                    <a:pt x="1" y="1730"/>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2854;p51">
              <a:extLst>
                <a:ext uri="{FF2B5EF4-FFF2-40B4-BE49-F238E27FC236}">
                  <a16:creationId xmlns:a16="http://schemas.microsoft.com/office/drawing/2014/main" id="{50636263-ADCD-D63A-3772-A294D2FA4E86}"/>
                </a:ext>
              </a:extLst>
            </p:cNvPr>
            <p:cNvSpPr/>
            <p:nvPr/>
          </p:nvSpPr>
          <p:spPr>
            <a:xfrm>
              <a:off x="5816093" y="2496797"/>
              <a:ext cx="62439" cy="70439"/>
            </a:xfrm>
            <a:custGeom>
              <a:avLst/>
              <a:gdLst/>
              <a:ahLst/>
              <a:cxnLst/>
              <a:rect l="l" t="t" r="r" b="b"/>
              <a:pathLst>
                <a:path w="1756" h="1981" fill="none" extrusionOk="0">
                  <a:moveTo>
                    <a:pt x="1580" y="1"/>
                  </a:moveTo>
                  <a:cubicBezTo>
                    <a:pt x="1580" y="1"/>
                    <a:pt x="1755" y="1705"/>
                    <a:pt x="1" y="1981"/>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2855;p51">
              <a:extLst>
                <a:ext uri="{FF2B5EF4-FFF2-40B4-BE49-F238E27FC236}">
                  <a16:creationId xmlns:a16="http://schemas.microsoft.com/office/drawing/2014/main" id="{5F5D6F27-7864-25CC-D9FB-5ABFB48AA43B}"/>
                </a:ext>
              </a:extLst>
            </p:cNvPr>
            <p:cNvSpPr/>
            <p:nvPr/>
          </p:nvSpPr>
          <p:spPr>
            <a:xfrm>
              <a:off x="5693131" y="2983382"/>
              <a:ext cx="92698" cy="109659"/>
            </a:xfrm>
            <a:custGeom>
              <a:avLst/>
              <a:gdLst/>
              <a:ahLst/>
              <a:cxnLst/>
              <a:rect l="l" t="t" r="r" b="b"/>
              <a:pathLst>
                <a:path w="2607" h="3084" fill="none" extrusionOk="0">
                  <a:moveTo>
                    <a:pt x="2607" y="1"/>
                  </a:moveTo>
                  <a:cubicBezTo>
                    <a:pt x="2607" y="1"/>
                    <a:pt x="0" y="1104"/>
                    <a:pt x="401" y="3084"/>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2856;p51">
              <a:extLst>
                <a:ext uri="{FF2B5EF4-FFF2-40B4-BE49-F238E27FC236}">
                  <a16:creationId xmlns:a16="http://schemas.microsoft.com/office/drawing/2014/main" id="{FADC82B7-FA63-2105-B49D-749E06B7F82B}"/>
                </a:ext>
              </a:extLst>
            </p:cNvPr>
            <p:cNvSpPr/>
            <p:nvPr/>
          </p:nvSpPr>
          <p:spPr>
            <a:xfrm>
              <a:off x="5816093" y="3084974"/>
              <a:ext cx="95401" cy="68662"/>
            </a:xfrm>
            <a:custGeom>
              <a:avLst/>
              <a:gdLst/>
              <a:ahLst/>
              <a:cxnLst/>
              <a:rect l="l" t="t" r="r" b="b"/>
              <a:pathLst>
                <a:path w="2683" h="1931" fill="none" extrusionOk="0">
                  <a:moveTo>
                    <a:pt x="2683" y="1"/>
                  </a:moveTo>
                  <a:cubicBezTo>
                    <a:pt x="2683" y="1"/>
                    <a:pt x="1956" y="1881"/>
                    <a:pt x="1" y="1931"/>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2857;p51">
              <a:extLst>
                <a:ext uri="{FF2B5EF4-FFF2-40B4-BE49-F238E27FC236}">
                  <a16:creationId xmlns:a16="http://schemas.microsoft.com/office/drawing/2014/main" id="{10EDDEA8-AD50-D9DC-317F-CC58A263F987}"/>
                </a:ext>
              </a:extLst>
            </p:cNvPr>
            <p:cNvSpPr/>
            <p:nvPr/>
          </p:nvSpPr>
          <p:spPr>
            <a:xfrm>
              <a:off x="5612022" y="3153602"/>
              <a:ext cx="114104" cy="65995"/>
            </a:xfrm>
            <a:custGeom>
              <a:avLst/>
              <a:gdLst/>
              <a:ahLst/>
              <a:cxnLst/>
              <a:rect l="l" t="t" r="r" b="b"/>
              <a:pathLst>
                <a:path w="3209" h="1856" fill="none" extrusionOk="0">
                  <a:moveTo>
                    <a:pt x="0" y="1555"/>
                  </a:moveTo>
                  <a:cubicBezTo>
                    <a:pt x="0" y="1555"/>
                    <a:pt x="2331" y="1855"/>
                    <a:pt x="3208" y="1"/>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2858;p51">
              <a:extLst>
                <a:ext uri="{FF2B5EF4-FFF2-40B4-BE49-F238E27FC236}">
                  <a16:creationId xmlns:a16="http://schemas.microsoft.com/office/drawing/2014/main" id="{72370E87-E418-27B6-78C1-3F734F60C187}"/>
                </a:ext>
              </a:extLst>
            </p:cNvPr>
            <p:cNvSpPr/>
            <p:nvPr/>
          </p:nvSpPr>
          <p:spPr>
            <a:xfrm>
              <a:off x="5694909" y="3233823"/>
              <a:ext cx="137252" cy="110548"/>
            </a:xfrm>
            <a:custGeom>
              <a:avLst/>
              <a:gdLst/>
              <a:ahLst/>
              <a:cxnLst/>
              <a:rect l="l" t="t" r="r" b="b"/>
              <a:pathLst>
                <a:path w="3860" h="3109" fill="none" extrusionOk="0">
                  <a:moveTo>
                    <a:pt x="0" y="3108"/>
                  </a:moveTo>
                  <a:cubicBezTo>
                    <a:pt x="0" y="3108"/>
                    <a:pt x="2582" y="2933"/>
                    <a:pt x="3860" y="0"/>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2859;p51">
              <a:extLst>
                <a:ext uri="{FF2B5EF4-FFF2-40B4-BE49-F238E27FC236}">
                  <a16:creationId xmlns:a16="http://schemas.microsoft.com/office/drawing/2014/main" id="{A8A65B22-5CA2-A3B3-18C3-5F63258B43C3}"/>
                </a:ext>
              </a:extLst>
            </p:cNvPr>
            <p:cNvSpPr/>
            <p:nvPr/>
          </p:nvSpPr>
          <p:spPr>
            <a:xfrm>
              <a:off x="5724316" y="3208860"/>
              <a:ext cx="37442" cy="110548"/>
            </a:xfrm>
            <a:custGeom>
              <a:avLst/>
              <a:gdLst/>
              <a:ahLst/>
              <a:cxnLst/>
              <a:rect l="l" t="t" r="r" b="b"/>
              <a:pathLst>
                <a:path w="1053" h="3109" fill="none" extrusionOk="0">
                  <a:moveTo>
                    <a:pt x="602" y="1"/>
                  </a:moveTo>
                  <a:cubicBezTo>
                    <a:pt x="602" y="1"/>
                    <a:pt x="0" y="2256"/>
                    <a:pt x="1053" y="3109"/>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2860;p51">
              <a:extLst>
                <a:ext uri="{FF2B5EF4-FFF2-40B4-BE49-F238E27FC236}">
                  <a16:creationId xmlns:a16="http://schemas.microsoft.com/office/drawing/2014/main" id="{75BA4A35-F5FE-2812-2731-A2CBD47C7466}"/>
                </a:ext>
              </a:extLst>
            </p:cNvPr>
            <p:cNvSpPr/>
            <p:nvPr/>
          </p:nvSpPr>
          <p:spPr>
            <a:xfrm>
              <a:off x="5824130" y="3298006"/>
              <a:ext cx="87365" cy="68626"/>
            </a:xfrm>
            <a:custGeom>
              <a:avLst/>
              <a:gdLst/>
              <a:ahLst/>
              <a:cxnLst/>
              <a:rect l="l" t="t" r="r" b="b"/>
              <a:pathLst>
                <a:path w="2457" h="1930" fill="none" extrusionOk="0">
                  <a:moveTo>
                    <a:pt x="2457" y="0"/>
                  </a:moveTo>
                  <a:cubicBezTo>
                    <a:pt x="2457" y="0"/>
                    <a:pt x="0" y="251"/>
                    <a:pt x="25" y="1930"/>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2861;p51">
              <a:extLst>
                <a:ext uri="{FF2B5EF4-FFF2-40B4-BE49-F238E27FC236}">
                  <a16:creationId xmlns:a16="http://schemas.microsoft.com/office/drawing/2014/main" id="{A23053A0-F40F-EAEF-D24C-00798D257F53}"/>
                </a:ext>
              </a:extLst>
            </p:cNvPr>
            <p:cNvSpPr/>
            <p:nvPr/>
          </p:nvSpPr>
          <p:spPr>
            <a:xfrm>
              <a:off x="5948016" y="2461167"/>
              <a:ext cx="403720" cy="982098"/>
            </a:xfrm>
            <a:custGeom>
              <a:avLst/>
              <a:gdLst/>
              <a:ahLst/>
              <a:cxnLst/>
              <a:rect l="l" t="t" r="r" b="b"/>
              <a:pathLst>
                <a:path w="11354" h="27620" fill="none" extrusionOk="0">
                  <a:moveTo>
                    <a:pt x="0" y="3910"/>
                  </a:moveTo>
                  <a:cubicBezTo>
                    <a:pt x="0" y="2932"/>
                    <a:pt x="426" y="1479"/>
                    <a:pt x="1103" y="1003"/>
                  </a:cubicBezTo>
                  <a:cubicBezTo>
                    <a:pt x="2481" y="0"/>
                    <a:pt x="5338" y="326"/>
                    <a:pt x="5664" y="2807"/>
                  </a:cubicBezTo>
                  <a:cubicBezTo>
                    <a:pt x="5664" y="2807"/>
                    <a:pt x="5940" y="3484"/>
                    <a:pt x="7669" y="4687"/>
                  </a:cubicBezTo>
                  <a:cubicBezTo>
                    <a:pt x="9399" y="5865"/>
                    <a:pt x="8521" y="7519"/>
                    <a:pt x="8521" y="7519"/>
                  </a:cubicBezTo>
                  <a:cubicBezTo>
                    <a:pt x="8521" y="7519"/>
                    <a:pt x="9574" y="8521"/>
                    <a:pt x="9449" y="9248"/>
                  </a:cubicBezTo>
                  <a:cubicBezTo>
                    <a:pt x="9323" y="9975"/>
                    <a:pt x="11354" y="11228"/>
                    <a:pt x="9950" y="15213"/>
                  </a:cubicBezTo>
                  <a:cubicBezTo>
                    <a:pt x="9950" y="15213"/>
                    <a:pt x="11103" y="17669"/>
                    <a:pt x="9148" y="18822"/>
                  </a:cubicBezTo>
                  <a:cubicBezTo>
                    <a:pt x="9148" y="18822"/>
                    <a:pt x="10125" y="20251"/>
                    <a:pt x="8421" y="21028"/>
                  </a:cubicBezTo>
                  <a:cubicBezTo>
                    <a:pt x="8421" y="21028"/>
                    <a:pt x="8973" y="23559"/>
                    <a:pt x="6090" y="24837"/>
                  </a:cubicBezTo>
                  <a:cubicBezTo>
                    <a:pt x="6090" y="24837"/>
                    <a:pt x="5389" y="26892"/>
                    <a:pt x="3308" y="26516"/>
                  </a:cubicBezTo>
                  <a:cubicBezTo>
                    <a:pt x="3308" y="26516"/>
                    <a:pt x="2807" y="27619"/>
                    <a:pt x="1429" y="26993"/>
                  </a:cubicBezTo>
                  <a:cubicBezTo>
                    <a:pt x="1429" y="26993"/>
                    <a:pt x="727" y="26617"/>
                    <a:pt x="0" y="26817"/>
                  </a:cubicBezTo>
                  <a:close/>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2862;p51">
              <a:extLst>
                <a:ext uri="{FF2B5EF4-FFF2-40B4-BE49-F238E27FC236}">
                  <a16:creationId xmlns:a16="http://schemas.microsoft.com/office/drawing/2014/main" id="{2EB47F93-8493-8F9D-4A26-3192DBF8065A}"/>
                </a:ext>
              </a:extLst>
            </p:cNvPr>
            <p:cNvSpPr/>
            <p:nvPr/>
          </p:nvSpPr>
          <p:spPr>
            <a:xfrm>
              <a:off x="6043349" y="2560980"/>
              <a:ext cx="131954" cy="114104"/>
            </a:xfrm>
            <a:custGeom>
              <a:avLst/>
              <a:gdLst/>
              <a:ahLst/>
              <a:cxnLst/>
              <a:rect l="l" t="t" r="r" b="b"/>
              <a:pathLst>
                <a:path w="3711" h="3209" fill="none" extrusionOk="0">
                  <a:moveTo>
                    <a:pt x="3008" y="0"/>
                  </a:moveTo>
                  <a:cubicBezTo>
                    <a:pt x="3008" y="0"/>
                    <a:pt x="3710" y="3208"/>
                    <a:pt x="1" y="3058"/>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2863;p51">
              <a:extLst>
                <a:ext uri="{FF2B5EF4-FFF2-40B4-BE49-F238E27FC236}">
                  <a16:creationId xmlns:a16="http://schemas.microsoft.com/office/drawing/2014/main" id="{151FC78C-0C17-295C-BF66-6C5E74560041}"/>
                </a:ext>
              </a:extLst>
            </p:cNvPr>
            <p:cNvSpPr/>
            <p:nvPr/>
          </p:nvSpPr>
          <p:spPr>
            <a:xfrm>
              <a:off x="5948016" y="2724053"/>
              <a:ext cx="173805" cy="96290"/>
            </a:xfrm>
            <a:custGeom>
              <a:avLst/>
              <a:gdLst/>
              <a:ahLst/>
              <a:cxnLst/>
              <a:rect l="l" t="t" r="r" b="b"/>
              <a:pathLst>
                <a:path w="4888" h="2708" fill="none" extrusionOk="0">
                  <a:moveTo>
                    <a:pt x="0" y="1"/>
                  </a:moveTo>
                  <a:cubicBezTo>
                    <a:pt x="0" y="1"/>
                    <a:pt x="1454" y="2707"/>
                    <a:pt x="4887" y="1955"/>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2864;p51">
              <a:extLst>
                <a:ext uri="{FF2B5EF4-FFF2-40B4-BE49-F238E27FC236}">
                  <a16:creationId xmlns:a16="http://schemas.microsoft.com/office/drawing/2014/main" id="{C6902E94-6194-7DBF-3F98-DD9330AB8910}"/>
                </a:ext>
              </a:extLst>
            </p:cNvPr>
            <p:cNvSpPr/>
            <p:nvPr/>
          </p:nvSpPr>
          <p:spPr>
            <a:xfrm>
              <a:off x="6008608" y="2700868"/>
              <a:ext cx="124807" cy="82920"/>
            </a:xfrm>
            <a:custGeom>
              <a:avLst/>
              <a:gdLst/>
              <a:ahLst/>
              <a:cxnLst/>
              <a:rect l="l" t="t" r="r" b="b"/>
              <a:pathLst>
                <a:path w="3510" h="2332" fill="none" extrusionOk="0">
                  <a:moveTo>
                    <a:pt x="151" y="2332"/>
                  </a:moveTo>
                  <a:cubicBezTo>
                    <a:pt x="151" y="2332"/>
                    <a:pt x="0" y="427"/>
                    <a:pt x="3509" y="1"/>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2865;p51">
              <a:extLst>
                <a:ext uri="{FF2B5EF4-FFF2-40B4-BE49-F238E27FC236}">
                  <a16:creationId xmlns:a16="http://schemas.microsoft.com/office/drawing/2014/main" id="{31E34DE2-C090-46A9-F035-4AA82E8A2F33}"/>
                </a:ext>
              </a:extLst>
            </p:cNvPr>
            <p:cNvSpPr/>
            <p:nvPr/>
          </p:nvSpPr>
          <p:spPr>
            <a:xfrm>
              <a:off x="6176161" y="2790014"/>
              <a:ext cx="107846" cy="80218"/>
            </a:xfrm>
            <a:custGeom>
              <a:avLst/>
              <a:gdLst/>
              <a:ahLst/>
              <a:cxnLst/>
              <a:rect l="l" t="t" r="r" b="b"/>
              <a:pathLst>
                <a:path w="3033" h="2256" fill="none" extrusionOk="0">
                  <a:moveTo>
                    <a:pt x="3033" y="0"/>
                  </a:moveTo>
                  <a:cubicBezTo>
                    <a:pt x="3033" y="0"/>
                    <a:pt x="1704" y="2256"/>
                    <a:pt x="0" y="1654"/>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2866;p51">
              <a:extLst>
                <a:ext uri="{FF2B5EF4-FFF2-40B4-BE49-F238E27FC236}">
                  <a16:creationId xmlns:a16="http://schemas.microsoft.com/office/drawing/2014/main" id="{AAFC9B79-0418-2DC4-E0F3-894D2FAEDE48}"/>
                </a:ext>
              </a:extLst>
            </p:cNvPr>
            <p:cNvSpPr/>
            <p:nvPr/>
          </p:nvSpPr>
          <p:spPr>
            <a:xfrm>
              <a:off x="6164569" y="2729386"/>
              <a:ext cx="84698" cy="36589"/>
            </a:xfrm>
            <a:custGeom>
              <a:avLst/>
              <a:gdLst/>
              <a:ahLst/>
              <a:cxnLst/>
              <a:rect l="l" t="t" r="r" b="b"/>
              <a:pathLst>
                <a:path w="2382" h="1029" fill="none" extrusionOk="0">
                  <a:moveTo>
                    <a:pt x="2381" y="1"/>
                  </a:moveTo>
                  <a:cubicBezTo>
                    <a:pt x="2381" y="1"/>
                    <a:pt x="1504" y="1029"/>
                    <a:pt x="0" y="176"/>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2867;p51">
              <a:extLst>
                <a:ext uri="{FF2B5EF4-FFF2-40B4-BE49-F238E27FC236}">
                  <a16:creationId xmlns:a16="http://schemas.microsoft.com/office/drawing/2014/main" id="{3CC013AF-B8E5-170B-24DB-6796330AB1AC}"/>
                </a:ext>
              </a:extLst>
            </p:cNvPr>
            <p:cNvSpPr/>
            <p:nvPr/>
          </p:nvSpPr>
          <p:spPr>
            <a:xfrm>
              <a:off x="5948016" y="2811385"/>
              <a:ext cx="139030" cy="90067"/>
            </a:xfrm>
            <a:custGeom>
              <a:avLst/>
              <a:gdLst/>
              <a:ahLst/>
              <a:cxnLst/>
              <a:rect l="l" t="t" r="r" b="b"/>
              <a:pathLst>
                <a:path w="3910" h="2533" fill="none" extrusionOk="0">
                  <a:moveTo>
                    <a:pt x="0" y="276"/>
                  </a:moveTo>
                  <a:cubicBezTo>
                    <a:pt x="0" y="276"/>
                    <a:pt x="3108" y="1"/>
                    <a:pt x="3910" y="2532"/>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2868;p51">
              <a:extLst>
                <a:ext uri="{FF2B5EF4-FFF2-40B4-BE49-F238E27FC236}">
                  <a16:creationId xmlns:a16="http://schemas.microsoft.com/office/drawing/2014/main" id="{6360768D-079D-74B6-4080-D1E6020ED1AB}"/>
                </a:ext>
              </a:extLst>
            </p:cNvPr>
            <p:cNvSpPr/>
            <p:nvPr/>
          </p:nvSpPr>
          <p:spPr>
            <a:xfrm>
              <a:off x="5980090" y="2836347"/>
              <a:ext cx="41033" cy="97179"/>
            </a:xfrm>
            <a:custGeom>
              <a:avLst/>
              <a:gdLst/>
              <a:ahLst/>
              <a:cxnLst/>
              <a:rect l="l" t="t" r="r" b="b"/>
              <a:pathLst>
                <a:path w="1154" h="2733" fill="none" extrusionOk="0">
                  <a:moveTo>
                    <a:pt x="1153" y="0"/>
                  </a:moveTo>
                  <a:cubicBezTo>
                    <a:pt x="1153" y="0"/>
                    <a:pt x="0" y="953"/>
                    <a:pt x="953" y="2732"/>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2869;p51">
              <a:extLst>
                <a:ext uri="{FF2B5EF4-FFF2-40B4-BE49-F238E27FC236}">
                  <a16:creationId xmlns:a16="http://schemas.microsoft.com/office/drawing/2014/main" id="{E933ADED-F0CE-2D19-4D01-EA9B614E8E86}"/>
                </a:ext>
              </a:extLst>
            </p:cNvPr>
            <p:cNvSpPr/>
            <p:nvPr/>
          </p:nvSpPr>
          <p:spPr>
            <a:xfrm>
              <a:off x="6161013" y="2933493"/>
              <a:ext cx="156880" cy="56181"/>
            </a:xfrm>
            <a:custGeom>
              <a:avLst/>
              <a:gdLst/>
              <a:ahLst/>
              <a:cxnLst/>
              <a:rect l="l" t="t" r="r" b="b"/>
              <a:pathLst>
                <a:path w="4412" h="1580" fill="none" extrusionOk="0">
                  <a:moveTo>
                    <a:pt x="4411" y="0"/>
                  </a:moveTo>
                  <a:cubicBezTo>
                    <a:pt x="4411" y="0"/>
                    <a:pt x="3684" y="652"/>
                    <a:pt x="2682" y="1053"/>
                  </a:cubicBezTo>
                  <a:cubicBezTo>
                    <a:pt x="1880" y="1379"/>
                    <a:pt x="902" y="1579"/>
                    <a:pt x="0" y="1178"/>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2870;p51">
              <a:extLst>
                <a:ext uri="{FF2B5EF4-FFF2-40B4-BE49-F238E27FC236}">
                  <a16:creationId xmlns:a16="http://schemas.microsoft.com/office/drawing/2014/main" id="{7C21430A-47C5-D93E-C617-00C69B5EA941}"/>
                </a:ext>
              </a:extLst>
            </p:cNvPr>
            <p:cNvSpPr/>
            <p:nvPr/>
          </p:nvSpPr>
          <p:spPr>
            <a:xfrm>
              <a:off x="6193087" y="2909420"/>
              <a:ext cx="63292" cy="61514"/>
            </a:xfrm>
            <a:custGeom>
              <a:avLst/>
              <a:gdLst/>
              <a:ahLst/>
              <a:cxnLst/>
              <a:rect l="l" t="t" r="r" b="b"/>
              <a:pathLst>
                <a:path w="1780" h="1730" fill="none" extrusionOk="0">
                  <a:moveTo>
                    <a:pt x="0" y="1"/>
                  </a:moveTo>
                  <a:cubicBezTo>
                    <a:pt x="0" y="1"/>
                    <a:pt x="1529" y="527"/>
                    <a:pt x="1780" y="1730"/>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2871;p51">
              <a:extLst>
                <a:ext uri="{FF2B5EF4-FFF2-40B4-BE49-F238E27FC236}">
                  <a16:creationId xmlns:a16="http://schemas.microsoft.com/office/drawing/2014/main" id="{3FF47163-4033-46FD-BBA8-1F0D4CE7ACAC}"/>
                </a:ext>
              </a:extLst>
            </p:cNvPr>
            <p:cNvSpPr/>
            <p:nvPr/>
          </p:nvSpPr>
          <p:spPr>
            <a:xfrm>
              <a:off x="5980979" y="2496797"/>
              <a:ext cx="62403" cy="70439"/>
            </a:xfrm>
            <a:custGeom>
              <a:avLst/>
              <a:gdLst/>
              <a:ahLst/>
              <a:cxnLst/>
              <a:rect l="l" t="t" r="r" b="b"/>
              <a:pathLst>
                <a:path w="1755" h="1981" fill="none" extrusionOk="0">
                  <a:moveTo>
                    <a:pt x="176" y="1"/>
                  </a:moveTo>
                  <a:cubicBezTo>
                    <a:pt x="176" y="1"/>
                    <a:pt x="0" y="1705"/>
                    <a:pt x="1755" y="1981"/>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2872;p51">
              <a:extLst>
                <a:ext uri="{FF2B5EF4-FFF2-40B4-BE49-F238E27FC236}">
                  <a16:creationId xmlns:a16="http://schemas.microsoft.com/office/drawing/2014/main" id="{1BC3BBB2-50AC-0FFC-D687-F1BC4F696AD5}"/>
                </a:ext>
              </a:extLst>
            </p:cNvPr>
            <p:cNvSpPr/>
            <p:nvPr/>
          </p:nvSpPr>
          <p:spPr>
            <a:xfrm>
              <a:off x="6027312" y="3055567"/>
              <a:ext cx="278984" cy="85587"/>
            </a:xfrm>
            <a:custGeom>
              <a:avLst/>
              <a:gdLst/>
              <a:ahLst/>
              <a:cxnLst/>
              <a:rect l="l" t="t" r="r" b="b"/>
              <a:pathLst>
                <a:path w="7846" h="2407" fill="none" extrusionOk="0">
                  <a:moveTo>
                    <a:pt x="7845" y="1"/>
                  </a:moveTo>
                  <a:cubicBezTo>
                    <a:pt x="7845" y="1"/>
                    <a:pt x="4061" y="2407"/>
                    <a:pt x="1" y="1"/>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2873;p51">
              <a:extLst>
                <a:ext uri="{FF2B5EF4-FFF2-40B4-BE49-F238E27FC236}">
                  <a16:creationId xmlns:a16="http://schemas.microsoft.com/office/drawing/2014/main" id="{EF3DE62F-70B1-8D1F-83CF-21E10B876130}"/>
                </a:ext>
              </a:extLst>
            </p:cNvPr>
            <p:cNvSpPr/>
            <p:nvPr/>
          </p:nvSpPr>
          <p:spPr>
            <a:xfrm>
              <a:off x="6073645" y="2983382"/>
              <a:ext cx="92734" cy="109659"/>
            </a:xfrm>
            <a:custGeom>
              <a:avLst/>
              <a:gdLst/>
              <a:ahLst/>
              <a:cxnLst/>
              <a:rect l="l" t="t" r="r" b="b"/>
              <a:pathLst>
                <a:path w="2608" h="3084" fill="none" extrusionOk="0">
                  <a:moveTo>
                    <a:pt x="1" y="1"/>
                  </a:moveTo>
                  <a:cubicBezTo>
                    <a:pt x="1" y="1"/>
                    <a:pt x="2608" y="1104"/>
                    <a:pt x="2207" y="3084"/>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2874;p51">
              <a:extLst>
                <a:ext uri="{FF2B5EF4-FFF2-40B4-BE49-F238E27FC236}">
                  <a16:creationId xmlns:a16="http://schemas.microsoft.com/office/drawing/2014/main" id="{3247D460-9D43-D31F-6E1D-C025C30267BF}"/>
                </a:ext>
              </a:extLst>
            </p:cNvPr>
            <p:cNvSpPr/>
            <p:nvPr/>
          </p:nvSpPr>
          <p:spPr>
            <a:xfrm>
              <a:off x="5948016" y="3084974"/>
              <a:ext cx="95365" cy="68662"/>
            </a:xfrm>
            <a:custGeom>
              <a:avLst/>
              <a:gdLst/>
              <a:ahLst/>
              <a:cxnLst/>
              <a:rect l="l" t="t" r="r" b="b"/>
              <a:pathLst>
                <a:path w="2682" h="1931" fill="none" extrusionOk="0">
                  <a:moveTo>
                    <a:pt x="0" y="1"/>
                  </a:moveTo>
                  <a:cubicBezTo>
                    <a:pt x="0" y="1"/>
                    <a:pt x="727" y="1881"/>
                    <a:pt x="2682" y="1931"/>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2875;p51">
              <a:extLst>
                <a:ext uri="{FF2B5EF4-FFF2-40B4-BE49-F238E27FC236}">
                  <a16:creationId xmlns:a16="http://schemas.microsoft.com/office/drawing/2014/main" id="{0E75A63A-4F28-F690-2DC7-AA02B498A4D9}"/>
                </a:ext>
              </a:extLst>
            </p:cNvPr>
            <p:cNvSpPr/>
            <p:nvPr/>
          </p:nvSpPr>
          <p:spPr>
            <a:xfrm>
              <a:off x="6133384" y="3153602"/>
              <a:ext cx="114104" cy="65995"/>
            </a:xfrm>
            <a:custGeom>
              <a:avLst/>
              <a:gdLst/>
              <a:ahLst/>
              <a:cxnLst/>
              <a:rect l="l" t="t" r="r" b="b"/>
              <a:pathLst>
                <a:path w="3209" h="1856" fill="none" extrusionOk="0">
                  <a:moveTo>
                    <a:pt x="3208" y="1555"/>
                  </a:moveTo>
                  <a:cubicBezTo>
                    <a:pt x="3208" y="1555"/>
                    <a:pt x="877" y="1855"/>
                    <a:pt x="0" y="1"/>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2876;p51">
              <a:extLst>
                <a:ext uri="{FF2B5EF4-FFF2-40B4-BE49-F238E27FC236}">
                  <a16:creationId xmlns:a16="http://schemas.microsoft.com/office/drawing/2014/main" id="{CA3931B6-91A7-F361-2A70-42EA897BD6A8}"/>
                </a:ext>
              </a:extLst>
            </p:cNvPr>
            <p:cNvSpPr/>
            <p:nvPr/>
          </p:nvSpPr>
          <p:spPr>
            <a:xfrm>
              <a:off x="6027312" y="3233823"/>
              <a:ext cx="137288" cy="110548"/>
            </a:xfrm>
            <a:custGeom>
              <a:avLst/>
              <a:gdLst/>
              <a:ahLst/>
              <a:cxnLst/>
              <a:rect l="l" t="t" r="r" b="b"/>
              <a:pathLst>
                <a:path w="3861" h="3109" fill="none" extrusionOk="0">
                  <a:moveTo>
                    <a:pt x="3860" y="3108"/>
                  </a:moveTo>
                  <a:cubicBezTo>
                    <a:pt x="3860" y="3108"/>
                    <a:pt x="1279" y="2933"/>
                    <a:pt x="1" y="0"/>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2877;p51">
              <a:extLst>
                <a:ext uri="{FF2B5EF4-FFF2-40B4-BE49-F238E27FC236}">
                  <a16:creationId xmlns:a16="http://schemas.microsoft.com/office/drawing/2014/main" id="{72232E59-C94D-8427-4CBC-CA0E31C4824C}"/>
                </a:ext>
              </a:extLst>
            </p:cNvPr>
            <p:cNvSpPr/>
            <p:nvPr/>
          </p:nvSpPr>
          <p:spPr>
            <a:xfrm>
              <a:off x="6097718" y="3208860"/>
              <a:ext cx="37478" cy="110548"/>
            </a:xfrm>
            <a:custGeom>
              <a:avLst/>
              <a:gdLst/>
              <a:ahLst/>
              <a:cxnLst/>
              <a:rect l="l" t="t" r="r" b="b"/>
              <a:pathLst>
                <a:path w="1054" h="3109" fill="none" extrusionOk="0">
                  <a:moveTo>
                    <a:pt x="452" y="1"/>
                  </a:moveTo>
                  <a:cubicBezTo>
                    <a:pt x="452" y="1"/>
                    <a:pt x="1053" y="2256"/>
                    <a:pt x="1" y="3109"/>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2878;p51">
              <a:extLst>
                <a:ext uri="{FF2B5EF4-FFF2-40B4-BE49-F238E27FC236}">
                  <a16:creationId xmlns:a16="http://schemas.microsoft.com/office/drawing/2014/main" id="{F994B609-12F1-AC5C-867A-49AF2E6005B0}"/>
                </a:ext>
              </a:extLst>
            </p:cNvPr>
            <p:cNvSpPr/>
            <p:nvPr/>
          </p:nvSpPr>
          <p:spPr>
            <a:xfrm>
              <a:off x="5948016" y="3298006"/>
              <a:ext cx="87365" cy="68626"/>
            </a:xfrm>
            <a:custGeom>
              <a:avLst/>
              <a:gdLst/>
              <a:ahLst/>
              <a:cxnLst/>
              <a:rect l="l" t="t" r="r" b="b"/>
              <a:pathLst>
                <a:path w="2457" h="1930" fill="none" extrusionOk="0">
                  <a:moveTo>
                    <a:pt x="0" y="0"/>
                  </a:moveTo>
                  <a:cubicBezTo>
                    <a:pt x="0" y="0"/>
                    <a:pt x="2456" y="251"/>
                    <a:pt x="2431" y="1930"/>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8" name="Google Shape;2879;p51">
              <a:extLst>
                <a:ext uri="{FF2B5EF4-FFF2-40B4-BE49-F238E27FC236}">
                  <a16:creationId xmlns:a16="http://schemas.microsoft.com/office/drawing/2014/main" id="{71299279-3714-267E-208C-3EED28B1B5D0}"/>
                </a:ext>
              </a:extLst>
            </p:cNvPr>
            <p:cNvGrpSpPr/>
            <p:nvPr/>
          </p:nvGrpSpPr>
          <p:grpSpPr>
            <a:xfrm>
              <a:off x="5676170" y="2647424"/>
              <a:ext cx="507137" cy="586433"/>
              <a:chOff x="5676170" y="2647424"/>
              <a:chExt cx="507137" cy="586433"/>
            </a:xfrm>
          </p:grpSpPr>
          <p:sp>
            <p:nvSpPr>
              <p:cNvPr id="757" name="Google Shape;2880;p51">
                <a:extLst>
                  <a:ext uri="{FF2B5EF4-FFF2-40B4-BE49-F238E27FC236}">
                    <a16:creationId xmlns:a16="http://schemas.microsoft.com/office/drawing/2014/main" id="{051E6ED5-C3FA-80DF-C8D9-6339D7472635}"/>
                  </a:ext>
                </a:extLst>
              </p:cNvPr>
              <p:cNvSpPr/>
              <p:nvPr/>
            </p:nvSpPr>
            <p:spPr>
              <a:xfrm>
                <a:off x="5793833" y="2647424"/>
                <a:ext cx="44589" cy="44589"/>
              </a:xfrm>
              <a:custGeom>
                <a:avLst/>
                <a:gdLst/>
                <a:ahLst/>
                <a:cxnLst/>
                <a:rect l="l" t="t" r="r" b="b"/>
                <a:pathLst>
                  <a:path w="1254" h="1254" extrusionOk="0">
                    <a:moveTo>
                      <a:pt x="627" y="0"/>
                    </a:moveTo>
                    <a:cubicBezTo>
                      <a:pt x="276" y="0"/>
                      <a:pt x="0" y="276"/>
                      <a:pt x="0" y="627"/>
                    </a:cubicBezTo>
                    <a:cubicBezTo>
                      <a:pt x="0" y="978"/>
                      <a:pt x="276" y="1253"/>
                      <a:pt x="627" y="1253"/>
                    </a:cubicBezTo>
                    <a:cubicBezTo>
                      <a:pt x="978" y="1253"/>
                      <a:pt x="1253" y="978"/>
                      <a:pt x="1253" y="627"/>
                    </a:cubicBezTo>
                    <a:cubicBezTo>
                      <a:pt x="1253" y="276"/>
                      <a:pt x="978" y="0"/>
                      <a:pt x="627" y="0"/>
                    </a:cubicBez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2881;p51">
                <a:extLst>
                  <a:ext uri="{FF2B5EF4-FFF2-40B4-BE49-F238E27FC236}">
                    <a16:creationId xmlns:a16="http://schemas.microsoft.com/office/drawing/2014/main" id="{A306987B-1547-15A4-C062-87835BD731C7}"/>
                  </a:ext>
                </a:extLst>
              </p:cNvPr>
              <p:cNvSpPr/>
              <p:nvPr/>
            </p:nvSpPr>
            <p:spPr>
              <a:xfrm>
                <a:off x="6021089" y="2647424"/>
                <a:ext cx="45478" cy="44589"/>
              </a:xfrm>
              <a:custGeom>
                <a:avLst/>
                <a:gdLst/>
                <a:ahLst/>
                <a:cxnLst/>
                <a:rect l="l" t="t" r="r" b="b"/>
                <a:pathLst>
                  <a:path w="1279" h="1254" extrusionOk="0">
                    <a:moveTo>
                      <a:pt x="627" y="0"/>
                    </a:moveTo>
                    <a:cubicBezTo>
                      <a:pt x="276" y="0"/>
                      <a:pt x="0" y="276"/>
                      <a:pt x="0" y="627"/>
                    </a:cubicBezTo>
                    <a:cubicBezTo>
                      <a:pt x="0" y="978"/>
                      <a:pt x="276" y="1253"/>
                      <a:pt x="627" y="1253"/>
                    </a:cubicBezTo>
                    <a:cubicBezTo>
                      <a:pt x="978" y="1253"/>
                      <a:pt x="1278" y="978"/>
                      <a:pt x="1278" y="627"/>
                    </a:cubicBezTo>
                    <a:cubicBezTo>
                      <a:pt x="1278" y="276"/>
                      <a:pt x="978" y="0"/>
                      <a:pt x="627" y="0"/>
                    </a:cubicBez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2882;p51">
                <a:extLst>
                  <a:ext uri="{FF2B5EF4-FFF2-40B4-BE49-F238E27FC236}">
                    <a16:creationId xmlns:a16="http://schemas.microsoft.com/office/drawing/2014/main" id="{99FAF5AA-5570-DDC5-462A-956D9396B2D2}"/>
                  </a:ext>
                </a:extLst>
              </p:cNvPr>
              <p:cNvSpPr/>
              <p:nvPr/>
            </p:nvSpPr>
            <p:spPr>
              <a:xfrm>
                <a:off x="5719871" y="2771275"/>
                <a:ext cx="45478" cy="44625"/>
              </a:xfrm>
              <a:custGeom>
                <a:avLst/>
                <a:gdLst/>
                <a:ahLst/>
                <a:cxnLst/>
                <a:rect l="l" t="t" r="r" b="b"/>
                <a:pathLst>
                  <a:path w="1279" h="1255" extrusionOk="0">
                    <a:moveTo>
                      <a:pt x="627" y="1"/>
                    </a:moveTo>
                    <a:cubicBezTo>
                      <a:pt x="276" y="1"/>
                      <a:pt x="0" y="277"/>
                      <a:pt x="0" y="627"/>
                    </a:cubicBezTo>
                    <a:cubicBezTo>
                      <a:pt x="0" y="978"/>
                      <a:pt x="276" y="1254"/>
                      <a:pt x="627" y="1254"/>
                    </a:cubicBezTo>
                    <a:cubicBezTo>
                      <a:pt x="977" y="1254"/>
                      <a:pt x="1278" y="978"/>
                      <a:pt x="1278" y="627"/>
                    </a:cubicBezTo>
                    <a:cubicBezTo>
                      <a:pt x="1278" y="277"/>
                      <a:pt x="977" y="1"/>
                      <a:pt x="627" y="1"/>
                    </a:cubicBez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2883;p51">
                <a:extLst>
                  <a:ext uri="{FF2B5EF4-FFF2-40B4-BE49-F238E27FC236}">
                    <a16:creationId xmlns:a16="http://schemas.microsoft.com/office/drawing/2014/main" id="{DAA26EC1-8330-858A-ABA7-83CF6E92A9B2}"/>
                  </a:ext>
                </a:extLst>
              </p:cNvPr>
              <p:cNvSpPr/>
              <p:nvPr/>
            </p:nvSpPr>
            <p:spPr>
              <a:xfrm>
                <a:off x="5676170" y="2948642"/>
                <a:ext cx="44625" cy="44589"/>
              </a:xfrm>
              <a:custGeom>
                <a:avLst/>
                <a:gdLst/>
                <a:ahLst/>
                <a:cxnLst/>
                <a:rect l="l" t="t" r="r" b="b"/>
                <a:pathLst>
                  <a:path w="1255" h="1254" extrusionOk="0">
                    <a:moveTo>
                      <a:pt x="628" y="0"/>
                    </a:moveTo>
                    <a:cubicBezTo>
                      <a:pt x="277" y="0"/>
                      <a:pt x="1" y="276"/>
                      <a:pt x="1" y="627"/>
                    </a:cubicBezTo>
                    <a:cubicBezTo>
                      <a:pt x="1" y="978"/>
                      <a:pt x="277" y="1254"/>
                      <a:pt x="628" y="1254"/>
                    </a:cubicBezTo>
                    <a:cubicBezTo>
                      <a:pt x="978" y="1254"/>
                      <a:pt x="1254" y="978"/>
                      <a:pt x="1254" y="627"/>
                    </a:cubicBezTo>
                    <a:cubicBezTo>
                      <a:pt x="1254" y="276"/>
                      <a:pt x="978" y="0"/>
                      <a:pt x="628" y="0"/>
                    </a:cubicBez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2884;p51">
                <a:extLst>
                  <a:ext uri="{FF2B5EF4-FFF2-40B4-BE49-F238E27FC236}">
                    <a16:creationId xmlns:a16="http://schemas.microsoft.com/office/drawing/2014/main" id="{7F142677-20E8-2692-EA6A-FDA758FDADA0}"/>
                  </a:ext>
                </a:extLst>
              </p:cNvPr>
              <p:cNvSpPr/>
              <p:nvPr/>
            </p:nvSpPr>
            <p:spPr>
              <a:xfrm>
                <a:off x="5796500" y="3126862"/>
                <a:ext cx="45478" cy="45514"/>
              </a:xfrm>
              <a:custGeom>
                <a:avLst/>
                <a:gdLst/>
                <a:ahLst/>
                <a:cxnLst/>
                <a:rect l="l" t="t" r="r" b="b"/>
                <a:pathLst>
                  <a:path w="1279" h="1280" extrusionOk="0">
                    <a:moveTo>
                      <a:pt x="652" y="1"/>
                    </a:moveTo>
                    <a:cubicBezTo>
                      <a:pt x="301" y="1"/>
                      <a:pt x="0" y="277"/>
                      <a:pt x="0" y="628"/>
                    </a:cubicBezTo>
                    <a:cubicBezTo>
                      <a:pt x="0" y="978"/>
                      <a:pt x="301" y="1279"/>
                      <a:pt x="652" y="1279"/>
                    </a:cubicBezTo>
                    <a:cubicBezTo>
                      <a:pt x="1003" y="1279"/>
                      <a:pt x="1279" y="978"/>
                      <a:pt x="1279" y="628"/>
                    </a:cubicBezTo>
                    <a:cubicBezTo>
                      <a:pt x="1279" y="277"/>
                      <a:pt x="1003" y="1"/>
                      <a:pt x="652" y="1"/>
                    </a:cubicBez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2885;p51">
                <a:extLst>
                  <a:ext uri="{FF2B5EF4-FFF2-40B4-BE49-F238E27FC236}">
                    <a16:creationId xmlns:a16="http://schemas.microsoft.com/office/drawing/2014/main" id="{ACD369B9-7AB9-1D93-BAC0-24B1496B8DDA}"/>
                  </a:ext>
                </a:extLst>
              </p:cNvPr>
              <p:cNvSpPr/>
              <p:nvPr/>
            </p:nvSpPr>
            <p:spPr>
              <a:xfrm>
                <a:off x="5723427" y="3188378"/>
                <a:ext cx="44589" cy="45478"/>
              </a:xfrm>
              <a:custGeom>
                <a:avLst/>
                <a:gdLst/>
                <a:ahLst/>
                <a:cxnLst/>
                <a:rect l="l" t="t" r="r" b="b"/>
                <a:pathLst>
                  <a:path w="1254" h="1279" extrusionOk="0">
                    <a:moveTo>
                      <a:pt x="627" y="0"/>
                    </a:moveTo>
                    <a:cubicBezTo>
                      <a:pt x="276" y="0"/>
                      <a:pt x="0" y="301"/>
                      <a:pt x="0" y="652"/>
                    </a:cubicBezTo>
                    <a:cubicBezTo>
                      <a:pt x="0" y="1003"/>
                      <a:pt x="276" y="1278"/>
                      <a:pt x="627" y="1278"/>
                    </a:cubicBezTo>
                    <a:cubicBezTo>
                      <a:pt x="978" y="1278"/>
                      <a:pt x="1253" y="1003"/>
                      <a:pt x="1253" y="652"/>
                    </a:cubicBezTo>
                    <a:cubicBezTo>
                      <a:pt x="1253" y="301"/>
                      <a:pt x="978" y="0"/>
                      <a:pt x="627" y="0"/>
                    </a:cubicBez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2886;p51">
                <a:extLst>
                  <a:ext uri="{FF2B5EF4-FFF2-40B4-BE49-F238E27FC236}">
                    <a16:creationId xmlns:a16="http://schemas.microsoft.com/office/drawing/2014/main" id="{8FDA1864-124A-6D0F-04DC-75E2A4E9F8E1}"/>
                  </a:ext>
                </a:extLst>
              </p:cNvPr>
              <p:cNvSpPr/>
              <p:nvPr/>
            </p:nvSpPr>
            <p:spPr>
              <a:xfrm>
                <a:off x="6095051" y="2771275"/>
                <a:ext cx="44589" cy="44625"/>
              </a:xfrm>
              <a:custGeom>
                <a:avLst/>
                <a:gdLst/>
                <a:ahLst/>
                <a:cxnLst/>
                <a:rect l="l" t="t" r="r" b="b"/>
                <a:pathLst>
                  <a:path w="1254" h="1255" extrusionOk="0">
                    <a:moveTo>
                      <a:pt x="627" y="1"/>
                    </a:moveTo>
                    <a:cubicBezTo>
                      <a:pt x="276" y="1"/>
                      <a:pt x="0" y="277"/>
                      <a:pt x="0" y="627"/>
                    </a:cubicBezTo>
                    <a:cubicBezTo>
                      <a:pt x="0" y="978"/>
                      <a:pt x="276" y="1254"/>
                      <a:pt x="627" y="1254"/>
                    </a:cubicBezTo>
                    <a:cubicBezTo>
                      <a:pt x="978" y="1254"/>
                      <a:pt x="1254" y="978"/>
                      <a:pt x="1254" y="627"/>
                    </a:cubicBezTo>
                    <a:cubicBezTo>
                      <a:pt x="1254" y="277"/>
                      <a:pt x="978" y="1"/>
                      <a:pt x="627" y="1"/>
                    </a:cubicBez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2887;p51">
                <a:extLst>
                  <a:ext uri="{FF2B5EF4-FFF2-40B4-BE49-F238E27FC236}">
                    <a16:creationId xmlns:a16="http://schemas.microsoft.com/office/drawing/2014/main" id="{049B1702-9D0F-0DB9-3536-DE370E6BE044}"/>
                  </a:ext>
                </a:extLst>
              </p:cNvPr>
              <p:cNvSpPr/>
              <p:nvPr/>
            </p:nvSpPr>
            <p:spPr>
              <a:xfrm>
                <a:off x="6138718" y="2948642"/>
                <a:ext cx="44589" cy="44589"/>
              </a:xfrm>
              <a:custGeom>
                <a:avLst/>
                <a:gdLst/>
                <a:ahLst/>
                <a:cxnLst/>
                <a:rect l="l" t="t" r="r" b="b"/>
                <a:pathLst>
                  <a:path w="1254" h="1254" extrusionOk="0">
                    <a:moveTo>
                      <a:pt x="627" y="0"/>
                    </a:moveTo>
                    <a:cubicBezTo>
                      <a:pt x="276" y="0"/>
                      <a:pt x="1" y="276"/>
                      <a:pt x="1" y="627"/>
                    </a:cubicBezTo>
                    <a:cubicBezTo>
                      <a:pt x="1" y="978"/>
                      <a:pt x="276" y="1254"/>
                      <a:pt x="627" y="1254"/>
                    </a:cubicBezTo>
                    <a:cubicBezTo>
                      <a:pt x="978" y="1254"/>
                      <a:pt x="1254" y="978"/>
                      <a:pt x="1254" y="627"/>
                    </a:cubicBezTo>
                    <a:cubicBezTo>
                      <a:pt x="1254" y="276"/>
                      <a:pt x="978" y="0"/>
                      <a:pt x="627" y="0"/>
                    </a:cubicBez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2888;p51">
                <a:extLst>
                  <a:ext uri="{FF2B5EF4-FFF2-40B4-BE49-F238E27FC236}">
                    <a16:creationId xmlns:a16="http://schemas.microsoft.com/office/drawing/2014/main" id="{6FFA7B04-E7B1-6F04-E600-3E33FDDFFEC8}"/>
                  </a:ext>
                </a:extLst>
              </p:cNvPr>
              <p:cNvSpPr/>
              <p:nvPr/>
            </p:nvSpPr>
            <p:spPr>
              <a:xfrm>
                <a:off x="6017533" y="3126862"/>
                <a:ext cx="45478" cy="45514"/>
              </a:xfrm>
              <a:custGeom>
                <a:avLst/>
                <a:gdLst/>
                <a:ahLst/>
                <a:cxnLst/>
                <a:rect l="l" t="t" r="r" b="b"/>
                <a:pathLst>
                  <a:path w="1279" h="1280" extrusionOk="0">
                    <a:moveTo>
                      <a:pt x="627" y="1"/>
                    </a:moveTo>
                    <a:cubicBezTo>
                      <a:pt x="276" y="1"/>
                      <a:pt x="0" y="277"/>
                      <a:pt x="0" y="628"/>
                    </a:cubicBezTo>
                    <a:cubicBezTo>
                      <a:pt x="0" y="978"/>
                      <a:pt x="276" y="1279"/>
                      <a:pt x="627" y="1279"/>
                    </a:cubicBezTo>
                    <a:cubicBezTo>
                      <a:pt x="977" y="1279"/>
                      <a:pt x="1278" y="978"/>
                      <a:pt x="1278" y="628"/>
                    </a:cubicBezTo>
                    <a:cubicBezTo>
                      <a:pt x="1278" y="277"/>
                      <a:pt x="977" y="1"/>
                      <a:pt x="627" y="1"/>
                    </a:cubicBez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2889;p51">
                <a:extLst>
                  <a:ext uri="{FF2B5EF4-FFF2-40B4-BE49-F238E27FC236}">
                    <a16:creationId xmlns:a16="http://schemas.microsoft.com/office/drawing/2014/main" id="{A650F0A1-6279-EDF8-F092-C2F52A36EFB2}"/>
                  </a:ext>
                </a:extLst>
              </p:cNvPr>
              <p:cNvSpPr/>
              <p:nvPr/>
            </p:nvSpPr>
            <p:spPr>
              <a:xfrm>
                <a:off x="6091496" y="3188378"/>
                <a:ext cx="44589" cy="45478"/>
              </a:xfrm>
              <a:custGeom>
                <a:avLst/>
                <a:gdLst/>
                <a:ahLst/>
                <a:cxnLst/>
                <a:rect l="l" t="t" r="r" b="b"/>
                <a:pathLst>
                  <a:path w="1254" h="1279" extrusionOk="0">
                    <a:moveTo>
                      <a:pt x="627" y="0"/>
                    </a:moveTo>
                    <a:cubicBezTo>
                      <a:pt x="276" y="0"/>
                      <a:pt x="0" y="301"/>
                      <a:pt x="0" y="652"/>
                    </a:cubicBezTo>
                    <a:cubicBezTo>
                      <a:pt x="0" y="1003"/>
                      <a:pt x="276" y="1278"/>
                      <a:pt x="627" y="1278"/>
                    </a:cubicBezTo>
                    <a:cubicBezTo>
                      <a:pt x="978" y="1278"/>
                      <a:pt x="1253" y="1003"/>
                      <a:pt x="1253" y="652"/>
                    </a:cubicBezTo>
                    <a:cubicBezTo>
                      <a:pt x="1253" y="301"/>
                      <a:pt x="978" y="0"/>
                      <a:pt x="627" y="0"/>
                    </a:cubicBez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9" name="Google Shape;2890;p51">
              <a:extLst>
                <a:ext uri="{FF2B5EF4-FFF2-40B4-BE49-F238E27FC236}">
                  <a16:creationId xmlns:a16="http://schemas.microsoft.com/office/drawing/2014/main" id="{8BA127FA-7EA9-E7AD-7FB9-D9693A22B914}"/>
                </a:ext>
              </a:extLst>
            </p:cNvPr>
            <p:cNvGrpSpPr/>
            <p:nvPr/>
          </p:nvGrpSpPr>
          <p:grpSpPr>
            <a:xfrm>
              <a:off x="4682481" y="1820363"/>
              <a:ext cx="329798" cy="853821"/>
              <a:chOff x="4682481" y="1820363"/>
              <a:chExt cx="329798" cy="853821"/>
            </a:xfrm>
          </p:grpSpPr>
          <p:sp>
            <p:nvSpPr>
              <p:cNvPr id="724" name="Google Shape;2891;p51">
                <a:extLst>
                  <a:ext uri="{FF2B5EF4-FFF2-40B4-BE49-F238E27FC236}">
                    <a16:creationId xmlns:a16="http://schemas.microsoft.com/office/drawing/2014/main" id="{9506B89D-2B05-E75C-183E-76B11BB45306}"/>
                  </a:ext>
                </a:extLst>
              </p:cNvPr>
              <p:cNvSpPr/>
              <p:nvPr/>
            </p:nvSpPr>
            <p:spPr>
              <a:xfrm>
                <a:off x="4833108" y="2185765"/>
                <a:ext cx="90032" cy="90956"/>
              </a:xfrm>
              <a:custGeom>
                <a:avLst/>
                <a:gdLst/>
                <a:ahLst/>
                <a:cxnLst/>
                <a:rect l="l" t="t" r="r" b="b"/>
                <a:pathLst>
                  <a:path w="2532" h="2558" extrusionOk="0">
                    <a:moveTo>
                      <a:pt x="1279" y="1"/>
                    </a:moveTo>
                    <a:cubicBezTo>
                      <a:pt x="577" y="1"/>
                      <a:pt x="1" y="577"/>
                      <a:pt x="1" y="1279"/>
                    </a:cubicBezTo>
                    <a:cubicBezTo>
                      <a:pt x="1" y="1981"/>
                      <a:pt x="577" y="2557"/>
                      <a:pt x="1279" y="2557"/>
                    </a:cubicBezTo>
                    <a:cubicBezTo>
                      <a:pt x="1981" y="2557"/>
                      <a:pt x="2532" y="1981"/>
                      <a:pt x="2532" y="1279"/>
                    </a:cubicBezTo>
                    <a:cubicBezTo>
                      <a:pt x="2532" y="577"/>
                      <a:pt x="1981" y="1"/>
                      <a:pt x="1279" y="1"/>
                    </a:cubicBez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2892;p51">
                <a:extLst>
                  <a:ext uri="{FF2B5EF4-FFF2-40B4-BE49-F238E27FC236}">
                    <a16:creationId xmlns:a16="http://schemas.microsoft.com/office/drawing/2014/main" id="{60E5C92C-2C9D-2C37-D9F6-BB970B2312A4}"/>
                  </a:ext>
                </a:extLst>
              </p:cNvPr>
              <p:cNvSpPr/>
              <p:nvPr/>
            </p:nvSpPr>
            <p:spPr>
              <a:xfrm>
                <a:off x="4833108" y="2185765"/>
                <a:ext cx="90032" cy="90956"/>
              </a:xfrm>
              <a:custGeom>
                <a:avLst/>
                <a:gdLst/>
                <a:ahLst/>
                <a:cxnLst/>
                <a:rect l="l" t="t" r="r" b="b"/>
                <a:pathLst>
                  <a:path w="2532" h="2558" fill="none" extrusionOk="0">
                    <a:moveTo>
                      <a:pt x="2532" y="1279"/>
                    </a:moveTo>
                    <a:cubicBezTo>
                      <a:pt x="2532" y="1981"/>
                      <a:pt x="1981" y="2557"/>
                      <a:pt x="1279" y="2557"/>
                    </a:cubicBezTo>
                    <a:cubicBezTo>
                      <a:pt x="577" y="2557"/>
                      <a:pt x="1" y="1981"/>
                      <a:pt x="1" y="1279"/>
                    </a:cubicBezTo>
                    <a:cubicBezTo>
                      <a:pt x="1" y="577"/>
                      <a:pt x="577" y="1"/>
                      <a:pt x="1279" y="1"/>
                    </a:cubicBezTo>
                    <a:cubicBezTo>
                      <a:pt x="1981" y="1"/>
                      <a:pt x="2532" y="577"/>
                      <a:pt x="2532" y="1279"/>
                    </a:cubicBezTo>
                    <a:close/>
                  </a:path>
                </a:pathLst>
              </a:custGeom>
              <a:noFill/>
              <a:ln w="940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2893;p51">
                <a:extLst>
                  <a:ext uri="{FF2B5EF4-FFF2-40B4-BE49-F238E27FC236}">
                    <a16:creationId xmlns:a16="http://schemas.microsoft.com/office/drawing/2014/main" id="{F26757B0-959B-B3FC-7B90-14B8361CD67D}"/>
                  </a:ext>
                </a:extLst>
              </p:cNvPr>
              <p:cNvSpPr/>
              <p:nvPr/>
            </p:nvSpPr>
            <p:spPr>
              <a:xfrm>
                <a:off x="4743998" y="2244579"/>
                <a:ext cx="268281" cy="429606"/>
              </a:xfrm>
              <a:custGeom>
                <a:avLst/>
                <a:gdLst/>
                <a:ahLst/>
                <a:cxnLst/>
                <a:rect l="l" t="t" r="r" b="b"/>
                <a:pathLst>
                  <a:path w="7545" h="12082" extrusionOk="0">
                    <a:moveTo>
                      <a:pt x="1880" y="1"/>
                    </a:moveTo>
                    <a:lnTo>
                      <a:pt x="777" y="7119"/>
                    </a:lnTo>
                    <a:lnTo>
                      <a:pt x="401" y="9550"/>
                    </a:lnTo>
                    <a:lnTo>
                      <a:pt x="0" y="12081"/>
                    </a:lnTo>
                    <a:lnTo>
                      <a:pt x="7544" y="12081"/>
                    </a:lnTo>
                    <a:lnTo>
                      <a:pt x="7168" y="9550"/>
                    </a:lnTo>
                    <a:lnTo>
                      <a:pt x="6792" y="7119"/>
                    </a:lnTo>
                    <a:lnTo>
                      <a:pt x="5690" y="1"/>
                    </a:ln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2894;p51">
                <a:extLst>
                  <a:ext uri="{FF2B5EF4-FFF2-40B4-BE49-F238E27FC236}">
                    <a16:creationId xmlns:a16="http://schemas.microsoft.com/office/drawing/2014/main" id="{3F30E831-AD73-3DAA-585B-230005A79B21}"/>
                  </a:ext>
                </a:extLst>
              </p:cNvPr>
              <p:cNvSpPr/>
              <p:nvPr/>
            </p:nvSpPr>
            <p:spPr>
              <a:xfrm>
                <a:off x="4743998" y="2244579"/>
                <a:ext cx="268281" cy="429606"/>
              </a:xfrm>
              <a:custGeom>
                <a:avLst/>
                <a:gdLst/>
                <a:ahLst/>
                <a:cxnLst/>
                <a:rect l="l" t="t" r="r" b="b"/>
                <a:pathLst>
                  <a:path w="7545" h="12082" fill="none" extrusionOk="0">
                    <a:moveTo>
                      <a:pt x="7544" y="12081"/>
                    </a:moveTo>
                    <a:lnTo>
                      <a:pt x="0" y="12081"/>
                    </a:lnTo>
                    <a:lnTo>
                      <a:pt x="401" y="9550"/>
                    </a:lnTo>
                    <a:lnTo>
                      <a:pt x="777" y="7119"/>
                    </a:lnTo>
                    <a:lnTo>
                      <a:pt x="1880" y="1"/>
                    </a:lnTo>
                    <a:lnTo>
                      <a:pt x="5690" y="1"/>
                    </a:lnTo>
                    <a:lnTo>
                      <a:pt x="6792" y="7119"/>
                    </a:lnTo>
                    <a:lnTo>
                      <a:pt x="7168" y="9550"/>
                    </a:lnTo>
                    <a:close/>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2895;p51">
                <a:extLst>
                  <a:ext uri="{FF2B5EF4-FFF2-40B4-BE49-F238E27FC236}">
                    <a16:creationId xmlns:a16="http://schemas.microsoft.com/office/drawing/2014/main" id="{65B2453F-2933-E2CF-DD0A-7EAFCD391F2A}"/>
                  </a:ext>
                </a:extLst>
              </p:cNvPr>
              <p:cNvSpPr/>
              <p:nvPr/>
            </p:nvSpPr>
            <p:spPr>
              <a:xfrm>
                <a:off x="4758257" y="2497686"/>
                <a:ext cx="240653" cy="86476"/>
              </a:xfrm>
              <a:custGeom>
                <a:avLst/>
                <a:gdLst/>
                <a:ahLst/>
                <a:cxnLst/>
                <a:rect l="l" t="t" r="r" b="b"/>
                <a:pathLst>
                  <a:path w="6768" h="2432" extrusionOk="0">
                    <a:moveTo>
                      <a:pt x="376" y="1"/>
                    </a:moveTo>
                    <a:lnTo>
                      <a:pt x="0" y="2432"/>
                    </a:lnTo>
                    <a:lnTo>
                      <a:pt x="6767" y="2432"/>
                    </a:lnTo>
                    <a:lnTo>
                      <a:pt x="6391" y="1"/>
                    </a:ln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2896;p51">
                <a:extLst>
                  <a:ext uri="{FF2B5EF4-FFF2-40B4-BE49-F238E27FC236}">
                    <a16:creationId xmlns:a16="http://schemas.microsoft.com/office/drawing/2014/main" id="{DC3523A9-4767-606E-002A-280308F7AFE4}"/>
                  </a:ext>
                </a:extLst>
              </p:cNvPr>
              <p:cNvSpPr/>
              <p:nvPr/>
            </p:nvSpPr>
            <p:spPr>
              <a:xfrm>
                <a:off x="4758257" y="2497686"/>
                <a:ext cx="240653" cy="86476"/>
              </a:xfrm>
              <a:custGeom>
                <a:avLst/>
                <a:gdLst/>
                <a:ahLst/>
                <a:cxnLst/>
                <a:rect l="l" t="t" r="r" b="b"/>
                <a:pathLst>
                  <a:path w="6768" h="2432" fill="none" extrusionOk="0">
                    <a:moveTo>
                      <a:pt x="6767" y="2432"/>
                    </a:moveTo>
                    <a:lnTo>
                      <a:pt x="0" y="2432"/>
                    </a:lnTo>
                    <a:lnTo>
                      <a:pt x="376" y="1"/>
                    </a:lnTo>
                    <a:lnTo>
                      <a:pt x="6391" y="1"/>
                    </a:lnTo>
                    <a:close/>
                  </a:path>
                </a:pathLst>
              </a:custGeom>
              <a:noFill/>
              <a:ln w="1065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2897;p51">
                <a:extLst>
                  <a:ext uri="{FF2B5EF4-FFF2-40B4-BE49-F238E27FC236}">
                    <a16:creationId xmlns:a16="http://schemas.microsoft.com/office/drawing/2014/main" id="{273C88FD-2B6C-6F63-A402-B24A69C72782}"/>
                  </a:ext>
                </a:extLst>
              </p:cNvPr>
              <p:cNvSpPr/>
              <p:nvPr/>
            </p:nvSpPr>
            <p:spPr>
              <a:xfrm>
                <a:off x="4682481" y="1987774"/>
                <a:ext cx="155102" cy="140239"/>
              </a:xfrm>
              <a:custGeom>
                <a:avLst/>
                <a:gdLst/>
                <a:ahLst/>
                <a:cxnLst/>
                <a:rect l="l" t="t" r="r" b="b"/>
                <a:pathLst>
                  <a:path w="4362" h="3944" extrusionOk="0">
                    <a:moveTo>
                      <a:pt x="716" y="0"/>
                    </a:moveTo>
                    <a:cubicBezTo>
                      <a:pt x="541" y="0"/>
                      <a:pt x="362" y="70"/>
                      <a:pt x="227" y="205"/>
                    </a:cubicBezTo>
                    <a:cubicBezTo>
                      <a:pt x="1" y="456"/>
                      <a:pt x="26" y="857"/>
                      <a:pt x="277" y="1107"/>
                    </a:cubicBezTo>
                    <a:lnTo>
                      <a:pt x="3209" y="3789"/>
                    </a:lnTo>
                    <a:cubicBezTo>
                      <a:pt x="3336" y="3893"/>
                      <a:pt x="3490" y="3944"/>
                      <a:pt x="3640" y="3944"/>
                    </a:cubicBezTo>
                    <a:cubicBezTo>
                      <a:pt x="3817" y="3944"/>
                      <a:pt x="3990" y="3874"/>
                      <a:pt x="4111" y="3739"/>
                    </a:cubicBezTo>
                    <a:cubicBezTo>
                      <a:pt x="4362" y="3488"/>
                      <a:pt x="4337" y="3087"/>
                      <a:pt x="4061" y="2837"/>
                    </a:cubicBezTo>
                    <a:lnTo>
                      <a:pt x="1129" y="155"/>
                    </a:lnTo>
                    <a:cubicBezTo>
                      <a:pt x="1013" y="51"/>
                      <a:pt x="866" y="0"/>
                      <a:pt x="716" y="0"/>
                    </a:cubicBez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2898;p51">
                <a:extLst>
                  <a:ext uri="{FF2B5EF4-FFF2-40B4-BE49-F238E27FC236}">
                    <a16:creationId xmlns:a16="http://schemas.microsoft.com/office/drawing/2014/main" id="{AF5A5ECE-4D3C-A19C-23AD-DBB2A7948531}"/>
                  </a:ext>
                </a:extLst>
              </p:cNvPr>
              <p:cNvSpPr/>
              <p:nvPr/>
            </p:nvSpPr>
            <p:spPr>
              <a:xfrm>
                <a:off x="4682481" y="1985249"/>
                <a:ext cx="155102" cy="145288"/>
              </a:xfrm>
              <a:custGeom>
                <a:avLst/>
                <a:gdLst/>
                <a:ahLst/>
                <a:cxnLst/>
                <a:rect l="l" t="t" r="r" b="b"/>
                <a:pathLst>
                  <a:path w="4362" h="4086" fill="none" extrusionOk="0">
                    <a:moveTo>
                      <a:pt x="4111" y="3810"/>
                    </a:moveTo>
                    <a:lnTo>
                      <a:pt x="4111" y="3810"/>
                    </a:lnTo>
                    <a:cubicBezTo>
                      <a:pt x="3886" y="4061"/>
                      <a:pt x="3485" y="4086"/>
                      <a:pt x="3209" y="3860"/>
                    </a:cubicBezTo>
                    <a:lnTo>
                      <a:pt x="277" y="1178"/>
                    </a:lnTo>
                    <a:cubicBezTo>
                      <a:pt x="26" y="928"/>
                      <a:pt x="1" y="527"/>
                      <a:pt x="227" y="276"/>
                    </a:cubicBezTo>
                    <a:cubicBezTo>
                      <a:pt x="477" y="26"/>
                      <a:pt x="878" y="1"/>
                      <a:pt x="1129" y="226"/>
                    </a:cubicBezTo>
                    <a:lnTo>
                      <a:pt x="4061" y="2908"/>
                    </a:lnTo>
                    <a:cubicBezTo>
                      <a:pt x="4337" y="3158"/>
                      <a:pt x="4362" y="3559"/>
                      <a:pt x="4111" y="3810"/>
                    </a:cubicBezTo>
                    <a:close/>
                  </a:path>
                </a:pathLst>
              </a:custGeom>
              <a:noFill/>
              <a:ln w="940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2899;p51">
                <a:extLst>
                  <a:ext uri="{FF2B5EF4-FFF2-40B4-BE49-F238E27FC236}">
                    <a16:creationId xmlns:a16="http://schemas.microsoft.com/office/drawing/2014/main" id="{829DBA4D-D54C-A909-95D9-EEE3F70095ED}"/>
                  </a:ext>
                </a:extLst>
              </p:cNvPr>
              <p:cNvSpPr/>
              <p:nvPr/>
            </p:nvSpPr>
            <p:spPr>
              <a:xfrm>
                <a:off x="4787664" y="2060989"/>
                <a:ext cx="181841" cy="142621"/>
              </a:xfrm>
              <a:custGeom>
                <a:avLst/>
                <a:gdLst/>
                <a:ahLst/>
                <a:cxnLst/>
                <a:rect l="l" t="t" r="r" b="b"/>
                <a:pathLst>
                  <a:path w="5114" h="4011" extrusionOk="0">
                    <a:moveTo>
                      <a:pt x="0" y="1"/>
                    </a:moveTo>
                    <a:lnTo>
                      <a:pt x="752" y="4011"/>
                    </a:lnTo>
                    <a:lnTo>
                      <a:pt x="4361" y="4011"/>
                    </a:lnTo>
                    <a:lnTo>
                      <a:pt x="5113" y="1"/>
                    </a:ln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2900;p51">
                <a:extLst>
                  <a:ext uri="{FF2B5EF4-FFF2-40B4-BE49-F238E27FC236}">
                    <a16:creationId xmlns:a16="http://schemas.microsoft.com/office/drawing/2014/main" id="{2070D943-7291-B01B-8BBA-58F59519A56F}"/>
                  </a:ext>
                </a:extLst>
              </p:cNvPr>
              <p:cNvSpPr/>
              <p:nvPr/>
            </p:nvSpPr>
            <p:spPr>
              <a:xfrm>
                <a:off x="4787664" y="2060989"/>
                <a:ext cx="181841" cy="142621"/>
              </a:xfrm>
              <a:custGeom>
                <a:avLst/>
                <a:gdLst/>
                <a:ahLst/>
                <a:cxnLst/>
                <a:rect l="l" t="t" r="r" b="b"/>
                <a:pathLst>
                  <a:path w="5114" h="4011" fill="none" extrusionOk="0">
                    <a:moveTo>
                      <a:pt x="4361" y="4011"/>
                    </a:moveTo>
                    <a:lnTo>
                      <a:pt x="752" y="4011"/>
                    </a:lnTo>
                    <a:lnTo>
                      <a:pt x="0" y="1"/>
                    </a:lnTo>
                    <a:lnTo>
                      <a:pt x="5113" y="1"/>
                    </a:lnTo>
                    <a:close/>
                  </a:path>
                </a:pathLst>
              </a:custGeom>
              <a:noFill/>
              <a:ln w="940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2901;p51">
                <a:extLst>
                  <a:ext uri="{FF2B5EF4-FFF2-40B4-BE49-F238E27FC236}">
                    <a16:creationId xmlns:a16="http://schemas.microsoft.com/office/drawing/2014/main" id="{69C13363-49DE-2CA4-3F10-FEC193564DCC}"/>
                  </a:ext>
                </a:extLst>
              </p:cNvPr>
              <p:cNvSpPr/>
              <p:nvPr/>
            </p:nvSpPr>
            <p:spPr>
              <a:xfrm>
                <a:off x="4925809" y="1921990"/>
                <a:ext cx="45478" cy="152399"/>
              </a:xfrm>
              <a:custGeom>
                <a:avLst/>
                <a:gdLst/>
                <a:ahLst/>
                <a:cxnLst/>
                <a:rect l="l" t="t" r="r" b="b"/>
                <a:pathLst>
                  <a:path w="1279" h="4286" extrusionOk="0">
                    <a:moveTo>
                      <a:pt x="627" y="0"/>
                    </a:moveTo>
                    <a:cubicBezTo>
                      <a:pt x="276" y="0"/>
                      <a:pt x="0" y="276"/>
                      <a:pt x="0" y="627"/>
                    </a:cubicBezTo>
                    <a:lnTo>
                      <a:pt x="0" y="3659"/>
                    </a:lnTo>
                    <a:cubicBezTo>
                      <a:pt x="0" y="4010"/>
                      <a:pt x="276" y="4286"/>
                      <a:pt x="627" y="4286"/>
                    </a:cubicBezTo>
                    <a:lnTo>
                      <a:pt x="677" y="4286"/>
                    </a:lnTo>
                    <a:cubicBezTo>
                      <a:pt x="1003" y="4286"/>
                      <a:pt x="1278" y="4010"/>
                      <a:pt x="1278" y="3659"/>
                    </a:cubicBezTo>
                    <a:lnTo>
                      <a:pt x="1278" y="627"/>
                    </a:lnTo>
                    <a:cubicBezTo>
                      <a:pt x="1278" y="276"/>
                      <a:pt x="1003" y="0"/>
                      <a:pt x="677" y="0"/>
                    </a:cubicBez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2902;p51">
                <a:extLst>
                  <a:ext uri="{FF2B5EF4-FFF2-40B4-BE49-F238E27FC236}">
                    <a16:creationId xmlns:a16="http://schemas.microsoft.com/office/drawing/2014/main" id="{C609AD27-1B7C-2297-1AFA-6AA09DBA878A}"/>
                  </a:ext>
                </a:extLst>
              </p:cNvPr>
              <p:cNvSpPr/>
              <p:nvPr/>
            </p:nvSpPr>
            <p:spPr>
              <a:xfrm>
                <a:off x="4925809" y="1921990"/>
                <a:ext cx="45478" cy="152399"/>
              </a:xfrm>
              <a:custGeom>
                <a:avLst/>
                <a:gdLst/>
                <a:ahLst/>
                <a:cxnLst/>
                <a:rect l="l" t="t" r="r" b="b"/>
                <a:pathLst>
                  <a:path w="1279" h="4286" fill="none" extrusionOk="0">
                    <a:moveTo>
                      <a:pt x="677" y="4286"/>
                    </a:moveTo>
                    <a:lnTo>
                      <a:pt x="627" y="4286"/>
                    </a:lnTo>
                    <a:cubicBezTo>
                      <a:pt x="276" y="4286"/>
                      <a:pt x="0" y="4010"/>
                      <a:pt x="0" y="3659"/>
                    </a:cubicBezTo>
                    <a:lnTo>
                      <a:pt x="0" y="627"/>
                    </a:lnTo>
                    <a:cubicBezTo>
                      <a:pt x="0" y="276"/>
                      <a:pt x="276" y="0"/>
                      <a:pt x="627" y="0"/>
                    </a:cubicBezTo>
                    <a:lnTo>
                      <a:pt x="677" y="0"/>
                    </a:lnTo>
                    <a:cubicBezTo>
                      <a:pt x="1003" y="0"/>
                      <a:pt x="1278" y="276"/>
                      <a:pt x="1278" y="627"/>
                    </a:cubicBezTo>
                    <a:lnTo>
                      <a:pt x="1278" y="3659"/>
                    </a:lnTo>
                    <a:cubicBezTo>
                      <a:pt x="1278" y="4010"/>
                      <a:pt x="1003" y="4286"/>
                      <a:pt x="677" y="4286"/>
                    </a:cubicBezTo>
                    <a:close/>
                  </a:path>
                </a:pathLst>
              </a:custGeom>
              <a:noFill/>
              <a:ln w="815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2903;p51">
                <a:extLst>
                  <a:ext uri="{FF2B5EF4-FFF2-40B4-BE49-F238E27FC236}">
                    <a16:creationId xmlns:a16="http://schemas.microsoft.com/office/drawing/2014/main" id="{7267DC7A-87AC-868D-E716-515B520E3D5D}"/>
                  </a:ext>
                </a:extLst>
              </p:cNvPr>
              <p:cNvSpPr/>
              <p:nvPr/>
            </p:nvSpPr>
            <p:spPr>
              <a:xfrm>
                <a:off x="4881219" y="1820363"/>
                <a:ext cx="44625" cy="253134"/>
              </a:xfrm>
              <a:custGeom>
                <a:avLst/>
                <a:gdLst/>
                <a:ahLst/>
                <a:cxnLst/>
                <a:rect l="l" t="t" r="r" b="b"/>
                <a:pathLst>
                  <a:path w="1255" h="7119" extrusionOk="0">
                    <a:moveTo>
                      <a:pt x="602" y="1"/>
                    </a:moveTo>
                    <a:cubicBezTo>
                      <a:pt x="252" y="1"/>
                      <a:pt x="1" y="277"/>
                      <a:pt x="1" y="602"/>
                    </a:cubicBezTo>
                    <a:lnTo>
                      <a:pt x="1" y="6492"/>
                    </a:lnTo>
                    <a:cubicBezTo>
                      <a:pt x="1" y="6843"/>
                      <a:pt x="252" y="7119"/>
                      <a:pt x="602" y="7119"/>
                    </a:cubicBezTo>
                    <a:lnTo>
                      <a:pt x="653" y="7119"/>
                    </a:lnTo>
                    <a:cubicBezTo>
                      <a:pt x="978" y="7119"/>
                      <a:pt x="1254" y="6843"/>
                      <a:pt x="1254" y="6492"/>
                    </a:cubicBezTo>
                    <a:lnTo>
                      <a:pt x="1254" y="602"/>
                    </a:lnTo>
                    <a:cubicBezTo>
                      <a:pt x="1254" y="277"/>
                      <a:pt x="978" y="1"/>
                      <a:pt x="653" y="1"/>
                    </a:cubicBez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2904;p51">
                <a:extLst>
                  <a:ext uri="{FF2B5EF4-FFF2-40B4-BE49-F238E27FC236}">
                    <a16:creationId xmlns:a16="http://schemas.microsoft.com/office/drawing/2014/main" id="{2B228F30-7C60-C3A0-F7CF-8425649B6881}"/>
                  </a:ext>
                </a:extLst>
              </p:cNvPr>
              <p:cNvSpPr/>
              <p:nvPr/>
            </p:nvSpPr>
            <p:spPr>
              <a:xfrm>
                <a:off x="4881219" y="1820363"/>
                <a:ext cx="44625" cy="253134"/>
              </a:xfrm>
              <a:custGeom>
                <a:avLst/>
                <a:gdLst/>
                <a:ahLst/>
                <a:cxnLst/>
                <a:rect l="l" t="t" r="r" b="b"/>
                <a:pathLst>
                  <a:path w="1255" h="7119" fill="none" extrusionOk="0">
                    <a:moveTo>
                      <a:pt x="653" y="7119"/>
                    </a:moveTo>
                    <a:lnTo>
                      <a:pt x="602" y="7119"/>
                    </a:lnTo>
                    <a:cubicBezTo>
                      <a:pt x="252" y="7119"/>
                      <a:pt x="1" y="6843"/>
                      <a:pt x="1" y="6492"/>
                    </a:cubicBezTo>
                    <a:lnTo>
                      <a:pt x="1" y="602"/>
                    </a:lnTo>
                    <a:cubicBezTo>
                      <a:pt x="1" y="277"/>
                      <a:pt x="252" y="1"/>
                      <a:pt x="602" y="1"/>
                    </a:cubicBezTo>
                    <a:lnTo>
                      <a:pt x="653" y="1"/>
                    </a:lnTo>
                    <a:cubicBezTo>
                      <a:pt x="978" y="1"/>
                      <a:pt x="1254" y="277"/>
                      <a:pt x="1254" y="602"/>
                    </a:cubicBezTo>
                    <a:lnTo>
                      <a:pt x="1254" y="6492"/>
                    </a:lnTo>
                    <a:cubicBezTo>
                      <a:pt x="1254" y="6843"/>
                      <a:pt x="978" y="7119"/>
                      <a:pt x="653" y="7119"/>
                    </a:cubicBezTo>
                    <a:close/>
                  </a:path>
                </a:pathLst>
              </a:custGeom>
              <a:noFill/>
              <a:ln w="1065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2905;p51">
                <a:extLst>
                  <a:ext uri="{FF2B5EF4-FFF2-40B4-BE49-F238E27FC236}">
                    <a16:creationId xmlns:a16="http://schemas.microsoft.com/office/drawing/2014/main" id="{99266195-61FD-32B7-27BF-8010AD76FD56}"/>
                  </a:ext>
                </a:extLst>
              </p:cNvPr>
              <p:cNvSpPr/>
              <p:nvPr/>
            </p:nvSpPr>
            <p:spPr>
              <a:xfrm>
                <a:off x="4835775" y="1852473"/>
                <a:ext cx="45478" cy="221025"/>
              </a:xfrm>
              <a:custGeom>
                <a:avLst/>
                <a:gdLst/>
                <a:ahLst/>
                <a:cxnLst/>
                <a:rect l="l" t="t" r="r" b="b"/>
                <a:pathLst>
                  <a:path w="1279" h="6216" extrusionOk="0">
                    <a:moveTo>
                      <a:pt x="602" y="0"/>
                    </a:moveTo>
                    <a:cubicBezTo>
                      <a:pt x="276" y="0"/>
                      <a:pt x="1" y="276"/>
                      <a:pt x="1" y="627"/>
                    </a:cubicBezTo>
                    <a:lnTo>
                      <a:pt x="1" y="5589"/>
                    </a:lnTo>
                    <a:cubicBezTo>
                      <a:pt x="1" y="5940"/>
                      <a:pt x="276" y="6216"/>
                      <a:pt x="602" y="6216"/>
                    </a:cubicBezTo>
                    <a:lnTo>
                      <a:pt x="652" y="6216"/>
                    </a:lnTo>
                    <a:cubicBezTo>
                      <a:pt x="1003" y="6216"/>
                      <a:pt x="1279" y="5940"/>
                      <a:pt x="1279" y="5589"/>
                    </a:cubicBezTo>
                    <a:lnTo>
                      <a:pt x="1279" y="627"/>
                    </a:lnTo>
                    <a:cubicBezTo>
                      <a:pt x="1279" y="276"/>
                      <a:pt x="1003" y="0"/>
                      <a:pt x="652" y="0"/>
                    </a:cubicBez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2906;p51">
                <a:extLst>
                  <a:ext uri="{FF2B5EF4-FFF2-40B4-BE49-F238E27FC236}">
                    <a16:creationId xmlns:a16="http://schemas.microsoft.com/office/drawing/2014/main" id="{4ABEEF47-EF63-34B1-E008-38ED55CDE6C9}"/>
                  </a:ext>
                </a:extLst>
              </p:cNvPr>
              <p:cNvSpPr/>
              <p:nvPr/>
            </p:nvSpPr>
            <p:spPr>
              <a:xfrm>
                <a:off x="4835775" y="1852473"/>
                <a:ext cx="45478" cy="221025"/>
              </a:xfrm>
              <a:custGeom>
                <a:avLst/>
                <a:gdLst/>
                <a:ahLst/>
                <a:cxnLst/>
                <a:rect l="l" t="t" r="r" b="b"/>
                <a:pathLst>
                  <a:path w="1279" h="6216" fill="none" extrusionOk="0">
                    <a:moveTo>
                      <a:pt x="652" y="6216"/>
                    </a:moveTo>
                    <a:lnTo>
                      <a:pt x="602" y="6216"/>
                    </a:lnTo>
                    <a:cubicBezTo>
                      <a:pt x="276" y="6216"/>
                      <a:pt x="1" y="5940"/>
                      <a:pt x="1" y="5589"/>
                    </a:cubicBezTo>
                    <a:lnTo>
                      <a:pt x="1" y="627"/>
                    </a:lnTo>
                    <a:cubicBezTo>
                      <a:pt x="1" y="276"/>
                      <a:pt x="276" y="0"/>
                      <a:pt x="602" y="0"/>
                    </a:cubicBezTo>
                    <a:lnTo>
                      <a:pt x="652" y="0"/>
                    </a:lnTo>
                    <a:cubicBezTo>
                      <a:pt x="1003" y="0"/>
                      <a:pt x="1279" y="276"/>
                      <a:pt x="1279" y="627"/>
                    </a:cubicBezTo>
                    <a:lnTo>
                      <a:pt x="1279" y="5589"/>
                    </a:lnTo>
                    <a:cubicBezTo>
                      <a:pt x="1279" y="5940"/>
                      <a:pt x="1003" y="6216"/>
                      <a:pt x="652" y="6216"/>
                    </a:cubicBezTo>
                    <a:close/>
                  </a:path>
                </a:pathLst>
              </a:custGeom>
              <a:noFill/>
              <a:ln w="10025"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2907;p51">
                <a:extLst>
                  <a:ext uri="{FF2B5EF4-FFF2-40B4-BE49-F238E27FC236}">
                    <a16:creationId xmlns:a16="http://schemas.microsoft.com/office/drawing/2014/main" id="{3FEA8C84-4F84-BD6B-F19B-75C9D0F678F8}"/>
                  </a:ext>
                </a:extLst>
              </p:cNvPr>
              <p:cNvSpPr/>
              <p:nvPr/>
            </p:nvSpPr>
            <p:spPr>
              <a:xfrm>
                <a:off x="4790331" y="1887213"/>
                <a:ext cx="45478" cy="187175"/>
              </a:xfrm>
              <a:custGeom>
                <a:avLst/>
                <a:gdLst/>
                <a:ahLst/>
                <a:cxnLst/>
                <a:rect l="l" t="t" r="r" b="b"/>
                <a:pathLst>
                  <a:path w="1279" h="5264" extrusionOk="0">
                    <a:moveTo>
                      <a:pt x="602" y="1"/>
                    </a:moveTo>
                    <a:cubicBezTo>
                      <a:pt x="276" y="1"/>
                      <a:pt x="1" y="276"/>
                      <a:pt x="1" y="602"/>
                    </a:cubicBezTo>
                    <a:lnTo>
                      <a:pt x="1" y="4637"/>
                    </a:lnTo>
                    <a:cubicBezTo>
                      <a:pt x="1" y="4988"/>
                      <a:pt x="276" y="5264"/>
                      <a:pt x="602" y="5264"/>
                    </a:cubicBezTo>
                    <a:lnTo>
                      <a:pt x="652" y="5264"/>
                    </a:lnTo>
                    <a:cubicBezTo>
                      <a:pt x="1003" y="5264"/>
                      <a:pt x="1279" y="4988"/>
                      <a:pt x="1279" y="4637"/>
                    </a:cubicBezTo>
                    <a:lnTo>
                      <a:pt x="1279" y="602"/>
                    </a:lnTo>
                    <a:cubicBezTo>
                      <a:pt x="1279" y="276"/>
                      <a:pt x="1003" y="1"/>
                      <a:pt x="652" y="1"/>
                    </a:cubicBez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2908;p51">
                <a:extLst>
                  <a:ext uri="{FF2B5EF4-FFF2-40B4-BE49-F238E27FC236}">
                    <a16:creationId xmlns:a16="http://schemas.microsoft.com/office/drawing/2014/main" id="{CB51BA7E-0420-7E3F-6416-A6CEB2DB8593}"/>
                  </a:ext>
                </a:extLst>
              </p:cNvPr>
              <p:cNvSpPr/>
              <p:nvPr/>
            </p:nvSpPr>
            <p:spPr>
              <a:xfrm>
                <a:off x="4790331" y="1887213"/>
                <a:ext cx="45478" cy="187175"/>
              </a:xfrm>
              <a:custGeom>
                <a:avLst/>
                <a:gdLst/>
                <a:ahLst/>
                <a:cxnLst/>
                <a:rect l="l" t="t" r="r" b="b"/>
                <a:pathLst>
                  <a:path w="1279" h="5264" fill="none" extrusionOk="0">
                    <a:moveTo>
                      <a:pt x="652" y="5264"/>
                    </a:moveTo>
                    <a:lnTo>
                      <a:pt x="602" y="5264"/>
                    </a:lnTo>
                    <a:cubicBezTo>
                      <a:pt x="276" y="5264"/>
                      <a:pt x="1" y="4988"/>
                      <a:pt x="1" y="4637"/>
                    </a:cubicBezTo>
                    <a:lnTo>
                      <a:pt x="1" y="602"/>
                    </a:lnTo>
                    <a:cubicBezTo>
                      <a:pt x="1" y="276"/>
                      <a:pt x="276" y="1"/>
                      <a:pt x="602" y="1"/>
                    </a:cubicBezTo>
                    <a:lnTo>
                      <a:pt x="652" y="1"/>
                    </a:lnTo>
                    <a:cubicBezTo>
                      <a:pt x="1003" y="1"/>
                      <a:pt x="1279" y="276"/>
                      <a:pt x="1279" y="602"/>
                    </a:cubicBezTo>
                    <a:lnTo>
                      <a:pt x="1279" y="4637"/>
                    </a:lnTo>
                    <a:cubicBezTo>
                      <a:pt x="1279" y="4988"/>
                      <a:pt x="1003" y="5264"/>
                      <a:pt x="652" y="5264"/>
                    </a:cubicBezTo>
                    <a:close/>
                  </a:path>
                </a:pathLst>
              </a:custGeom>
              <a:noFill/>
              <a:ln w="940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2909;p51">
                <a:extLst>
                  <a:ext uri="{FF2B5EF4-FFF2-40B4-BE49-F238E27FC236}">
                    <a16:creationId xmlns:a16="http://schemas.microsoft.com/office/drawing/2014/main" id="{7B4F1217-3DF9-353A-DEAD-36D2CAC42ACA}"/>
                  </a:ext>
                </a:extLst>
              </p:cNvPr>
              <p:cNvSpPr/>
              <p:nvPr/>
            </p:nvSpPr>
            <p:spPr>
              <a:xfrm>
                <a:off x="4792109" y="1987027"/>
                <a:ext cx="41922" cy="11378"/>
              </a:xfrm>
              <a:custGeom>
                <a:avLst/>
                <a:gdLst/>
                <a:ahLst/>
                <a:cxnLst/>
                <a:rect l="l" t="t" r="r" b="b"/>
                <a:pathLst>
                  <a:path w="1179" h="320" extrusionOk="0">
                    <a:moveTo>
                      <a:pt x="1179" y="1"/>
                    </a:moveTo>
                    <a:lnTo>
                      <a:pt x="1" y="26"/>
                    </a:lnTo>
                    <a:cubicBezTo>
                      <a:pt x="1" y="26"/>
                      <a:pt x="240" y="319"/>
                      <a:pt x="582" y="319"/>
                    </a:cubicBezTo>
                    <a:cubicBezTo>
                      <a:pt x="760" y="319"/>
                      <a:pt x="965" y="240"/>
                      <a:pt x="1179" y="1"/>
                    </a:cubicBez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2910;p51">
                <a:extLst>
                  <a:ext uri="{FF2B5EF4-FFF2-40B4-BE49-F238E27FC236}">
                    <a16:creationId xmlns:a16="http://schemas.microsoft.com/office/drawing/2014/main" id="{2FDB5E08-61DD-4744-0D22-F41150A203FE}"/>
                  </a:ext>
                </a:extLst>
              </p:cNvPr>
              <p:cNvSpPr/>
              <p:nvPr/>
            </p:nvSpPr>
            <p:spPr>
              <a:xfrm>
                <a:off x="4792109" y="1987027"/>
                <a:ext cx="41922" cy="24997"/>
              </a:xfrm>
              <a:custGeom>
                <a:avLst/>
                <a:gdLst/>
                <a:ahLst/>
                <a:cxnLst/>
                <a:rect l="l" t="t" r="r" b="b"/>
                <a:pathLst>
                  <a:path w="1179" h="703" fill="none" extrusionOk="0">
                    <a:moveTo>
                      <a:pt x="1" y="26"/>
                    </a:moveTo>
                    <a:cubicBezTo>
                      <a:pt x="1" y="26"/>
                      <a:pt x="552" y="702"/>
                      <a:pt x="1179" y="1"/>
                    </a:cubicBezTo>
                  </a:path>
                </a:pathLst>
              </a:custGeom>
              <a:noFill/>
              <a:ln w="940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2911;p51">
                <a:extLst>
                  <a:ext uri="{FF2B5EF4-FFF2-40B4-BE49-F238E27FC236}">
                    <a16:creationId xmlns:a16="http://schemas.microsoft.com/office/drawing/2014/main" id="{585AFD0D-0187-F0C8-276E-F7921D44F643}"/>
                  </a:ext>
                </a:extLst>
              </p:cNvPr>
              <p:cNvSpPr/>
              <p:nvPr/>
            </p:nvSpPr>
            <p:spPr>
              <a:xfrm>
                <a:off x="4792109" y="1930880"/>
                <a:ext cx="41922" cy="12018"/>
              </a:xfrm>
              <a:custGeom>
                <a:avLst/>
                <a:gdLst/>
                <a:ahLst/>
                <a:cxnLst/>
                <a:rect l="l" t="t" r="r" b="b"/>
                <a:pathLst>
                  <a:path w="1179" h="338" extrusionOk="0">
                    <a:moveTo>
                      <a:pt x="1179" y="1"/>
                    </a:moveTo>
                    <a:lnTo>
                      <a:pt x="1" y="51"/>
                    </a:lnTo>
                    <a:cubicBezTo>
                      <a:pt x="1" y="51"/>
                      <a:pt x="234" y="337"/>
                      <a:pt x="570" y="337"/>
                    </a:cubicBezTo>
                    <a:cubicBezTo>
                      <a:pt x="750" y="337"/>
                      <a:pt x="960" y="255"/>
                      <a:pt x="1179" y="1"/>
                    </a:cubicBez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2912;p51">
                <a:extLst>
                  <a:ext uri="{FF2B5EF4-FFF2-40B4-BE49-F238E27FC236}">
                    <a16:creationId xmlns:a16="http://schemas.microsoft.com/office/drawing/2014/main" id="{4941B3F7-471E-72E3-ED05-2E02DAD23846}"/>
                  </a:ext>
                </a:extLst>
              </p:cNvPr>
              <p:cNvSpPr/>
              <p:nvPr/>
            </p:nvSpPr>
            <p:spPr>
              <a:xfrm>
                <a:off x="4792109" y="1930880"/>
                <a:ext cx="41922" cy="25886"/>
              </a:xfrm>
              <a:custGeom>
                <a:avLst/>
                <a:gdLst/>
                <a:ahLst/>
                <a:cxnLst/>
                <a:rect l="l" t="t" r="r" b="b"/>
                <a:pathLst>
                  <a:path w="1179" h="728" fill="none" extrusionOk="0">
                    <a:moveTo>
                      <a:pt x="1" y="51"/>
                    </a:moveTo>
                    <a:cubicBezTo>
                      <a:pt x="1" y="51"/>
                      <a:pt x="552" y="728"/>
                      <a:pt x="1179" y="1"/>
                    </a:cubicBezTo>
                  </a:path>
                </a:pathLst>
              </a:custGeom>
              <a:noFill/>
              <a:ln w="940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2913;p51">
                <a:extLst>
                  <a:ext uri="{FF2B5EF4-FFF2-40B4-BE49-F238E27FC236}">
                    <a16:creationId xmlns:a16="http://schemas.microsoft.com/office/drawing/2014/main" id="{E9CBDE4C-9FB4-C9FE-0C9F-D28DEF8CDBAC}"/>
                  </a:ext>
                </a:extLst>
              </p:cNvPr>
              <p:cNvSpPr/>
              <p:nvPr/>
            </p:nvSpPr>
            <p:spPr>
              <a:xfrm>
                <a:off x="4837553" y="1990583"/>
                <a:ext cx="42811" cy="12018"/>
              </a:xfrm>
              <a:custGeom>
                <a:avLst/>
                <a:gdLst/>
                <a:ahLst/>
                <a:cxnLst/>
                <a:rect l="l" t="t" r="r" b="b"/>
                <a:pathLst>
                  <a:path w="1204" h="338" extrusionOk="0">
                    <a:moveTo>
                      <a:pt x="1204" y="1"/>
                    </a:moveTo>
                    <a:lnTo>
                      <a:pt x="1" y="51"/>
                    </a:lnTo>
                    <a:cubicBezTo>
                      <a:pt x="1" y="51"/>
                      <a:pt x="234" y="337"/>
                      <a:pt x="577" y="337"/>
                    </a:cubicBezTo>
                    <a:cubicBezTo>
                      <a:pt x="761" y="337"/>
                      <a:pt x="976" y="255"/>
                      <a:pt x="1204" y="1"/>
                    </a:cubicBez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2914;p51">
                <a:extLst>
                  <a:ext uri="{FF2B5EF4-FFF2-40B4-BE49-F238E27FC236}">
                    <a16:creationId xmlns:a16="http://schemas.microsoft.com/office/drawing/2014/main" id="{822B3D2A-9C05-4ADB-101B-C1AF9C86D3BA}"/>
                  </a:ext>
                </a:extLst>
              </p:cNvPr>
              <p:cNvSpPr/>
              <p:nvPr/>
            </p:nvSpPr>
            <p:spPr>
              <a:xfrm>
                <a:off x="4837553" y="1990583"/>
                <a:ext cx="42811" cy="25886"/>
              </a:xfrm>
              <a:custGeom>
                <a:avLst/>
                <a:gdLst/>
                <a:ahLst/>
                <a:cxnLst/>
                <a:rect l="l" t="t" r="r" b="b"/>
                <a:pathLst>
                  <a:path w="1204" h="728" fill="none" extrusionOk="0">
                    <a:moveTo>
                      <a:pt x="1" y="51"/>
                    </a:moveTo>
                    <a:cubicBezTo>
                      <a:pt x="1" y="51"/>
                      <a:pt x="552" y="728"/>
                      <a:pt x="1204" y="1"/>
                    </a:cubicBezTo>
                  </a:path>
                </a:pathLst>
              </a:custGeom>
              <a:noFill/>
              <a:ln w="940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2915;p51">
                <a:extLst>
                  <a:ext uri="{FF2B5EF4-FFF2-40B4-BE49-F238E27FC236}">
                    <a16:creationId xmlns:a16="http://schemas.microsoft.com/office/drawing/2014/main" id="{36D2AAF4-9480-BA0F-0B8D-70ACD0AC4285}"/>
                  </a:ext>
                </a:extLst>
              </p:cNvPr>
              <p:cNvSpPr/>
              <p:nvPr/>
            </p:nvSpPr>
            <p:spPr>
              <a:xfrm>
                <a:off x="4836664" y="1906806"/>
                <a:ext cx="41922" cy="12018"/>
              </a:xfrm>
              <a:custGeom>
                <a:avLst/>
                <a:gdLst/>
                <a:ahLst/>
                <a:cxnLst/>
                <a:rect l="l" t="t" r="r" b="b"/>
                <a:pathLst>
                  <a:path w="1179" h="338" extrusionOk="0">
                    <a:moveTo>
                      <a:pt x="1179" y="1"/>
                    </a:moveTo>
                    <a:lnTo>
                      <a:pt x="1" y="51"/>
                    </a:lnTo>
                    <a:cubicBezTo>
                      <a:pt x="1" y="51"/>
                      <a:pt x="234" y="338"/>
                      <a:pt x="570" y="338"/>
                    </a:cubicBezTo>
                    <a:cubicBezTo>
                      <a:pt x="750" y="338"/>
                      <a:pt x="960" y="255"/>
                      <a:pt x="1179" y="1"/>
                    </a:cubicBez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2916;p51">
                <a:extLst>
                  <a:ext uri="{FF2B5EF4-FFF2-40B4-BE49-F238E27FC236}">
                    <a16:creationId xmlns:a16="http://schemas.microsoft.com/office/drawing/2014/main" id="{747F6DEC-2867-4248-EF58-CEFCC291AAA5}"/>
                  </a:ext>
                </a:extLst>
              </p:cNvPr>
              <p:cNvSpPr/>
              <p:nvPr/>
            </p:nvSpPr>
            <p:spPr>
              <a:xfrm>
                <a:off x="4836664" y="1906806"/>
                <a:ext cx="41922" cy="25886"/>
              </a:xfrm>
              <a:custGeom>
                <a:avLst/>
                <a:gdLst/>
                <a:ahLst/>
                <a:cxnLst/>
                <a:rect l="l" t="t" r="r" b="b"/>
                <a:pathLst>
                  <a:path w="1179" h="728" fill="none" extrusionOk="0">
                    <a:moveTo>
                      <a:pt x="1" y="51"/>
                    </a:moveTo>
                    <a:cubicBezTo>
                      <a:pt x="1" y="51"/>
                      <a:pt x="552" y="728"/>
                      <a:pt x="1179" y="1"/>
                    </a:cubicBezTo>
                  </a:path>
                </a:pathLst>
              </a:custGeom>
              <a:noFill/>
              <a:ln w="940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2917;p51">
                <a:extLst>
                  <a:ext uri="{FF2B5EF4-FFF2-40B4-BE49-F238E27FC236}">
                    <a16:creationId xmlns:a16="http://schemas.microsoft.com/office/drawing/2014/main" id="{1DA47EEC-9A45-2A2B-C69E-4D81A4ECAE98}"/>
                  </a:ext>
                </a:extLst>
              </p:cNvPr>
              <p:cNvSpPr/>
              <p:nvPr/>
            </p:nvSpPr>
            <p:spPr>
              <a:xfrm>
                <a:off x="4883032" y="1987027"/>
                <a:ext cx="41922" cy="11378"/>
              </a:xfrm>
              <a:custGeom>
                <a:avLst/>
                <a:gdLst/>
                <a:ahLst/>
                <a:cxnLst/>
                <a:rect l="l" t="t" r="r" b="b"/>
                <a:pathLst>
                  <a:path w="1179" h="320" extrusionOk="0">
                    <a:moveTo>
                      <a:pt x="1178" y="1"/>
                    </a:moveTo>
                    <a:lnTo>
                      <a:pt x="0" y="26"/>
                    </a:lnTo>
                    <a:cubicBezTo>
                      <a:pt x="0" y="26"/>
                      <a:pt x="239" y="319"/>
                      <a:pt x="581" y="319"/>
                    </a:cubicBezTo>
                    <a:cubicBezTo>
                      <a:pt x="759" y="319"/>
                      <a:pt x="964" y="240"/>
                      <a:pt x="1178" y="1"/>
                    </a:cubicBez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2918;p51">
                <a:extLst>
                  <a:ext uri="{FF2B5EF4-FFF2-40B4-BE49-F238E27FC236}">
                    <a16:creationId xmlns:a16="http://schemas.microsoft.com/office/drawing/2014/main" id="{C2E1A250-47D1-359C-BF45-0E55A845BD7B}"/>
                  </a:ext>
                </a:extLst>
              </p:cNvPr>
              <p:cNvSpPr/>
              <p:nvPr/>
            </p:nvSpPr>
            <p:spPr>
              <a:xfrm>
                <a:off x="4883032" y="1987027"/>
                <a:ext cx="41922" cy="24997"/>
              </a:xfrm>
              <a:custGeom>
                <a:avLst/>
                <a:gdLst/>
                <a:ahLst/>
                <a:cxnLst/>
                <a:rect l="l" t="t" r="r" b="b"/>
                <a:pathLst>
                  <a:path w="1179" h="703" fill="none" extrusionOk="0">
                    <a:moveTo>
                      <a:pt x="0" y="26"/>
                    </a:moveTo>
                    <a:cubicBezTo>
                      <a:pt x="0" y="26"/>
                      <a:pt x="551" y="702"/>
                      <a:pt x="1178" y="1"/>
                    </a:cubicBezTo>
                  </a:path>
                </a:pathLst>
              </a:custGeom>
              <a:noFill/>
              <a:ln w="940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2919;p51">
                <a:extLst>
                  <a:ext uri="{FF2B5EF4-FFF2-40B4-BE49-F238E27FC236}">
                    <a16:creationId xmlns:a16="http://schemas.microsoft.com/office/drawing/2014/main" id="{2CF1E5B3-E8A5-351F-EDB7-C1FCDC30A3A4}"/>
                  </a:ext>
                </a:extLst>
              </p:cNvPr>
              <p:cNvSpPr/>
              <p:nvPr/>
            </p:nvSpPr>
            <p:spPr>
              <a:xfrm>
                <a:off x="4929365" y="1987027"/>
                <a:ext cx="41033" cy="11378"/>
              </a:xfrm>
              <a:custGeom>
                <a:avLst/>
                <a:gdLst/>
                <a:ahLst/>
                <a:cxnLst/>
                <a:rect l="l" t="t" r="r" b="b"/>
                <a:pathLst>
                  <a:path w="1154" h="320" extrusionOk="0">
                    <a:moveTo>
                      <a:pt x="1153" y="1"/>
                    </a:moveTo>
                    <a:lnTo>
                      <a:pt x="0" y="26"/>
                    </a:lnTo>
                    <a:cubicBezTo>
                      <a:pt x="0" y="26"/>
                      <a:pt x="229" y="319"/>
                      <a:pt x="563" y="319"/>
                    </a:cubicBezTo>
                    <a:cubicBezTo>
                      <a:pt x="737" y="319"/>
                      <a:pt x="939" y="240"/>
                      <a:pt x="1153" y="1"/>
                    </a:cubicBez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2920;p51">
                <a:extLst>
                  <a:ext uri="{FF2B5EF4-FFF2-40B4-BE49-F238E27FC236}">
                    <a16:creationId xmlns:a16="http://schemas.microsoft.com/office/drawing/2014/main" id="{2C359CB0-B4CD-54B3-4261-280366BA24BD}"/>
                  </a:ext>
                </a:extLst>
              </p:cNvPr>
              <p:cNvSpPr/>
              <p:nvPr/>
            </p:nvSpPr>
            <p:spPr>
              <a:xfrm>
                <a:off x="4929365" y="1987027"/>
                <a:ext cx="41033" cy="24997"/>
              </a:xfrm>
              <a:custGeom>
                <a:avLst/>
                <a:gdLst/>
                <a:ahLst/>
                <a:cxnLst/>
                <a:rect l="l" t="t" r="r" b="b"/>
                <a:pathLst>
                  <a:path w="1154" h="703" fill="none" extrusionOk="0">
                    <a:moveTo>
                      <a:pt x="0" y="26"/>
                    </a:moveTo>
                    <a:cubicBezTo>
                      <a:pt x="0" y="26"/>
                      <a:pt x="527" y="702"/>
                      <a:pt x="1153" y="1"/>
                    </a:cubicBezTo>
                  </a:path>
                </a:pathLst>
              </a:custGeom>
              <a:noFill/>
              <a:ln w="8775"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2921;p51">
                <a:extLst>
                  <a:ext uri="{FF2B5EF4-FFF2-40B4-BE49-F238E27FC236}">
                    <a16:creationId xmlns:a16="http://schemas.microsoft.com/office/drawing/2014/main" id="{CFEAC6C4-4129-5BB7-BA15-5873B84B770E}"/>
                  </a:ext>
                </a:extLst>
              </p:cNvPr>
              <p:cNvSpPr/>
              <p:nvPr/>
            </p:nvSpPr>
            <p:spPr>
              <a:xfrm>
                <a:off x="4881219" y="1868510"/>
                <a:ext cx="42811" cy="11343"/>
              </a:xfrm>
              <a:custGeom>
                <a:avLst/>
                <a:gdLst/>
                <a:ahLst/>
                <a:cxnLst/>
                <a:rect l="l" t="t" r="r" b="b"/>
                <a:pathLst>
                  <a:path w="1204" h="319" extrusionOk="0">
                    <a:moveTo>
                      <a:pt x="1204" y="0"/>
                    </a:moveTo>
                    <a:lnTo>
                      <a:pt x="1" y="25"/>
                    </a:lnTo>
                    <a:cubicBezTo>
                      <a:pt x="1" y="25"/>
                      <a:pt x="240" y="319"/>
                      <a:pt x="589" y="319"/>
                    </a:cubicBezTo>
                    <a:cubicBezTo>
                      <a:pt x="771" y="319"/>
                      <a:pt x="981" y="240"/>
                      <a:pt x="1204" y="0"/>
                    </a:cubicBez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2922;p51">
                <a:extLst>
                  <a:ext uri="{FF2B5EF4-FFF2-40B4-BE49-F238E27FC236}">
                    <a16:creationId xmlns:a16="http://schemas.microsoft.com/office/drawing/2014/main" id="{6EE7CBB9-BC17-A2B9-1829-52120A9762ED}"/>
                  </a:ext>
                </a:extLst>
              </p:cNvPr>
              <p:cNvSpPr/>
              <p:nvPr/>
            </p:nvSpPr>
            <p:spPr>
              <a:xfrm>
                <a:off x="4881219" y="1868510"/>
                <a:ext cx="42811" cy="24997"/>
              </a:xfrm>
              <a:custGeom>
                <a:avLst/>
                <a:gdLst/>
                <a:ahLst/>
                <a:cxnLst/>
                <a:rect l="l" t="t" r="r" b="b"/>
                <a:pathLst>
                  <a:path w="1204" h="703" fill="none" extrusionOk="0">
                    <a:moveTo>
                      <a:pt x="1" y="25"/>
                    </a:moveTo>
                    <a:cubicBezTo>
                      <a:pt x="1" y="25"/>
                      <a:pt x="552" y="702"/>
                      <a:pt x="1204" y="0"/>
                    </a:cubicBezTo>
                  </a:path>
                </a:pathLst>
              </a:custGeom>
              <a:noFill/>
              <a:ln w="940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2923;p51">
                <a:extLst>
                  <a:ext uri="{FF2B5EF4-FFF2-40B4-BE49-F238E27FC236}">
                    <a16:creationId xmlns:a16="http://schemas.microsoft.com/office/drawing/2014/main" id="{85D49B8D-4626-2054-A81E-24BE3C50ADE1}"/>
                  </a:ext>
                </a:extLst>
              </p:cNvPr>
              <p:cNvSpPr/>
              <p:nvPr/>
            </p:nvSpPr>
            <p:spPr>
              <a:xfrm>
                <a:off x="4726183" y="2021803"/>
                <a:ext cx="31219" cy="33886"/>
              </a:xfrm>
              <a:custGeom>
                <a:avLst/>
                <a:gdLst/>
                <a:ahLst/>
                <a:cxnLst/>
                <a:rect l="l" t="t" r="r" b="b"/>
                <a:pathLst>
                  <a:path w="878" h="953" fill="none" extrusionOk="0">
                    <a:moveTo>
                      <a:pt x="0" y="952"/>
                    </a:moveTo>
                    <a:cubicBezTo>
                      <a:pt x="0" y="952"/>
                      <a:pt x="877" y="927"/>
                      <a:pt x="677" y="0"/>
                    </a:cubicBezTo>
                  </a:path>
                </a:pathLst>
              </a:custGeom>
              <a:noFill/>
              <a:ln w="940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0" name="Google Shape;2924;p51">
              <a:extLst>
                <a:ext uri="{FF2B5EF4-FFF2-40B4-BE49-F238E27FC236}">
                  <a16:creationId xmlns:a16="http://schemas.microsoft.com/office/drawing/2014/main" id="{803BB72D-40AA-08CC-E6F1-A9538E9C0C5D}"/>
                </a:ext>
              </a:extLst>
            </p:cNvPr>
            <p:cNvSpPr/>
            <p:nvPr/>
          </p:nvSpPr>
          <p:spPr>
            <a:xfrm>
              <a:off x="6019311" y="1706291"/>
              <a:ext cx="146177" cy="772700"/>
            </a:xfrm>
            <a:custGeom>
              <a:avLst/>
              <a:gdLst/>
              <a:ahLst/>
              <a:cxnLst/>
              <a:rect l="l" t="t" r="r" b="b"/>
              <a:pathLst>
                <a:path w="4111" h="21731" fill="none" extrusionOk="0">
                  <a:moveTo>
                    <a:pt x="0" y="21730"/>
                  </a:moveTo>
                  <a:lnTo>
                    <a:pt x="0" y="14562"/>
                  </a:lnTo>
                  <a:lnTo>
                    <a:pt x="4110" y="10427"/>
                  </a:lnTo>
                  <a:lnTo>
                    <a:pt x="4110" y="1"/>
                  </a:lnTo>
                </a:path>
              </a:pathLst>
            </a:custGeom>
            <a:noFill/>
            <a:ln w="10650" cap="rnd"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2925;p51">
              <a:extLst>
                <a:ext uri="{FF2B5EF4-FFF2-40B4-BE49-F238E27FC236}">
                  <a16:creationId xmlns:a16="http://schemas.microsoft.com/office/drawing/2014/main" id="{EAEECCA9-DF38-4188-5F66-79787C3A5D5B}"/>
                </a:ext>
              </a:extLst>
            </p:cNvPr>
            <p:cNvSpPr/>
            <p:nvPr/>
          </p:nvSpPr>
          <p:spPr>
            <a:xfrm>
              <a:off x="6132495" y="1680475"/>
              <a:ext cx="66848" cy="67737"/>
            </a:xfrm>
            <a:custGeom>
              <a:avLst/>
              <a:gdLst/>
              <a:ahLst/>
              <a:cxnLst/>
              <a:rect l="l" t="t" r="r" b="b"/>
              <a:pathLst>
                <a:path w="1880" h="1905" extrusionOk="0">
                  <a:moveTo>
                    <a:pt x="927" y="0"/>
                  </a:moveTo>
                  <a:cubicBezTo>
                    <a:pt x="401" y="0"/>
                    <a:pt x="0" y="426"/>
                    <a:pt x="0" y="952"/>
                  </a:cubicBezTo>
                  <a:cubicBezTo>
                    <a:pt x="0" y="1479"/>
                    <a:pt x="401" y="1905"/>
                    <a:pt x="927" y="1905"/>
                  </a:cubicBezTo>
                  <a:cubicBezTo>
                    <a:pt x="1454" y="1905"/>
                    <a:pt x="1880" y="1479"/>
                    <a:pt x="1880" y="952"/>
                  </a:cubicBezTo>
                  <a:cubicBezTo>
                    <a:pt x="1880" y="426"/>
                    <a:pt x="1454" y="0"/>
                    <a:pt x="927" y="0"/>
                  </a:cubicBezTo>
                  <a:close/>
                </a:path>
              </a:pathLst>
            </a:custGeom>
            <a:solidFill>
              <a:schemeClr val="accent4"/>
            </a:solidFill>
            <a:ln w="9525" cap="flat"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2926;p51">
              <a:extLst>
                <a:ext uri="{FF2B5EF4-FFF2-40B4-BE49-F238E27FC236}">
                  <a16:creationId xmlns:a16="http://schemas.microsoft.com/office/drawing/2014/main" id="{F2D04111-9E9C-1A66-DC39-C46A17344F67}"/>
                </a:ext>
              </a:extLst>
            </p:cNvPr>
            <p:cNvSpPr/>
            <p:nvPr/>
          </p:nvSpPr>
          <p:spPr>
            <a:xfrm>
              <a:off x="4702998" y="3012789"/>
              <a:ext cx="843068" cy="90067"/>
            </a:xfrm>
            <a:custGeom>
              <a:avLst/>
              <a:gdLst/>
              <a:ahLst/>
              <a:cxnLst/>
              <a:rect l="l" t="t" r="r" b="b"/>
              <a:pathLst>
                <a:path w="23710" h="2533" fill="none" extrusionOk="0">
                  <a:moveTo>
                    <a:pt x="23710" y="1"/>
                  </a:moveTo>
                  <a:lnTo>
                    <a:pt x="18371" y="2532"/>
                  </a:lnTo>
                  <a:lnTo>
                    <a:pt x="0" y="2532"/>
                  </a:ln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2927;p51">
              <a:extLst>
                <a:ext uri="{FF2B5EF4-FFF2-40B4-BE49-F238E27FC236}">
                  <a16:creationId xmlns:a16="http://schemas.microsoft.com/office/drawing/2014/main" id="{CCCE26FE-DB66-093C-D417-B5B779BE6B66}"/>
                </a:ext>
              </a:extLst>
            </p:cNvPr>
            <p:cNvSpPr/>
            <p:nvPr/>
          </p:nvSpPr>
          <p:spPr>
            <a:xfrm>
              <a:off x="4789442" y="2991419"/>
              <a:ext cx="566822" cy="36"/>
            </a:xfrm>
            <a:custGeom>
              <a:avLst/>
              <a:gdLst/>
              <a:ahLst/>
              <a:cxnLst/>
              <a:rect l="l" t="t" r="r" b="b"/>
              <a:pathLst>
                <a:path w="15941" h="1" fill="none" extrusionOk="0">
                  <a:moveTo>
                    <a:pt x="0" y="0"/>
                  </a:moveTo>
                  <a:lnTo>
                    <a:pt x="15940" y="0"/>
                  </a:ln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2928;p51">
              <a:extLst>
                <a:ext uri="{FF2B5EF4-FFF2-40B4-BE49-F238E27FC236}">
                  <a16:creationId xmlns:a16="http://schemas.microsoft.com/office/drawing/2014/main" id="{E529847E-6178-8DF7-95F8-13A4E7F9433C}"/>
                </a:ext>
              </a:extLst>
            </p:cNvPr>
            <p:cNvSpPr/>
            <p:nvPr/>
          </p:nvSpPr>
          <p:spPr>
            <a:xfrm>
              <a:off x="5307212" y="2957567"/>
              <a:ext cx="67773" cy="67737"/>
            </a:xfrm>
            <a:custGeom>
              <a:avLst/>
              <a:gdLst/>
              <a:ahLst/>
              <a:cxnLst/>
              <a:rect l="l" t="t" r="r" b="b"/>
              <a:pathLst>
                <a:path w="1906" h="1905" extrusionOk="0">
                  <a:moveTo>
                    <a:pt x="953" y="0"/>
                  </a:moveTo>
                  <a:cubicBezTo>
                    <a:pt x="427" y="0"/>
                    <a:pt x="1" y="426"/>
                    <a:pt x="1" y="952"/>
                  </a:cubicBezTo>
                  <a:cubicBezTo>
                    <a:pt x="1" y="1479"/>
                    <a:pt x="427" y="1905"/>
                    <a:pt x="953" y="1905"/>
                  </a:cubicBezTo>
                  <a:cubicBezTo>
                    <a:pt x="1480" y="1905"/>
                    <a:pt x="1906" y="1479"/>
                    <a:pt x="1906" y="952"/>
                  </a:cubicBezTo>
                  <a:cubicBezTo>
                    <a:pt x="1906" y="426"/>
                    <a:pt x="1480" y="0"/>
                    <a:pt x="953" y="0"/>
                  </a:cubicBez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2929;p51">
              <a:extLst>
                <a:ext uri="{FF2B5EF4-FFF2-40B4-BE49-F238E27FC236}">
                  <a16:creationId xmlns:a16="http://schemas.microsoft.com/office/drawing/2014/main" id="{6591A26B-BDFA-CDF4-9F35-BFCC5B678D5D}"/>
                </a:ext>
              </a:extLst>
            </p:cNvPr>
            <p:cNvSpPr/>
            <p:nvPr/>
          </p:nvSpPr>
          <p:spPr>
            <a:xfrm>
              <a:off x="5307212" y="2957567"/>
              <a:ext cx="67773" cy="67737"/>
            </a:xfrm>
            <a:custGeom>
              <a:avLst/>
              <a:gdLst/>
              <a:ahLst/>
              <a:cxnLst/>
              <a:rect l="l" t="t" r="r" b="b"/>
              <a:pathLst>
                <a:path w="1906" h="1905" fill="none" extrusionOk="0">
                  <a:moveTo>
                    <a:pt x="1906" y="952"/>
                  </a:moveTo>
                  <a:cubicBezTo>
                    <a:pt x="1906" y="1479"/>
                    <a:pt x="1480" y="1905"/>
                    <a:pt x="953" y="1905"/>
                  </a:cubicBezTo>
                  <a:cubicBezTo>
                    <a:pt x="427" y="1905"/>
                    <a:pt x="1" y="1479"/>
                    <a:pt x="1" y="952"/>
                  </a:cubicBezTo>
                  <a:cubicBezTo>
                    <a:pt x="1" y="426"/>
                    <a:pt x="427" y="0"/>
                    <a:pt x="953" y="0"/>
                  </a:cubicBezTo>
                  <a:cubicBezTo>
                    <a:pt x="1480" y="0"/>
                    <a:pt x="1906" y="426"/>
                    <a:pt x="1906" y="952"/>
                  </a:cubicBezTo>
                  <a:close/>
                </a:path>
              </a:pathLst>
            </a:custGeom>
            <a:noFill/>
            <a:ln w="1065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2930;p51">
              <a:extLst>
                <a:ext uri="{FF2B5EF4-FFF2-40B4-BE49-F238E27FC236}">
                  <a16:creationId xmlns:a16="http://schemas.microsoft.com/office/drawing/2014/main" id="{DA55B169-77E7-597C-9926-89940B13865F}"/>
                </a:ext>
              </a:extLst>
            </p:cNvPr>
            <p:cNvSpPr/>
            <p:nvPr/>
          </p:nvSpPr>
          <p:spPr>
            <a:xfrm>
              <a:off x="4625445" y="2876457"/>
              <a:ext cx="906361" cy="52625"/>
            </a:xfrm>
            <a:custGeom>
              <a:avLst/>
              <a:gdLst/>
              <a:ahLst/>
              <a:cxnLst/>
              <a:rect l="l" t="t" r="r" b="b"/>
              <a:pathLst>
                <a:path w="25490" h="1480" fill="none" extrusionOk="0">
                  <a:moveTo>
                    <a:pt x="1" y="1479"/>
                  </a:moveTo>
                  <a:lnTo>
                    <a:pt x="13710" y="1479"/>
                  </a:lnTo>
                  <a:lnTo>
                    <a:pt x="15164" y="0"/>
                  </a:lnTo>
                  <a:lnTo>
                    <a:pt x="25490" y="0"/>
                  </a:ln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2931;p51">
              <a:extLst>
                <a:ext uri="{FF2B5EF4-FFF2-40B4-BE49-F238E27FC236}">
                  <a16:creationId xmlns:a16="http://schemas.microsoft.com/office/drawing/2014/main" id="{055B697C-B019-F1A5-4FB4-7E34D434BC08}"/>
                </a:ext>
              </a:extLst>
            </p:cNvPr>
            <p:cNvSpPr/>
            <p:nvPr/>
          </p:nvSpPr>
          <p:spPr>
            <a:xfrm>
              <a:off x="4587148" y="2895161"/>
              <a:ext cx="67737" cy="67773"/>
            </a:xfrm>
            <a:custGeom>
              <a:avLst/>
              <a:gdLst/>
              <a:ahLst/>
              <a:cxnLst/>
              <a:rect l="l" t="t" r="r" b="b"/>
              <a:pathLst>
                <a:path w="1905" h="1906" extrusionOk="0">
                  <a:moveTo>
                    <a:pt x="953" y="1"/>
                  </a:moveTo>
                  <a:cubicBezTo>
                    <a:pt x="426" y="1"/>
                    <a:pt x="0" y="427"/>
                    <a:pt x="0" y="953"/>
                  </a:cubicBezTo>
                  <a:cubicBezTo>
                    <a:pt x="0" y="1479"/>
                    <a:pt x="426" y="1905"/>
                    <a:pt x="953" y="1905"/>
                  </a:cubicBezTo>
                  <a:cubicBezTo>
                    <a:pt x="1479" y="1905"/>
                    <a:pt x="1905" y="1479"/>
                    <a:pt x="1905" y="953"/>
                  </a:cubicBezTo>
                  <a:cubicBezTo>
                    <a:pt x="1905" y="427"/>
                    <a:pt x="1479" y="1"/>
                    <a:pt x="953" y="1"/>
                  </a:cubicBezTo>
                  <a:close/>
                </a:path>
              </a:pathLst>
            </a:custGeom>
            <a:solidFill>
              <a:schemeClr val="accent4"/>
            </a:solidFill>
            <a:ln w="9525" cap="flat"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2932;p51">
              <a:extLst>
                <a:ext uri="{FF2B5EF4-FFF2-40B4-BE49-F238E27FC236}">
                  <a16:creationId xmlns:a16="http://schemas.microsoft.com/office/drawing/2014/main" id="{59E2E268-2047-E3FD-5D80-9946BAAB80A5}"/>
                </a:ext>
              </a:extLst>
            </p:cNvPr>
            <p:cNvSpPr/>
            <p:nvPr/>
          </p:nvSpPr>
          <p:spPr>
            <a:xfrm>
              <a:off x="4669146" y="3068937"/>
              <a:ext cx="66848" cy="67773"/>
            </a:xfrm>
            <a:custGeom>
              <a:avLst/>
              <a:gdLst/>
              <a:ahLst/>
              <a:cxnLst/>
              <a:rect l="l" t="t" r="r" b="b"/>
              <a:pathLst>
                <a:path w="1880" h="1906" extrusionOk="0">
                  <a:moveTo>
                    <a:pt x="952" y="1"/>
                  </a:moveTo>
                  <a:cubicBezTo>
                    <a:pt x="426" y="1"/>
                    <a:pt x="0" y="427"/>
                    <a:pt x="0" y="953"/>
                  </a:cubicBezTo>
                  <a:cubicBezTo>
                    <a:pt x="0" y="1480"/>
                    <a:pt x="426" y="1906"/>
                    <a:pt x="952" y="1906"/>
                  </a:cubicBezTo>
                  <a:cubicBezTo>
                    <a:pt x="1454" y="1906"/>
                    <a:pt x="1880" y="1480"/>
                    <a:pt x="1880" y="953"/>
                  </a:cubicBezTo>
                  <a:cubicBezTo>
                    <a:pt x="1880" y="427"/>
                    <a:pt x="1454" y="1"/>
                    <a:pt x="952" y="1"/>
                  </a:cubicBezTo>
                  <a:close/>
                </a:path>
              </a:pathLst>
            </a:custGeom>
            <a:solidFill>
              <a:schemeClr val="accent4"/>
            </a:solidFill>
            <a:ln w="9525" cap="flat"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2933;p51">
              <a:extLst>
                <a:ext uri="{FF2B5EF4-FFF2-40B4-BE49-F238E27FC236}">
                  <a16:creationId xmlns:a16="http://schemas.microsoft.com/office/drawing/2014/main" id="{9AA2AF39-EDC7-A41E-303C-01AE07F51151}"/>
                </a:ext>
              </a:extLst>
            </p:cNvPr>
            <p:cNvSpPr/>
            <p:nvPr/>
          </p:nvSpPr>
          <p:spPr>
            <a:xfrm>
              <a:off x="4755590" y="2957567"/>
              <a:ext cx="67737" cy="67737"/>
            </a:xfrm>
            <a:custGeom>
              <a:avLst/>
              <a:gdLst/>
              <a:ahLst/>
              <a:cxnLst/>
              <a:rect l="l" t="t" r="r" b="b"/>
              <a:pathLst>
                <a:path w="1905" h="1905" extrusionOk="0">
                  <a:moveTo>
                    <a:pt x="952" y="0"/>
                  </a:moveTo>
                  <a:cubicBezTo>
                    <a:pt x="426" y="0"/>
                    <a:pt x="0" y="426"/>
                    <a:pt x="0" y="952"/>
                  </a:cubicBezTo>
                  <a:cubicBezTo>
                    <a:pt x="0" y="1479"/>
                    <a:pt x="426" y="1905"/>
                    <a:pt x="952" y="1905"/>
                  </a:cubicBezTo>
                  <a:cubicBezTo>
                    <a:pt x="1479" y="1905"/>
                    <a:pt x="1905" y="1479"/>
                    <a:pt x="1905" y="952"/>
                  </a:cubicBezTo>
                  <a:cubicBezTo>
                    <a:pt x="1905" y="426"/>
                    <a:pt x="1479" y="0"/>
                    <a:pt x="952" y="0"/>
                  </a:cubicBez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2934;p51">
              <a:extLst>
                <a:ext uri="{FF2B5EF4-FFF2-40B4-BE49-F238E27FC236}">
                  <a16:creationId xmlns:a16="http://schemas.microsoft.com/office/drawing/2014/main" id="{FDD9E87B-B35A-8664-946A-32505B7823F0}"/>
                </a:ext>
              </a:extLst>
            </p:cNvPr>
            <p:cNvSpPr/>
            <p:nvPr/>
          </p:nvSpPr>
          <p:spPr>
            <a:xfrm>
              <a:off x="4755590" y="2957567"/>
              <a:ext cx="67737" cy="67737"/>
            </a:xfrm>
            <a:custGeom>
              <a:avLst/>
              <a:gdLst/>
              <a:ahLst/>
              <a:cxnLst/>
              <a:rect l="l" t="t" r="r" b="b"/>
              <a:pathLst>
                <a:path w="1905" h="1905" fill="none" extrusionOk="0">
                  <a:moveTo>
                    <a:pt x="1905" y="952"/>
                  </a:moveTo>
                  <a:cubicBezTo>
                    <a:pt x="1905" y="1479"/>
                    <a:pt x="1479" y="1905"/>
                    <a:pt x="952" y="1905"/>
                  </a:cubicBezTo>
                  <a:cubicBezTo>
                    <a:pt x="426" y="1905"/>
                    <a:pt x="0" y="1479"/>
                    <a:pt x="0" y="952"/>
                  </a:cubicBezTo>
                  <a:cubicBezTo>
                    <a:pt x="0" y="426"/>
                    <a:pt x="426" y="0"/>
                    <a:pt x="952" y="0"/>
                  </a:cubicBezTo>
                  <a:cubicBezTo>
                    <a:pt x="1479" y="0"/>
                    <a:pt x="1905" y="426"/>
                    <a:pt x="1905" y="952"/>
                  </a:cubicBezTo>
                  <a:close/>
                </a:path>
              </a:pathLst>
            </a:custGeom>
            <a:noFill/>
            <a:ln w="1065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2935;p51">
              <a:extLst>
                <a:ext uri="{FF2B5EF4-FFF2-40B4-BE49-F238E27FC236}">
                  <a16:creationId xmlns:a16="http://schemas.microsoft.com/office/drawing/2014/main" id="{D694D354-C1B1-DB88-5696-DC72A82B860D}"/>
                </a:ext>
              </a:extLst>
            </p:cNvPr>
            <p:cNvSpPr/>
            <p:nvPr/>
          </p:nvSpPr>
          <p:spPr>
            <a:xfrm>
              <a:off x="6410529" y="2126061"/>
              <a:ext cx="281651" cy="280762"/>
            </a:xfrm>
            <a:custGeom>
              <a:avLst/>
              <a:gdLst/>
              <a:ahLst/>
              <a:cxnLst/>
              <a:rect l="l" t="t" r="r" b="b"/>
              <a:pathLst>
                <a:path w="7921" h="7896" extrusionOk="0">
                  <a:moveTo>
                    <a:pt x="3660" y="0"/>
                  </a:moveTo>
                  <a:lnTo>
                    <a:pt x="3359" y="677"/>
                  </a:lnTo>
                  <a:cubicBezTo>
                    <a:pt x="3058" y="727"/>
                    <a:pt x="2758" y="828"/>
                    <a:pt x="2482" y="978"/>
                  </a:cubicBezTo>
                  <a:lnTo>
                    <a:pt x="1855" y="602"/>
                  </a:lnTo>
                  <a:cubicBezTo>
                    <a:pt x="1504" y="828"/>
                    <a:pt x="1229" y="1078"/>
                    <a:pt x="953" y="1379"/>
                  </a:cubicBezTo>
                  <a:lnTo>
                    <a:pt x="1229" y="2056"/>
                  </a:lnTo>
                  <a:cubicBezTo>
                    <a:pt x="1053" y="2306"/>
                    <a:pt x="903" y="2582"/>
                    <a:pt x="803" y="2883"/>
                  </a:cubicBezTo>
                  <a:lnTo>
                    <a:pt x="101" y="3083"/>
                  </a:lnTo>
                  <a:cubicBezTo>
                    <a:pt x="51" y="3359"/>
                    <a:pt x="1" y="3660"/>
                    <a:pt x="1" y="3960"/>
                  </a:cubicBezTo>
                  <a:cubicBezTo>
                    <a:pt x="1" y="4061"/>
                    <a:pt x="26" y="4161"/>
                    <a:pt x="26" y="4261"/>
                  </a:cubicBezTo>
                  <a:lnTo>
                    <a:pt x="702" y="4537"/>
                  </a:lnTo>
                  <a:cubicBezTo>
                    <a:pt x="753" y="4863"/>
                    <a:pt x="853" y="5163"/>
                    <a:pt x="978" y="5414"/>
                  </a:cubicBezTo>
                  <a:lnTo>
                    <a:pt x="627" y="6066"/>
                  </a:lnTo>
                  <a:cubicBezTo>
                    <a:pt x="828" y="6391"/>
                    <a:pt x="1103" y="6692"/>
                    <a:pt x="1379" y="6943"/>
                  </a:cubicBezTo>
                  <a:lnTo>
                    <a:pt x="2081" y="6692"/>
                  </a:lnTo>
                  <a:cubicBezTo>
                    <a:pt x="2332" y="6868"/>
                    <a:pt x="2607" y="6993"/>
                    <a:pt x="2908" y="7093"/>
                  </a:cubicBezTo>
                  <a:lnTo>
                    <a:pt x="3083" y="7820"/>
                  </a:lnTo>
                  <a:cubicBezTo>
                    <a:pt x="3384" y="7870"/>
                    <a:pt x="3660" y="7895"/>
                    <a:pt x="3961" y="7895"/>
                  </a:cubicBezTo>
                  <a:lnTo>
                    <a:pt x="4261" y="7895"/>
                  </a:lnTo>
                  <a:lnTo>
                    <a:pt x="4562" y="7219"/>
                  </a:lnTo>
                  <a:cubicBezTo>
                    <a:pt x="4863" y="7168"/>
                    <a:pt x="5164" y="7068"/>
                    <a:pt x="5439" y="6918"/>
                  </a:cubicBezTo>
                  <a:lnTo>
                    <a:pt x="6066" y="7294"/>
                  </a:lnTo>
                  <a:cubicBezTo>
                    <a:pt x="6417" y="7068"/>
                    <a:pt x="6718" y="6818"/>
                    <a:pt x="6968" y="6517"/>
                  </a:cubicBezTo>
                  <a:lnTo>
                    <a:pt x="6692" y="5840"/>
                  </a:lnTo>
                  <a:cubicBezTo>
                    <a:pt x="6868" y="5589"/>
                    <a:pt x="7018" y="5314"/>
                    <a:pt x="7119" y="5013"/>
                  </a:cubicBezTo>
                  <a:lnTo>
                    <a:pt x="7820" y="4812"/>
                  </a:lnTo>
                  <a:cubicBezTo>
                    <a:pt x="7895" y="4537"/>
                    <a:pt x="7921" y="4236"/>
                    <a:pt x="7921" y="3960"/>
                  </a:cubicBezTo>
                  <a:cubicBezTo>
                    <a:pt x="7921" y="3835"/>
                    <a:pt x="7921" y="3735"/>
                    <a:pt x="7895" y="3635"/>
                  </a:cubicBezTo>
                  <a:lnTo>
                    <a:pt x="7244" y="3359"/>
                  </a:lnTo>
                  <a:cubicBezTo>
                    <a:pt x="7169" y="3033"/>
                    <a:pt x="7068" y="2757"/>
                    <a:pt x="6943" y="2482"/>
                  </a:cubicBezTo>
                  <a:lnTo>
                    <a:pt x="7294" y="1830"/>
                  </a:lnTo>
                  <a:cubicBezTo>
                    <a:pt x="7093" y="1504"/>
                    <a:pt x="6843" y="1203"/>
                    <a:pt x="6542" y="953"/>
                  </a:cubicBezTo>
                  <a:lnTo>
                    <a:pt x="5840" y="1203"/>
                  </a:lnTo>
                  <a:cubicBezTo>
                    <a:pt x="5590" y="1028"/>
                    <a:pt x="5314" y="903"/>
                    <a:pt x="5013" y="802"/>
                  </a:cubicBezTo>
                  <a:lnTo>
                    <a:pt x="4838" y="101"/>
                  </a:lnTo>
                  <a:cubicBezTo>
                    <a:pt x="4562" y="25"/>
                    <a:pt x="4261" y="0"/>
                    <a:pt x="3961" y="0"/>
                  </a:cubicBez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2936;p51">
              <a:extLst>
                <a:ext uri="{FF2B5EF4-FFF2-40B4-BE49-F238E27FC236}">
                  <a16:creationId xmlns:a16="http://schemas.microsoft.com/office/drawing/2014/main" id="{DCD299A0-C6A5-0247-CF2A-487EADD9250C}"/>
                </a:ext>
              </a:extLst>
            </p:cNvPr>
            <p:cNvSpPr/>
            <p:nvPr/>
          </p:nvSpPr>
          <p:spPr>
            <a:xfrm>
              <a:off x="6410529" y="2126061"/>
              <a:ext cx="281651" cy="280762"/>
            </a:xfrm>
            <a:custGeom>
              <a:avLst/>
              <a:gdLst/>
              <a:ahLst/>
              <a:cxnLst/>
              <a:rect l="l" t="t" r="r" b="b"/>
              <a:pathLst>
                <a:path w="7921" h="7896" fill="none" extrusionOk="0">
                  <a:moveTo>
                    <a:pt x="7921" y="3960"/>
                  </a:moveTo>
                  <a:cubicBezTo>
                    <a:pt x="7921" y="4236"/>
                    <a:pt x="7895" y="4537"/>
                    <a:pt x="7820" y="4812"/>
                  </a:cubicBezTo>
                  <a:lnTo>
                    <a:pt x="7119" y="5013"/>
                  </a:lnTo>
                  <a:cubicBezTo>
                    <a:pt x="7018" y="5314"/>
                    <a:pt x="6868" y="5589"/>
                    <a:pt x="6692" y="5840"/>
                  </a:cubicBezTo>
                  <a:lnTo>
                    <a:pt x="6968" y="6517"/>
                  </a:lnTo>
                  <a:cubicBezTo>
                    <a:pt x="6718" y="6818"/>
                    <a:pt x="6417" y="7068"/>
                    <a:pt x="6066" y="7294"/>
                  </a:cubicBezTo>
                  <a:lnTo>
                    <a:pt x="5439" y="6918"/>
                  </a:lnTo>
                  <a:cubicBezTo>
                    <a:pt x="5164" y="7068"/>
                    <a:pt x="4863" y="7168"/>
                    <a:pt x="4562" y="7219"/>
                  </a:cubicBezTo>
                  <a:lnTo>
                    <a:pt x="4261" y="7895"/>
                  </a:lnTo>
                  <a:cubicBezTo>
                    <a:pt x="4161" y="7895"/>
                    <a:pt x="4061" y="7895"/>
                    <a:pt x="3961" y="7895"/>
                  </a:cubicBezTo>
                  <a:cubicBezTo>
                    <a:pt x="3660" y="7895"/>
                    <a:pt x="3384" y="7870"/>
                    <a:pt x="3083" y="7820"/>
                  </a:cubicBezTo>
                  <a:lnTo>
                    <a:pt x="2908" y="7093"/>
                  </a:lnTo>
                  <a:cubicBezTo>
                    <a:pt x="2607" y="6993"/>
                    <a:pt x="2332" y="6868"/>
                    <a:pt x="2081" y="6692"/>
                  </a:cubicBezTo>
                  <a:lnTo>
                    <a:pt x="1379" y="6943"/>
                  </a:lnTo>
                  <a:cubicBezTo>
                    <a:pt x="1103" y="6692"/>
                    <a:pt x="828" y="6391"/>
                    <a:pt x="627" y="6066"/>
                  </a:cubicBezTo>
                  <a:lnTo>
                    <a:pt x="978" y="5414"/>
                  </a:lnTo>
                  <a:cubicBezTo>
                    <a:pt x="853" y="5163"/>
                    <a:pt x="753" y="4863"/>
                    <a:pt x="702" y="4537"/>
                  </a:cubicBezTo>
                  <a:lnTo>
                    <a:pt x="26" y="4261"/>
                  </a:lnTo>
                  <a:cubicBezTo>
                    <a:pt x="26" y="4161"/>
                    <a:pt x="1" y="4061"/>
                    <a:pt x="1" y="3960"/>
                  </a:cubicBezTo>
                  <a:cubicBezTo>
                    <a:pt x="1" y="3660"/>
                    <a:pt x="51" y="3359"/>
                    <a:pt x="101" y="3083"/>
                  </a:cubicBezTo>
                  <a:lnTo>
                    <a:pt x="803" y="2883"/>
                  </a:lnTo>
                  <a:cubicBezTo>
                    <a:pt x="903" y="2582"/>
                    <a:pt x="1053" y="2306"/>
                    <a:pt x="1229" y="2056"/>
                  </a:cubicBezTo>
                  <a:lnTo>
                    <a:pt x="953" y="1379"/>
                  </a:lnTo>
                  <a:cubicBezTo>
                    <a:pt x="1229" y="1078"/>
                    <a:pt x="1504" y="828"/>
                    <a:pt x="1855" y="602"/>
                  </a:cubicBezTo>
                  <a:lnTo>
                    <a:pt x="2482" y="978"/>
                  </a:lnTo>
                  <a:cubicBezTo>
                    <a:pt x="2758" y="828"/>
                    <a:pt x="3058" y="727"/>
                    <a:pt x="3359" y="677"/>
                  </a:cubicBezTo>
                  <a:lnTo>
                    <a:pt x="3660" y="0"/>
                  </a:lnTo>
                  <a:cubicBezTo>
                    <a:pt x="3760" y="0"/>
                    <a:pt x="3860" y="0"/>
                    <a:pt x="3961" y="0"/>
                  </a:cubicBezTo>
                  <a:cubicBezTo>
                    <a:pt x="4261" y="0"/>
                    <a:pt x="4562" y="25"/>
                    <a:pt x="4838" y="101"/>
                  </a:cubicBezTo>
                  <a:lnTo>
                    <a:pt x="5013" y="802"/>
                  </a:lnTo>
                  <a:cubicBezTo>
                    <a:pt x="5314" y="903"/>
                    <a:pt x="5590" y="1028"/>
                    <a:pt x="5840" y="1203"/>
                  </a:cubicBezTo>
                  <a:lnTo>
                    <a:pt x="6542" y="953"/>
                  </a:lnTo>
                  <a:cubicBezTo>
                    <a:pt x="6843" y="1203"/>
                    <a:pt x="7093" y="1504"/>
                    <a:pt x="7294" y="1830"/>
                  </a:cubicBezTo>
                  <a:lnTo>
                    <a:pt x="6943" y="2482"/>
                  </a:lnTo>
                  <a:cubicBezTo>
                    <a:pt x="7068" y="2757"/>
                    <a:pt x="7169" y="3033"/>
                    <a:pt x="7244" y="3359"/>
                  </a:cubicBezTo>
                  <a:lnTo>
                    <a:pt x="7895" y="3635"/>
                  </a:lnTo>
                  <a:cubicBezTo>
                    <a:pt x="7921" y="3735"/>
                    <a:pt x="7921" y="3835"/>
                    <a:pt x="7921" y="3960"/>
                  </a:cubicBezTo>
                  <a:close/>
                </a:path>
              </a:pathLst>
            </a:custGeom>
            <a:noFill/>
            <a:ln w="1065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2937;p51">
              <a:extLst>
                <a:ext uri="{FF2B5EF4-FFF2-40B4-BE49-F238E27FC236}">
                  <a16:creationId xmlns:a16="http://schemas.microsoft.com/office/drawing/2014/main" id="{925A2C28-73A2-A0EE-8B52-FB4E5735916C}"/>
                </a:ext>
              </a:extLst>
            </p:cNvPr>
            <p:cNvSpPr/>
            <p:nvPr/>
          </p:nvSpPr>
          <p:spPr>
            <a:xfrm>
              <a:off x="6471121" y="2185765"/>
              <a:ext cx="161360" cy="161360"/>
            </a:xfrm>
            <a:custGeom>
              <a:avLst/>
              <a:gdLst/>
              <a:ahLst/>
              <a:cxnLst/>
              <a:rect l="l" t="t" r="r" b="b"/>
              <a:pathLst>
                <a:path w="4538" h="4538" extrusionOk="0">
                  <a:moveTo>
                    <a:pt x="2257" y="1"/>
                  </a:moveTo>
                  <a:cubicBezTo>
                    <a:pt x="1003" y="1"/>
                    <a:pt x="1" y="1028"/>
                    <a:pt x="1" y="2281"/>
                  </a:cubicBezTo>
                  <a:cubicBezTo>
                    <a:pt x="1" y="3534"/>
                    <a:pt x="1003" y="4537"/>
                    <a:pt x="2257" y="4537"/>
                  </a:cubicBezTo>
                  <a:cubicBezTo>
                    <a:pt x="3510" y="4537"/>
                    <a:pt x="4537" y="3534"/>
                    <a:pt x="4537" y="2281"/>
                  </a:cubicBezTo>
                  <a:cubicBezTo>
                    <a:pt x="4537" y="1028"/>
                    <a:pt x="3510" y="1"/>
                    <a:pt x="2257" y="1"/>
                  </a:cubicBez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2938;p51">
              <a:extLst>
                <a:ext uri="{FF2B5EF4-FFF2-40B4-BE49-F238E27FC236}">
                  <a16:creationId xmlns:a16="http://schemas.microsoft.com/office/drawing/2014/main" id="{F61FEBC0-DB02-D4C3-77B6-F32227013ECD}"/>
                </a:ext>
              </a:extLst>
            </p:cNvPr>
            <p:cNvSpPr/>
            <p:nvPr/>
          </p:nvSpPr>
          <p:spPr>
            <a:xfrm>
              <a:off x="6471121" y="2185765"/>
              <a:ext cx="161360" cy="161360"/>
            </a:xfrm>
            <a:custGeom>
              <a:avLst/>
              <a:gdLst/>
              <a:ahLst/>
              <a:cxnLst/>
              <a:rect l="l" t="t" r="r" b="b"/>
              <a:pathLst>
                <a:path w="4538" h="4538" fill="none" extrusionOk="0">
                  <a:moveTo>
                    <a:pt x="4537" y="2281"/>
                  </a:moveTo>
                  <a:cubicBezTo>
                    <a:pt x="4537" y="3534"/>
                    <a:pt x="3510" y="4537"/>
                    <a:pt x="2257" y="4537"/>
                  </a:cubicBezTo>
                  <a:cubicBezTo>
                    <a:pt x="1003" y="4537"/>
                    <a:pt x="1" y="3534"/>
                    <a:pt x="1" y="2281"/>
                  </a:cubicBezTo>
                  <a:cubicBezTo>
                    <a:pt x="1" y="1028"/>
                    <a:pt x="1003" y="1"/>
                    <a:pt x="2257" y="1"/>
                  </a:cubicBezTo>
                  <a:cubicBezTo>
                    <a:pt x="3510" y="1"/>
                    <a:pt x="4537" y="1028"/>
                    <a:pt x="4537" y="2281"/>
                  </a:cubicBezTo>
                  <a:close/>
                </a:path>
              </a:pathLst>
            </a:custGeom>
            <a:noFill/>
            <a:ln w="1065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2939;p51">
              <a:extLst>
                <a:ext uri="{FF2B5EF4-FFF2-40B4-BE49-F238E27FC236}">
                  <a16:creationId xmlns:a16="http://schemas.microsoft.com/office/drawing/2014/main" id="{82C2CF6A-BE8B-1FFD-EEA0-83F490B0DB7C}"/>
                </a:ext>
              </a:extLst>
            </p:cNvPr>
            <p:cNvSpPr/>
            <p:nvPr/>
          </p:nvSpPr>
          <p:spPr>
            <a:xfrm>
              <a:off x="6496972" y="2211616"/>
              <a:ext cx="108770" cy="109659"/>
            </a:xfrm>
            <a:custGeom>
              <a:avLst/>
              <a:gdLst/>
              <a:ahLst/>
              <a:cxnLst/>
              <a:rect l="l" t="t" r="r" b="b"/>
              <a:pathLst>
                <a:path w="3059" h="3084" extrusionOk="0">
                  <a:moveTo>
                    <a:pt x="1530" y="0"/>
                  </a:moveTo>
                  <a:cubicBezTo>
                    <a:pt x="677" y="0"/>
                    <a:pt x="1" y="702"/>
                    <a:pt x="1" y="1554"/>
                  </a:cubicBezTo>
                  <a:cubicBezTo>
                    <a:pt x="1" y="2381"/>
                    <a:pt x="677" y="3083"/>
                    <a:pt x="1530" y="3083"/>
                  </a:cubicBezTo>
                  <a:cubicBezTo>
                    <a:pt x="2382" y="3083"/>
                    <a:pt x="3058" y="2381"/>
                    <a:pt x="3058" y="1554"/>
                  </a:cubicBezTo>
                  <a:cubicBezTo>
                    <a:pt x="3058" y="702"/>
                    <a:pt x="2382" y="0"/>
                    <a:pt x="1530" y="0"/>
                  </a:cubicBez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2940;p51">
              <a:extLst>
                <a:ext uri="{FF2B5EF4-FFF2-40B4-BE49-F238E27FC236}">
                  <a16:creationId xmlns:a16="http://schemas.microsoft.com/office/drawing/2014/main" id="{5687C08E-2356-1F28-B665-2CA99C04EAFF}"/>
                </a:ext>
              </a:extLst>
            </p:cNvPr>
            <p:cNvSpPr/>
            <p:nvPr/>
          </p:nvSpPr>
          <p:spPr>
            <a:xfrm>
              <a:off x="6496972" y="2211616"/>
              <a:ext cx="108770" cy="109659"/>
            </a:xfrm>
            <a:custGeom>
              <a:avLst/>
              <a:gdLst/>
              <a:ahLst/>
              <a:cxnLst/>
              <a:rect l="l" t="t" r="r" b="b"/>
              <a:pathLst>
                <a:path w="3059" h="3084" fill="none" extrusionOk="0">
                  <a:moveTo>
                    <a:pt x="3058" y="1554"/>
                  </a:moveTo>
                  <a:cubicBezTo>
                    <a:pt x="3058" y="2381"/>
                    <a:pt x="2382" y="3083"/>
                    <a:pt x="1530" y="3083"/>
                  </a:cubicBezTo>
                  <a:cubicBezTo>
                    <a:pt x="677" y="3083"/>
                    <a:pt x="1" y="2381"/>
                    <a:pt x="1" y="1554"/>
                  </a:cubicBezTo>
                  <a:cubicBezTo>
                    <a:pt x="1" y="702"/>
                    <a:pt x="677" y="0"/>
                    <a:pt x="1530" y="0"/>
                  </a:cubicBezTo>
                  <a:cubicBezTo>
                    <a:pt x="2382" y="0"/>
                    <a:pt x="3058" y="702"/>
                    <a:pt x="3058" y="1554"/>
                  </a:cubicBezTo>
                  <a:close/>
                </a:path>
              </a:pathLst>
            </a:custGeom>
            <a:noFill/>
            <a:ln w="1065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2941;p51">
              <a:extLst>
                <a:ext uri="{FF2B5EF4-FFF2-40B4-BE49-F238E27FC236}">
                  <a16:creationId xmlns:a16="http://schemas.microsoft.com/office/drawing/2014/main" id="{1ED68B63-7B6E-36E2-14D3-E2014BA965FF}"/>
                </a:ext>
              </a:extLst>
            </p:cNvPr>
            <p:cNvSpPr/>
            <p:nvPr/>
          </p:nvSpPr>
          <p:spPr>
            <a:xfrm>
              <a:off x="6492527" y="2437983"/>
              <a:ext cx="179174" cy="179174"/>
            </a:xfrm>
            <a:custGeom>
              <a:avLst/>
              <a:gdLst/>
              <a:ahLst/>
              <a:cxnLst/>
              <a:rect l="l" t="t" r="r" b="b"/>
              <a:pathLst>
                <a:path w="5039" h="5039" extrusionOk="0">
                  <a:moveTo>
                    <a:pt x="2306" y="0"/>
                  </a:moveTo>
                  <a:lnTo>
                    <a:pt x="2131" y="426"/>
                  </a:lnTo>
                  <a:cubicBezTo>
                    <a:pt x="1930" y="477"/>
                    <a:pt x="1755" y="527"/>
                    <a:pt x="1579" y="627"/>
                  </a:cubicBezTo>
                  <a:lnTo>
                    <a:pt x="1153" y="376"/>
                  </a:lnTo>
                  <a:cubicBezTo>
                    <a:pt x="953" y="527"/>
                    <a:pt x="752" y="677"/>
                    <a:pt x="602" y="878"/>
                  </a:cubicBezTo>
                  <a:lnTo>
                    <a:pt x="752" y="1304"/>
                  </a:lnTo>
                  <a:cubicBezTo>
                    <a:pt x="652" y="1479"/>
                    <a:pt x="577" y="1655"/>
                    <a:pt x="502" y="1830"/>
                  </a:cubicBezTo>
                  <a:lnTo>
                    <a:pt x="51" y="1955"/>
                  </a:lnTo>
                  <a:cubicBezTo>
                    <a:pt x="0" y="2156"/>
                    <a:pt x="0" y="2331"/>
                    <a:pt x="0" y="2532"/>
                  </a:cubicBezTo>
                  <a:cubicBezTo>
                    <a:pt x="0" y="2582"/>
                    <a:pt x="0" y="2657"/>
                    <a:pt x="0" y="2707"/>
                  </a:cubicBezTo>
                  <a:lnTo>
                    <a:pt x="427" y="2908"/>
                  </a:lnTo>
                  <a:cubicBezTo>
                    <a:pt x="452" y="3108"/>
                    <a:pt x="527" y="3284"/>
                    <a:pt x="602" y="3459"/>
                  </a:cubicBezTo>
                  <a:lnTo>
                    <a:pt x="376" y="3860"/>
                  </a:lnTo>
                  <a:cubicBezTo>
                    <a:pt x="502" y="4086"/>
                    <a:pt x="677" y="4286"/>
                    <a:pt x="878" y="4437"/>
                  </a:cubicBezTo>
                  <a:lnTo>
                    <a:pt x="1304" y="4261"/>
                  </a:lnTo>
                  <a:cubicBezTo>
                    <a:pt x="1479" y="4386"/>
                    <a:pt x="1655" y="4462"/>
                    <a:pt x="1830" y="4537"/>
                  </a:cubicBezTo>
                  <a:lnTo>
                    <a:pt x="1955" y="4988"/>
                  </a:lnTo>
                  <a:cubicBezTo>
                    <a:pt x="2131" y="5038"/>
                    <a:pt x="2331" y="5038"/>
                    <a:pt x="2507" y="5038"/>
                  </a:cubicBezTo>
                  <a:lnTo>
                    <a:pt x="2707" y="5038"/>
                  </a:lnTo>
                  <a:lnTo>
                    <a:pt x="2908" y="4612"/>
                  </a:lnTo>
                  <a:cubicBezTo>
                    <a:pt x="3083" y="4587"/>
                    <a:pt x="3284" y="4512"/>
                    <a:pt x="3459" y="4437"/>
                  </a:cubicBezTo>
                  <a:lnTo>
                    <a:pt x="3860" y="4662"/>
                  </a:lnTo>
                  <a:cubicBezTo>
                    <a:pt x="4086" y="4512"/>
                    <a:pt x="4261" y="4361"/>
                    <a:pt x="4437" y="4161"/>
                  </a:cubicBezTo>
                  <a:lnTo>
                    <a:pt x="4261" y="3735"/>
                  </a:lnTo>
                  <a:cubicBezTo>
                    <a:pt x="4361" y="3559"/>
                    <a:pt x="4462" y="3384"/>
                    <a:pt x="4537" y="3208"/>
                  </a:cubicBezTo>
                  <a:lnTo>
                    <a:pt x="4988" y="3083"/>
                  </a:lnTo>
                  <a:cubicBezTo>
                    <a:pt x="5013" y="2908"/>
                    <a:pt x="5038" y="2707"/>
                    <a:pt x="5038" y="2532"/>
                  </a:cubicBezTo>
                  <a:cubicBezTo>
                    <a:pt x="5038" y="2457"/>
                    <a:pt x="5038" y="2381"/>
                    <a:pt x="5038" y="2331"/>
                  </a:cubicBezTo>
                  <a:lnTo>
                    <a:pt x="4612" y="2131"/>
                  </a:lnTo>
                  <a:cubicBezTo>
                    <a:pt x="4562" y="1930"/>
                    <a:pt x="4512" y="1755"/>
                    <a:pt x="4412" y="1579"/>
                  </a:cubicBezTo>
                  <a:lnTo>
                    <a:pt x="4637" y="1178"/>
                  </a:lnTo>
                  <a:cubicBezTo>
                    <a:pt x="4512" y="953"/>
                    <a:pt x="4336" y="777"/>
                    <a:pt x="4161" y="602"/>
                  </a:cubicBezTo>
                  <a:lnTo>
                    <a:pt x="3710" y="777"/>
                  </a:lnTo>
                  <a:cubicBezTo>
                    <a:pt x="3559" y="652"/>
                    <a:pt x="3384" y="577"/>
                    <a:pt x="3183" y="502"/>
                  </a:cubicBezTo>
                  <a:lnTo>
                    <a:pt x="3058" y="51"/>
                  </a:lnTo>
                  <a:cubicBezTo>
                    <a:pt x="2883" y="25"/>
                    <a:pt x="2707" y="0"/>
                    <a:pt x="2507" y="0"/>
                  </a:cubicBez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2942;p51">
              <a:extLst>
                <a:ext uri="{FF2B5EF4-FFF2-40B4-BE49-F238E27FC236}">
                  <a16:creationId xmlns:a16="http://schemas.microsoft.com/office/drawing/2014/main" id="{42D9A773-24BB-CA55-BB36-3618D6B3ECF6}"/>
                </a:ext>
              </a:extLst>
            </p:cNvPr>
            <p:cNvSpPr/>
            <p:nvPr/>
          </p:nvSpPr>
          <p:spPr>
            <a:xfrm>
              <a:off x="6492527" y="2437983"/>
              <a:ext cx="179174" cy="179174"/>
            </a:xfrm>
            <a:custGeom>
              <a:avLst/>
              <a:gdLst/>
              <a:ahLst/>
              <a:cxnLst/>
              <a:rect l="l" t="t" r="r" b="b"/>
              <a:pathLst>
                <a:path w="5039" h="5039" fill="none" extrusionOk="0">
                  <a:moveTo>
                    <a:pt x="5038" y="2532"/>
                  </a:moveTo>
                  <a:cubicBezTo>
                    <a:pt x="5038" y="2707"/>
                    <a:pt x="5013" y="2908"/>
                    <a:pt x="4988" y="3083"/>
                  </a:cubicBezTo>
                  <a:lnTo>
                    <a:pt x="4537" y="3208"/>
                  </a:lnTo>
                  <a:cubicBezTo>
                    <a:pt x="4462" y="3384"/>
                    <a:pt x="4361" y="3559"/>
                    <a:pt x="4261" y="3735"/>
                  </a:cubicBezTo>
                  <a:lnTo>
                    <a:pt x="4437" y="4161"/>
                  </a:lnTo>
                  <a:cubicBezTo>
                    <a:pt x="4261" y="4361"/>
                    <a:pt x="4086" y="4512"/>
                    <a:pt x="3860" y="4662"/>
                  </a:cubicBezTo>
                  <a:lnTo>
                    <a:pt x="3459" y="4437"/>
                  </a:lnTo>
                  <a:cubicBezTo>
                    <a:pt x="3284" y="4512"/>
                    <a:pt x="3083" y="4587"/>
                    <a:pt x="2908" y="4612"/>
                  </a:cubicBezTo>
                  <a:lnTo>
                    <a:pt x="2707" y="5038"/>
                  </a:lnTo>
                  <a:cubicBezTo>
                    <a:pt x="2632" y="5038"/>
                    <a:pt x="2582" y="5038"/>
                    <a:pt x="2507" y="5038"/>
                  </a:cubicBezTo>
                  <a:cubicBezTo>
                    <a:pt x="2331" y="5038"/>
                    <a:pt x="2131" y="5038"/>
                    <a:pt x="1955" y="4988"/>
                  </a:cubicBezTo>
                  <a:lnTo>
                    <a:pt x="1830" y="4537"/>
                  </a:lnTo>
                  <a:cubicBezTo>
                    <a:pt x="1655" y="4462"/>
                    <a:pt x="1479" y="4386"/>
                    <a:pt x="1304" y="4261"/>
                  </a:cubicBezTo>
                  <a:lnTo>
                    <a:pt x="878" y="4437"/>
                  </a:lnTo>
                  <a:cubicBezTo>
                    <a:pt x="677" y="4286"/>
                    <a:pt x="502" y="4086"/>
                    <a:pt x="376" y="3860"/>
                  </a:cubicBezTo>
                  <a:lnTo>
                    <a:pt x="602" y="3459"/>
                  </a:lnTo>
                  <a:cubicBezTo>
                    <a:pt x="527" y="3284"/>
                    <a:pt x="452" y="3108"/>
                    <a:pt x="427" y="2908"/>
                  </a:cubicBezTo>
                  <a:lnTo>
                    <a:pt x="0" y="2707"/>
                  </a:lnTo>
                  <a:cubicBezTo>
                    <a:pt x="0" y="2657"/>
                    <a:pt x="0" y="2582"/>
                    <a:pt x="0" y="2532"/>
                  </a:cubicBezTo>
                  <a:cubicBezTo>
                    <a:pt x="0" y="2331"/>
                    <a:pt x="0" y="2156"/>
                    <a:pt x="51" y="1955"/>
                  </a:cubicBezTo>
                  <a:lnTo>
                    <a:pt x="502" y="1830"/>
                  </a:lnTo>
                  <a:cubicBezTo>
                    <a:pt x="577" y="1655"/>
                    <a:pt x="652" y="1479"/>
                    <a:pt x="752" y="1304"/>
                  </a:cubicBezTo>
                  <a:lnTo>
                    <a:pt x="602" y="878"/>
                  </a:lnTo>
                  <a:cubicBezTo>
                    <a:pt x="752" y="677"/>
                    <a:pt x="953" y="527"/>
                    <a:pt x="1153" y="376"/>
                  </a:cubicBezTo>
                  <a:lnTo>
                    <a:pt x="1579" y="627"/>
                  </a:lnTo>
                  <a:cubicBezTo>
                    <a:pt x="1755" y="527"/>
                    <a:pt x="1930" y="477"/>
                    <a:pt x="2131" y="426"/>
                  </a:cubicBezTo>
                  <a:lnTo>
                    <a:pt x="2306" y="0"/>
                  </a:lnTo>
                  <a:cubicBezTo>
                    <a:pt x="2381" y="0"/>
                    <a:pt x="2457" y="0"/>
                    <a:pt x="2507" y="0"/>
                  </a:cubicBezTo>
                  <a:cubicBezTo>
                    <a:pt x="2707" y="0"/>
                    <a:pt x="2883" y="25"/>
                    <a:pt x="3058" y="51"/>
                  </a:cubicBezTo>
                  <a:lnTo>
                    <a:pt x="3183" y="502"/>
                  </a:lnTo>
                  <a:cubicBezTo>
                    <a:pt x="3384" y="577"/>
                    <a:pt x="3559" y="652"/>
                    <a:pt x="3710" y="777"/>
                  </a:cubicBezTo>
                  <a:lnTo>
                    <a:pt x="4161" y="602"/>
                  </a:lnTo>
                  <a:cubicBezTo>
                    <a:pt x="4336" y="777"/>
                    <a:pt x="4512" y="953"/>
                    <a:pt x="4637" y="1178"/>
                  </a:cubicBezTo>
                  <a:lnTo>
                    <a:pt x="4412" y="1579"/>
                  </a:lnTo>
                  <a:cubicBezTo>
                    <a:pt x="4512" y="1755"/>
                    <a:pt x="4562" y="1930"/>
                    <a:pt x="4612" y="2131"/>
                  </a:cubicBezTo>
                  <a:lnTo>
                    <a:pt x="5038" y="2331"/>
                  </a:lnTo>
                  <a:cubicBezTo>
                    <a:pt x="5038" y="2381"/>
                    <a:pt x="5038" y="2457"/>
                    <a:pt x="5038" y="2532"/>
                  </a:cubicBezTo>
                  <a:close/>
                </a:path>
              </a:pathLst>
            </a:custGeom>
            <a:noFill/>
            <a:ln w="1065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2943;p51">
              <a:extLst>
                <a:ext uri="{FF2B5EF4-FFF2-40B4-BE49-F238E27FC236}">
                  <a16:creationId xmlns:a16="http://schemas.microsoft.com/office/drawing/2014/main" id="{6CDFAD52-9E36-5183-33C8-150A387E40A9}"/>
                </a:ext>
              </a:extLst>
            </p:cNvPr>
            <p:cNvSpPr/>
            <p:nvPr/>
          </p:nvSpPr>
          <p:spPr>
            <a:xfrm>
              <a:off x="6529970" y="2476315"/>
              <a:ext cx="103401" cy="102512"/>
            </a:xfrm>
            <a:custGeom>
              <a:avLst/>
              <a:gdLst/>
              <a:ahLst/>
              <a:cxnLst/>
              <a:rect l="l" t="t" r="r" b="b"/>
              <a:pathLst>
                <a:path w="2908" h="2883" extrusionOk="0">
                  <a:moveTo>
                    <a:pt x="1454" y="0"/>
                  </a:moveTo>
                  <a:cubicBezTo>
                    <a:pt x="652" y="0"/>
                    <a:pt x="0" y="652"/>
                    <a:pt x="0" y="1454"/>
                  </a:cubicBezTo>
                  <a:cubicBezTo>
                    <a:pt x="0" y="2231"/>
                    <a:pt x="652" y="2882"/>
                    <a:pt x="1454" y="2882"/>
                  </a:cubicBezTo>
                  <a:cubicBezTo>
                    <a:pt x="2256" y="2882"/>
                    <a:pt x="2907" y="2231"/>
                    <a:pt x="2907" y="1454"/>
                  </a:cubicBezTo>
                  <a:cubicBezTo>
                    <a:pt x="2907" y="652"/>
                    <a:pt x="2256" y="0"/>
                    <a:pt x="1454" y="0"/>
                  </a:cubicBez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2944;p51">
              <a:extLst>
                <a:ext uri="{FF2B5EF4-FFF2-40B4-BE49-F238E27FC236}">
                  <a16:creationId xmlns:a16="http://schemas.microsoft.com/office/drawing/2014/main" id="{27AC69F0-22AD-D68D-4878-7627AFDB9652}"/>
                </a:ext>
              </a:extLst>
            </p:cNvPr>
            <p:cNvSpPr/>
            <p:nvPr/>
          </p:nvSpPr>
          <p:spPr>
            <a:xfrm>
              <a:off x="6529970" y="2476315"/>
              <a:ext cx="103401" cy="102512"/>
            </a:xfrm>
            <a:custGeom>
              <a:avLst/>
              <a:gdLst/>
              <a:ahLst/>
              <a:cxnLst/>
              <a:rect l="l" t="t" r="r" b="b"/>
              <a:pathLst>
                <a:path w="2908" h="2883" fill="none" extrusionOk="0">
                  <a:moveTo>
                    <a:pt x="2907" y="1454"/>
                  </a:moveTo>
                  <a:cubicBezTo>
                    <a:pt x="2907" y="2231"/>
                    <a:pt x="2256" y="2882"/>
                    <a:pt x="1454" y="2882"/>
                  </a:cubicBezTo>
                  <a:cubicBezTo>
                    <a:pt x="652" y="2882"/>
                    <a:pt x="0" y="2231"/>
                    <a:pt x="0" y="1454"/>
                  </a:cubicBezTo>
                  <a:cubicBezTo>
                    <a:pt x="0" y="652"/>
                    <a:pt x="652" y="0"/>
                    <a:pt x="1454" y="0"/>
                  </a:cubicBezTo>
                  <a:cubicBezTo>
                    <a:pt x="2256" y="0"/>
                    <a:pt x="2907" y="652"/>
                    <a:pt x="2907" y="1454"/>
                  </a:cubicBezTo>
                  <a:close/>
                </a:path>
              </a:pathLst>
            </a:custGeom>
            <a:noFill/>
            <a:ln w="1065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2945;p51">
              <a:extLst>
                <a:ext uri="{FF2B5EF4-FFF2-40B4-BE49-F238E27FC236}">
                  <a16:creationId xmlns:a16="http://schemas.microsoft.com/office/drawing/2014/main" id="{722D75C3-67C3-FCD6-BC0E-AAA8D6BBB76B}"/>
                </a:ext>
              </a:extLst>
            </p:cNvPr>
            <p:cNvSpPr/>
            <p:nvPr/>
          </p:nvSpPr>
          <p:spPr>
            <a:xfrm>
              <a:off x="6673450" y="2269541"/>
              <a:ext cx="280762" cy="280762"/>
            </a:xfrm>
            <a:custGeom>
              <a:avLst/>
              <a:gdLst/>
              <a:ahLst/>
              <a:cxnLst/>
              <a:rect l="l" t="t" r="r" b="b"/>
              <a:pathLst>
                <a:path w="7896" h="7896" extrusionOk="0">
                  <a:moveTo>
                    <a:pt x="3860" y="1"/>
                  </a:moveTo>
                  <a:cubicBezTo>
                    <a:pt x="3584" y="1"/>
                    <a:pt x="3283" y="51"/>
                    <a:pt x="3008" y="101"/>
                  </a:cubicBezTo>
                  <a:cubicBezTo>
                    <a:pt x="2908" y="126"/>
                    <a:pt x="2807" y="151"/>
                    <a:pt x="2707" y="201"/>
                  </a:cubicBezTo>
                  <a:lnTo>
                    <a:pt x="2582" y="903"/>
                  </a:lnTo>
                  <a:cubicBezTo>
                    <a:pt x="2306" y="1053"/>
                    <a:pt x="2030" y="1204"/>
                    <a:pt x="1805" y="1404"/>
                  </a:cubicBezTo>
                  <a:lnTo>
                    <a:pt x="1103" y="1204"/>
                  </a:lnTo>
                  <a:cubicBezTo>
                    <a:pt x="827" y="1479"/>
                    <a:pt x="602" y="1805"/>
                    <a:pt x="426" y="2156"/>
                  </a:cubicBezTo>
                  <a:lnTo>
                    <a:pt x="827" y="2757"/>
                  </a:lnTo>
                  <a:cubicBezTo>
                    <a:pt x="727" y="3058"/>
                    <a:pt x="652" y="3359"/>
                    <a:pt x="627" y="3660"/>
                  </a:cubicBezTo>
                  <a:lnTo>
                    <a:pt x="0" y="4011"/>
                  </a:lnTo>
                  <a:cubicBezTo>
                    <a:pt x="0" y="4311"/>
                    <a:pt x="25" y="4587"/>
                    <a:pt x="100" y="4888"/>
                  </a:cubicBezTo>
                  <a:cubicBezTo>
                    <a:pt x="126" y="4988"/>
                    <a:pt x="151" y="5088"/>
                    <a:pt x="201" y="5189"/>
                  </a:cubicBezTo>
                  <a:lnTo>
                    <a:pt x="902" y="5314"/>
                  </a:lnTo>
                  <a:cubicBezTo>
                    <a:pt x="1028" y="5590"/>
                    <a:pt x="1203" y="5865"/>
                    <a:pt x="1404" y="6091"/>
                  </a:cubicBezTo>
                  <a:lnTo>
                    <a:pt x="1203" y="6793"/>
                  </a:lnTo>
                  <a:cubicBezTo>
                    <a:pt x="1479" y="7068"/>
                    <a:pt x="1805" y="7294"/>
                    <a:pt x="2156" y="7469"/>
                  </a:cubicBezTo>
                  <a:lnTo>
                    <a:pt x="2757" y="7068"/>
                  </a:lnTo>
                  <a:cubicBezTo>
                    <a:pt x="3033" y="7169"/>
                    <a:pt x="3334" y="7244"/>
                    <a:pt x="3659" y="7269"/>
                  </a:cubicBezTo>
                  <a:lnTo>
                    <a:pt x="4010" y="7895"/>
                  </a:lnTo>
                  <a:cubicBezTo>
                    <a:pt x="4311" y="7895"/>
                    <a:pt x="4587" y="7870"/>
                    <a:pt x="4887" y="7795"/>
                  </a:cubicBezTo>
                  <a:cubicBezTo>
                    <a:pt x="4988" y="7770"/>
                    <a:pt x="5088" y="7745"/>
                    <a:pt x="5163" y="7695"/>
                  </a:cubicBezTo>
                  <a:lnTo>
                    <a:pt x="5314" y="6993"/>
                  </a:lnTo>
                  <a:cubicBezTo>
                    <a:pt x="5589" y="6868"/>
                    <a:pt x="5840" y="6692"/>
                    <a:pt x="6090" y="6492"/>
                  </a:cubicBezTo>
                  <a:lnTo>
                    <a:pt x="6792" y="6692"/>
                  </a:lnTo>
                  <a:cubicBezTo>
                    <a:pt x="7068" y="6417"/>
                    <a:pt x="7294" y="6091"/>
                    <a:pt x="7469" y="5740"/>
                  </a:cubicBezTo>
                  <a:lnTo>
                    <a:pt x="7043" y="5138"/>
                  </a:lnTo>
                  <a:cubicBezTo>
                    <a:pt x="7168" y="4863"/>
                    <a:pt x="7218" y="4537"/>
                    <a:pt x="7268" y="4236"/>
                  </a:cubicBezTo>
                  <a:lnTo>
                    <a:pt x="7895" y="3885"/>
                  </a:lnTo>
                  <a:cubicBezTo>
                    <a:pt x="7895" y="3585"/>
                    <a:pt x="7845" y="3309"/>
                    <a:pt x="7795" y="3008"/>
                  </a:cubicBezTo>
                  <a:cubicBezTo>
                    <a:pt x="7770" y="2908"/>
                    <a:pt x="7720" y="2808"/>
                    <a:pt x="7695" y="2732"/>
                  </a:cubicBezTo>
                  <a:lnTo>
                    <a:pt x="6968" y="2582"/>
                  </a:lnTo>
                  <a:cubicBezTo>
                    <a:pt x="6842" y="2306"/>
                    <a:pt x="6692" y="2031"/>
                    <a:pt x="6491" y="1805"/>
                  </a:cubicBezTo>
                  <a:lnTo>
                    <a:pt x="6692" y="1103"/>
                  </a:lnTo>
                  <a:cubicBezTo>
                    <a:pt x="6391" y="828"/>
                    <a:pt x="6090" y="602"/>
                    <a:pt x="5740" y="427"/>
                  </a:cubicBezTo>
                  <a:lnTo>
                    <a:pt x="5138" y="853"/>
                  </a:lnTo>
                  <a:cubicBezTo>
                    <a:pt x="4837" y="727"/>
                    <a:pt x="4537" y="652"/>
                    <a:pt x="4236" y="627"/>
                  </a:cubicBezTo>
                  <a:lnTo>
                    <a:pt x="3860" y="1"/>
                  </a:lnTo>
                  <a:close/>
                </a:path>
              </a:pathLst>
            </a:custGeom>
            <a:solidFill>
              <a:schemeClr val="accent4"/>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2946;p51">
              <a:extLst>
                <a:ext uri="{FF2B5EF4-FFF2-40B4-BE49-F238E27FC236}">
                  <a16:creationId xmlns:a16="http://schemas.microsoft.com/office/drawing/2014/main" id="{94B3C91C-BD55-5605-00C3-98E621073C1E}"/>
                </a:ext>
              </a:extLst>
            </p:cNvPr>
            <p:cNvSpPr/>
            <p:nvPr/>
          </p:nvSpPr>
          <p:spPr>
            <a:xfrm>
              <a:off x="6673450" y="2269541"/>
              <a:ext cx="280762" cy="280762"/>
            </a:xfrm>
            <a:custGeom>
              <a:avLst/>
              <a:gdLst/>
              <a:ahLst/>
              <a:cxnLst/>
              <a:rect l="l" t="t" r="r" b="b"/>
              <a:pathLst>
                <a:path w="7896" h="7896" fill="none" extrusionOk="0">
                  <a:moveTo>
                    <a:pt x="7795" y="3008"/>
                  </a:moveTo>
                  <a:cubicBezTo>
                    <a:pt x="7845" y="3309"/>
                    <a:pt x="7895" y="3585"/>
                    <a:pt x="7895" y="3885"/>
                  </a:cubicBezTo>
                  <a:lnTo>
                    <a:pt x="7268" y="4236"/>
                  </a:lnTo>
                  <a:cubicBezTo>
                    <a:pt x="7218" y="4537"/>
                    <a:pt x="7168" y="4863"/>
                    <a:pt x="7043" y="5138"/>
                  </a:cubicBezTo>
                  <a:lnTo>
                    <a:pt x="7469" y="5740"/>
                  </a:lnTo>
                  <a:cubicBezTo>
                    <a:pt x="7294" y="6091"/>
                    <a:pt x="7068" y="6417"/>
                    <a:pt x="6792" y="6692"/>
                  </a:cubicBezTo>
                  <a:lnTo>
                    <a:pt x="6090" y="6492"/>
                  </a:lnTo>
                  <a:cubicBezTo>
                    <a:pt x="5840" y="6692"/>
                    <a:pt x="5589" y="6868"/>
                    <a:pt x="5314" y="6993"/>
                  </a:cubicBezTo>
                  <a:lnTo>
                    <a:pt x="5163" y="7695"/>
                  </a:lnTo>
                  <a:cubicBezTo>
                    <a:pt x="5088" y="7745"/>
                    <a:pt x="4988" y="7770"/>
                    <a:pt x="4887" y="7795"/>
                  </a:cubicBezTo>
                  <a:cubicBezTo>
                    <a:pt x="4587" y="7870"/>
                    <a:pt x="4311" y="7895"/>
                    <a:pt x="4010" y="7895"/>
                  </a:cubicBezTo>
                  <a:lnTo>
                    <a:pt x="3659" y="7269"/>
                  </a:lnTo>
                  <a:cubicBezTo>
                    <a:pt x="3334" y="7244"/>
                    <a:pt x="3033" y="7169"/>
                    <a:pt x="2757" y="7068"/>
                  </a:cubicBezTo>
                  <a:lnTo>
                    <a:pt x="2156" y="7469"/>
                  </a:lnTo>
                  <a:cubicBezTo>
                    <a:pt x="1805" y="7294"/>
                    <a:pt x="1479" y="7068"/>
                    <a:pt x="1203" y="6793"/>
                  </a:cubicBezTo>
                  <a:lnTo>
                    <a:pt x="1404" y="6091"/>
                  </a:lnTo>
                  <a:cubicBezTo>
                    <a:pt x="1203" y="5865"/>
                    <a:pt x="1028" y="5590"/>
                    <a:pt x="902" y="5314"/>
                  </a:cubicBezTo>
                  <a:lnTo>
                    <a:pt x="201" y="5189"/>
                  </a:lnTo>
                  <a:cubicBezTo>
                    <a:pt x="151" y="5088"/>
                    <a:pt x="126" y="4988"/>
                    <a:pt x="100" y="4888"/>
                  </a:cubicBezTo>
                  <a:cubicBezTo>
                    <a:pt x="25" y="4587"/>
                    <a:pt x="0" y="4311"/>
                    <a:pt x="0" y="4011"/>
                  </a:cubicBezTo>
                  <a:lnTo>
                    <a:pt x="627" y="3660"/>
                  </a:lnTo>
                  <a:cubicBezTo>
                    <a:pt x="652" y="3359"/>
                    <a:pt x="727" y="3058"/>
                    <a:pt x="827" y="2757"/>
                  </a:cubicBezTo>
                  <a:lnTo>
                    <a:pt x="426" y="2156"/>
                  </a:lnTo>
                  <a:cubicBezTo>
                    <a:pt x="602" y="1805"/>
                    <a:pt x="827" y="1479"/>
                    <a:pt x="1103" y="1204"/>
                  </a:cubicBezTo>
                  <a:lnTo>
                    <a:pt x="1805" y="1404"/>
                  </a:lnTo>
                  <a:cubicBezTo>
                    <a:pt x="2030" y="1204"/>
                    <a:pt x="2306" y="1053"/>
                    <a:pt x="2582" y="903"/>
                  </a:cubicBezTo>
                  <a:lnTo>
                    <a:pt x="2707" y="201"/>
                  </a:lnTo>
                  <a:cubicBezTo>
                    <a:pt x="2807" y="151"/>
                    <a:pt x="2908" y="126"/>
                    <a:pt x="3008" y="101"/>
                  </a:cubicBezTo>
                  <a:cubicBezTo>
                    <a:pt x="3283" y="51"/>
                    <a:pt x="3584" y="1"/>
                    <a:pt x="3860" y="1"/>
                  </a:cubicBezTo>
                  <a:lnTo>
                    <a:pt x="4236" y="627"/>
                  </a:lnTo>
                  <a:cubicBezTo>
                    <a:pt x="4537" y="652"/>
                    <a:pt x="4837" y="727"/>
                    <a:pt x="5138" y="853"/>
                  </a:cubicBezTo>
                  <a:lnTo>
                    <a:pt x="5740" y="427"/>
                  </a:lnTo>
                  <a:cubicBezTo>
                    <a:pt x="6090" y="602"/>
                    <a:pt x="6391" y="828"/>
                    <a:pt x="6692" y="1103"/>
                  </a:cubicBezTo>
                  <a:lnTo>
                    <a:pt x="6491" y="1805"/>
                  </a:lnTo>
                  <a:cubicBezTo>
                    <a:pt x="6692" y="2031"/>
                    <a:pt x="6842" y="2306"/>
                    <a:pt x="6968" y="2582"/>
                  </a:cubicBezTo>
                  <a:lnTo>
                    <a:pt x="7695" y="2732"/>
                  </a:lnTo>
                  <a:cubicBezTo>
                    <a:pt x="7720" y="2808"/>
                    <a:pt x="7770" y="2908"/>
                    <a:pt x="7795" y="3008"/>
                  </a:cubicBezTo>
                  <a:close/>
                </a:path>
              </a:pathLst>
            </a:custGeom>
            <a:noFill/>
            <a:ln w="1065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2947;p51">
              <a:extLst>
                <a:ext uri="{FF2B5EF4-FFF2-40B4-BE49-F238E27FC236}">
                  <a16:creationId xmlns:a16="http://schemas.microsoft.com/office/drawing/2014/main" id="{2E1371B7-96F3-C845-15E2-BD57E3E2269D}"/>
                </a:ext>
              </a:extLst>
            </p:cNvPr>
            <p:cNvSpPr/>
            <p:nvPr/>
          </p:nvSpPr>
          <p:spPr>
            <a:xfrm>
              <a:off x="6725117" y="2329564"/>
              <a:ext cx="177396" cy="160755"/>
            </a:xfrm>
            <a:custGeom>
              <a:avLst/>
              <a:gdLst/>
              <a:ahLst/>
              <a:cxnLst/>
              <a:rect l="l" t="t" r="r" b="b"/>
              <a:pathLst>
                <a:path w="4989" h="4521" extrusionOk="0">
                  <a:moveTo>
                    <a:pt x="2493" y="1"/>
                  </a:moveTo>
                  <a:cubicBezTo>
                    <a:pt x="2315" y="1"/>
                    <a:pt x="2135" y="22"/>
                    <a:pt x="1956" y="67"/>
                  </a:cubicBezTo>
                  <a:cubicBezTo>
                    <a:pt x="728" y="368"/>
                    <a:pt x="1" y="1596"/>
                    <a:pt x="277" y="2799"/>
                  </a:cubicBezTo>
                  <a:cubicBezTo>
                    <a:pt x="532" y="3840"/>
                    <a:pt x="1453" y="4521"/>
                    <a:pt x="2476" y="4521"/>
                  </a:cubicBezTo>
                  <a:cubicBezTo>
                    <a:pt x="2659" y="4521"/>
                    <a:pt x="2846" y="4499"/>
                    <a:pt x="3033" y="4453"/>
                  </a:cubicBezTo>
                  <a:cubicBezTo>
                    <a:pt x="4236" y="4177"/>
                    <a:pt x="4988" y="2949"/>
                    <a:pt x="4688" y="1721"/>
                  </a:cubicBezTo>
                  <a:cubicBezTo>
                    <a:pt x="4432" y="698"/>
                    <a:pt x="3505" y="1"/>
                    <a:pt x="2493" y="1"/>
                  </a:cubicBez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2948;p51">
              <a:extLst>
                <a:ext uri="{FF2B5EF4-FFF2-40B4-BE49-F238E27FC236}">
                  <a16:creationId xmlns:a16="http://schemas.microsoft.com/office/drawing/2014/main" id="{A77D8E3C-E45E-2A8E-9E17-75257B70D94C}"/>
                </a:ext>
              </a:extLst>
            </p:cNvPr>
            <p:cNvSpPr/>
            <p:nvPr/>
          </p:nvSpPr>
          <p:spPr>
            <a:xfrm>
              <a:off x="6725117" y="2321243"/>
              <a:ext cx="177396" cy="177361"/>
            </a:xfrm>
            <a:custGeom>
              <a:avLst/>
              <a:gdLst/>
              <a:ahLst/>
              <a:cxnLst/>
              <a:rect l="l" t="t" r="r" b="b"/>
              <a:pathLst>
                <a:path w="4989" h="4988" fill="none" extrusionOk="0">
                  <a:moveTo>
                    <a:pt x="4688" y="1955"/>
                  </a:moveTo>
                  <a:cubicBezTo>
                    <a:pt x="4988" y="3183"/>
                    <a:pt x="4236" y="4411"/>
                    <a:pt x="3033" y="4687"/>
                  </a:cubicBezTo>
                  <a:cubicBezTo>
                    <a:pt x="1805" y="4988"/>
                    <a:pt x="577" y="4261"/>
                    <a:pt x="277" y="3033"/>
                  </a:cubicBezTo>
                  <a:cubicBezTo>
                    <a:pt x="1" y="1830"/>
                    <a:pt x="728" y="602"/>
                    <a:pt x="1956" y="301"/>
                  </a:cubicBezTo>
                  <a:cubicBezTo>
                    <a:pt x="3159" y="0"/>
                    <a:pt x="4387" y="752"/>
                    <a:pt x="4688" y="1955"/>
                  </a:cubicBezTo>
                  <a:close/>
                </a:path>
              </a:pathLst>
            </a:custGeom>
            <a:noFill/>
            <a:ln w="1065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2949;p51">
              <a:extLst>
                <a:ext uri="{FF2B5EF4-FFF2-40B4-BE49-F238E27FC236}">
                  <a16:creationId xmlns:a16="http://schemas.microsoft.com/office/drawing/2014/main" id="{0FECA0FC-3A49-3B6F-6E3D-313667174617}"/>
                </a:ext>
              </a:extLst>
            </p:cNvPr>
            <p:cNvSpPr/>
            <p:nvPr/>
          </p:nvSpPr>
          <p:spPr>
            <a:xfrm>
              <a:off x="6753635" y="2355309"/>
              <a:ext cx="120362" cy="109233"/>
            </a:xfrm>
            <a:custGeom>
              <a:avLst/>
              <a:gdLst/>
              <a:ahLst/>
              <a:cxnLst/>
              <a:rect l="l" t="t" r="r" b="b"/>
              <a:pathLst>
                <a:path w="3385" h="3072" extrusionOk="0">
                  <a:moveTo>
                    <a:pt x="1696" y="1"/>
                  </a:moveTo>
                  <a:cubicBezTo>
                    <a:pt x="1575" y="1"/>
                    <a:pt x="1452" y="15"/>
                    <a:pt x="1329" y="45"/>
                  </a:cubicBezTo>
                  <a:cubicBezTo>
                    <a:pt x="502" y="245"/>
                    <a:pt x="1" y="1072"/>
                    <a:pt x="201" y="1899"/>
                  </a:cubicBezTo>
                  <a:cubicBezTo>
                    <a:pt x="372" y="2603"/>
                    <a:pt x="997" y="3071"/>
                    <a:pt x="1689" y="3071"/>
                  </a:cubicBezTo>
                  <a:cubicBezTo>
                    <a:pt x="1810" y="3071"/>
                    <a:pt x="1933" y="3057"/>
                    <a:pt x="2056" y="3027"/>
                  </a:cubicBezTo>
                  <a:cubicBezTo>
                    <a:pt x="2883" y="2827"/>
                    <a:pt x="3384" y="2000"/>
                    <a:pt x="3184" y="1173"/>
                  </a:cubicBezTo>
                  <a:cubicBezTo>
                    <a:pt x="3013" y="469"/>
                    <a:pt x="2389" y="1"/>
                    <a:pt x="1696" y="1"/>
                  </a:cubicBezTo>
                  <a:close/>
                </a:path>
              </a:pathLst>
            </a:custGeom>
            <a:solidFill>
              <a:srgbClr val="FFFFFF"/>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2950;p51">
              <a:extLst>
                <a:ext uri="{FF2B5EF4-FFF2-40B4-BE49-F238E27FC236}">
                  <a16:creationId xmlns:a16="http://schemas.microsoft.com/office/drawing/2014/main" id="{8A1966B9-892B-CE57-CA54-424E43A0EAC9}"/>
                </a:ext>
              </a:extLst>
            </p:cNvPr>
            <p:cNvSpPr/>
            <p:nvPr/>
          </p:nvSpPr>
          <p:spPr>
            <a:xfrm>
              <a:off x="6753635" y="2349761"/>
              <a:ext cx="120362" cy="120327"/>
            </a:xfrm>
            <a:custGeom>
              <a:avLst/>
              <a:gdLst/>
              <a:ahLst/>
              <a:cxnLst/>
              <a:rect l="l" t="t" r="r" b="b"/>
              <a:pathLst>
                <a:path w="3385" h="3384" fill="none" extrusionOk="0">
                  <a:moveTo>
                    <a:pt x="3184" y="1329"/>
                  </a:moveTo>
                  <a:cubicBezTo>
                    <a:pt x="3384" y="2156"/>
                    <a:pt x="2883" y="2983"/>
                    <a:pt x="2056" y="3183"/>
                  </a:cubicBezTo>
                  <a:cubicBezTo>
                    <a:pt x="1229" y="3384"/>
                    <a:pt x="402" y="2882"/>
                    <a:pt x="201" y="2055"/>
                  </a:cubicBezTo>
                  <a:cubicBezTo>
                    <a:pt x="1" y="1228"/>
                    <a:pt x="502" y="401"/>
                    <a:pt x="1329" y="201"/>
                  </a:cubicBezTo>
                  <a:cubicBezTo>
                    <a:pt x="2156" y="0"/>
                    <a:pt x="2983" y="501"/>
                    <a:pt x="3184" y="1329"/>
                  </a:cubicBezTo>
                  <a:close/>
                </a:path>
              </a:pathLst>
            </a:custGeom>
            <a:noFill/>
            <a:ln w="10650" cap="flat" cmpd="sng">
              <a:solidFill>
                <a:schemeClr val="tx2">
                  <a:lumMod val="50000"/>
                </a:schemeClr>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2951;p51">
              <a:extLst>
                <a:ext uri="{FF2B5EF4-FFF2-40B4-BE49-F238E27FC236}">
                  <a16:creationId xmlns:a16="http://schemas.microsoft.com/office/drawing/2014/main" id="{B0C5E75F-DE4A-661C-EEB1-7F13D79B98FB}"/>
                </a:ext>
              </a:extLst>
            </p:cNvPr>
            <p:cNvSpPr/>
            <p:nvPr/>
          </p:nvSpPr>
          <p:spPr>
            <a:xfrm>
              <a:off x="6783042" y="2381942"/>
              <a:ext cx="61550" cy="55968"/>
            </a:xfrm>
            <a:custGeom>
              <a:avLst/>
              <a:gdLst/>
              <a:ahLst/>
              <a:cxnLst/>
              <a:rect l="l" t="t" r="r" b="b"/>
              <a:pathLst>
                <a:path w="1731" h="1574" extrusionOk="0">
                  <a:moveTo>
                    <a:pt x="866" y="0"/>
                  </a:moveTo>
                  <a:cubicBezTo>
                    <a:pt x="804" y="0"/>
                    <a:pt x="741" y="8"/>
                    <a:pt x="678" y="23"/>
                  </a:cubicBezTo>
                  <a:cubicBezTo>
                    <a:pt x="252" y="123"/>
                    <a:pt x="1" y="549"/>
                    <a:pt x="101" y="975"/>
                  </a:cubicBezTo>
                  <a:cubicBezTo>
                    <a:pt x="187" y="1338"/>
                    <a:pt x="508" y="1573"/>
                    <a:pt x="865" y="1573"/>
                  </a:cubicBezTo>
                  <a:cubicBezTo>
                    <a:pt x="927" y="1573"/>
                    <a:pt x="990" y="1566"/>
                    <a:pt x="1054" y="1551"/>
                  </a:cubicBezTo>
                  <a:cubicBezTo>
                    <a:pt x="1455" y="1451"/>
                    <a:pt x="1730" y="1025"/>
                    <a:pt x="1630" y="599"/>
                  </a:cubicBezTo>
                  <a:cubicBezTo>
                    <a:pt x="1545" y="236"/>
                    <a:pt x="1223" y="0"/>
                    <a:pt x="866" y="0"/>
                  </a:cubicBezTo>
                  <a:close/>
                </a:path>
              </a:pathLst>
            </a:custGeom>
            <a:solidFill>
              <a:srgbClr val="606060"/>
            </a:solidFill>
            <a:ln>
              <a:solidFill>
                <a:schemeClr val="tx2">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2952;p51">
              <a:extLst>
                <a:ext uri="{FF2B5EF4-FFF2-40B4-BE49-F238E27FC236}">
                  <a16:creationId xmlns:a16="http://schemas.microsoft.com/office/drawing/2014/main" id="{833A1434-9902-EDEB-9EA6-5810E07493CA}"/>
                </a:ext>
              </a:extLst>
            </p:cNvPr>
            <p:cNvSpPr/>
            <p:nvPr/>
          </p:nvSpPr>
          <p:spPr>
            <a:xfrm>
              <a:off x="6757226" y="1867621"/>
              <a:ext cx="599784" cy="499085"/>
            </a:xfrm>
            <a:custGeom>
              <a:avLst/>
              <a:gdLst/>
              <a:ahLst/>
              <a:cxnLst/>
              <a:rect l="l" t="t" r="r" b="b"/>
              <a:pathLst>
                <a:path w="16868" h="14036" fill="none" extrusionOk="0">
                  <a:moveTo>
                    <a:pt x="2456" y="6717"/>
                  </a:moveTo>
                  <a:cubicBezTo>
                    <a:pt x="1629" y="6517"/>
                    <a:pt x="777" y="6216"/>
                    <a:pt x="351" y="5514"/>
                  </a:cubicBezTo>
                  <a:cubicBezTo>
                    <a:pt x="0" y="4913"/>
                    <a:pt x="25" y="4186"/>
                    <a:pt x="125" y="3509"/>
                  </a:cubicBezTo>
                  <a:cubicBezTo>
                    <a:pt x="176" y="3108"/>
                    <a:pt x="276" y="2657"/>
                    <a:pt x="526" y="2331"/>
                  </a:cubicBezTo>
                  <a:cubicBezTo>
                    <a:pt x="802" y="2005"/>
                    <a:pt x="1278" y="1805"/>
                    <a:pt x="1654" y="1980"/>
                  </a:cubicBezTo>
                  <a:cubicBezTo>
                    <a:pt x="2156" y="1128"/>
                    <a:pt x="3158" y="627"/>
                    <a:pt x="4135" y="702"/>
                  </a:cubicBezTo>
                  <a:cubicBezTo>
                    <a:pt x="4236" y="702"/>
                    <a:pt x="4361" y="727"/>
                    <a:pt x="4486" y="727"/>
                  </a:cubicBezTo>
                  <a:cubicBezTo>
                    <a:pt x="4612" y="702"/>
                    <a:pt x="4737" y="652"/>
                    <a:pt x="4862" y="602"/>
                  </a:cubicBezTo>
                  <a:cubicBezTo>
                    <a:pt x="6466" y="0"/>
                    <a:pt x="8296" y="0"/>
                    <a:pt x="9925" y="602"/>
                  </a:cubicBezTo>
                  <a:cubicBezTo>
                    <a:pt x="10050" y="627"/>
                    <a:pt x="10151" y="677"/>
                    <a:pt x="10276" y="702"/>
                  </a:cubicBezTo>
                  <a:cubicBezTo>
                    <a:pt x="10426" y="702"/>
                    <a:pt x="10552" y="677"/>
                    <a:pt x="10702" y="652"/>
                  </a:cubicBezTo>
                  <a:cubicBezTo>
                    <a:pt x="11053" y="627"/>
                    <a:pt x="11429" y="677"/>
                    <a:pt x="11780" y="752"/>
                  </a:cubicBezTo>
                  <a:cubicBezTo>
                    <a:pt x="12657" y="953"/>
                    <a:pt x="13559" y="1253"/>
                    <a:pt x="14261" y="1855"/>
                  </a:cubicBezTo>
                  <a:cubicBezTo>
                    <a:pt x="14963" y="2431"/>
                    <a:pt x="15439" y="3309"/>
                    <a:pt x="15339" y="4211"/>
                  </a:cubicBezTo>
                  <a:cubicBezTo>
                    <a:pt x="15339" y="4361"/>
                    <a:pt x="15314" y="4486"/>
                    <a:pt x="15389" y="4587"/>
                  </a:cubicBezTo>
                  <a:cubicBezTo>
                    <a:pt x="15439" y="4662"/>
                    <a:pt x="15489" y="4687"/>
                    <a:pt x="15564" y="4712"/>
                  </a:cubicBezTo>
                  <a:cubicBezTo>
                    <a:pt x="16191" y="5038"/>
                    <a:pt x="16517" y="5740"/>
                    <a:pt x="16642" y="6441"/>
                  </a:cubicBezTo>
                  <a:cubicBezTo>
                    <a:pt x="16867" y="7544"/>
                    <a:pt x="16692" y="8697"/>
                    <a:pt x="16166" y="9674"/>
                  </a:cubicBezTo>
                  <a:cubicBezTo>
                    <a:pt x="15990" y="10000"/>
                    <a:pt x="15765" y="10326"/>
                    <a:pt x="15464" y="10527"/>
                  </a:cubicBezTo>
                  <a:cubicBezTo>
                    <a:pt x="15163" y="10727"/>
                    <a:pt x="14787" y="10827"/>
                    <a:pt x="14436" y="10702"/>
                  </a:cubicBezTo>
                  <a:cubicBezTo>
                    <a:pt x="14236" y="11103"/>
                    <a:pt x="14161" y="11554"/>
                    <a:pt x="13885" y="11880"/>
                  </a:cubicBezTo>
                  <a:cubicBezTo>
                    <a:pt x="13584" y="12281"/>
                    <a:pt x="13058" y="12481"/>
                    <a:pt x="12557" y="12507"/>
                  </a:cubicBezTo>
                  <a:cubicBezTo>
                    <a:pt x="12080" y="12557"/>
                    <a:pt x="10777" y="11404"/>
                    <a:pt x="10552" y="11404"/>
                  </a:cubicBezTo>
                  <a:cubicBezTo>
                    <a:pt x="10326" y="11404"/>
                    <a:pt x="10126" y="11504"/>
                    <a:pt x="9925" y="11579"/>
                  </a:cubicBezTo>
                  <a:cubicBezTo>
                    <a:pt x="9875" y="11604"/>
                    <a:pt x="9825" y="11654"/>
                    <a:pt x="9800" y="11705"/>
                  </a:cubicBezTo>
                  <a:cubicBezTo>
                    <a:pt x="9775" y="11755"/>
                    <a:pt x="9800" y="11830"/>
                    <a:pt x="9825" y="11880"/>
                  </a:cubicBezTo>
                  <a:cubicBezTo>
                    <a:pt x="9900" y="12106"/>
                    <a:pt x="10652" y="13409"/>
                    <a:pt x="10727" y="13634"/>
                  </a:cubicBezTo>
                  <a:cubicBezTo>
                    <a:pt x="10401" y="13810"/>
                    <a:pt x="9023" y="14035"/>
                    <a:pt x="8672" y="14035"/>
                  </a:cubicBezTo>
                  <a:cubicBezTo>
                    <a:pt x="8697" y="13108"/>
                    <a:pt x="8547" y="11679"/>
                    <a:pt x="8120" y="10852"/>
                  </a:cubicBezTo>
                  <a:cubicBezTo>
                    <a:pt x="7970" y="10552"/>
                    <a:pt x="8020" y="10151"/>
                    <a:pt x="7694" y="10201"/>
                  </a:cubicBezTo>
                  <a:cubicBezTo>
                    <a:pt x="7569" y="10226"/>
                    <a:pt x="7444" y="10301"/>
                    <a:pt x="7318" y="10351"/>
                  </a:cubicBezTo>
                  <a:cubicBezTo>
                    <a:pt x="6968" y="10552"/>
                    <a:pt x="6516" y="10577"/>
                    <a:pt x="6115" y="10451"/>
                  </a:cubicBezTo>
                  <a:cubicBezTo>
                    <a:pt x="5890" y="10376"/>
                    <a:pt x="5664" y="10251"/>
                    <a:pt x="5539" y="10050"/>
                  </a:cubicBezTo>
                  <a:cubicBezTo>
                    <a:pt x="5414" y="9825"/>
                    <a:pt x="5414" y="9524"/>
                    <a:pt x="5564" y="9349"/>
                  </a:cubicBezTo>
                  <a:cubicBezTo>
                    <a:pt x="5063" y="9624"/>
                    <a:pt x="4386" y="9173"/>
                    <a:pt x="4286" y="8597"/>
                  </a:cubicBezTo>
                  <a:cubicBezTo>
                    <a:pt x="4211" y="8296"/>
                    <a:pt x="4261" y="7995"/>
                    <a:pt x="4336" y="7720"/>
                  </a:cubicBezTo>
                  <a:cubicBezTo>
                    <a:pt x="4436" y="7494"/>
                    <a:pt x="4637" y="7268"/>
                    <a:pt x="4361" y="7093"/>
                  </a:cubicBezTo>
                  <a:cubicBezTo>
                    <a:pt x="4161" y="6968"/>
                    <a:pt x="3684" y="6993"/>
                    <a:pt x="3434" y="6943"/>
                  </a:cubicBezTo>
                  <a:cubicBezTo>
                    <a:pt x="3108" y="6867"/>
                    <a:pt x="2782" y="6817"/>
                    <a:pt x="2456" y="6717"/>
                  </a:cubicBezTo>
                  <a:close/>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2953;p51">
              <a:extLst>
                <a:ext uri="{FF2B5EF4-FFF2-40B4-BE49-F238E27FC236}">
                  <a16:creationId xmlns:a16="http://schemas.microsoft.com/office/drawing/2014/main" id="{9800D8FF-AA32-5982-B765-9078D4A5089A}"/>
                </a:ext>
              </a:extLst>
            </p:cNvPr>
            <p:cNvSpPr/>
            <p:nvPr/>
          </p:nvSpPr>
          <p:spPr>
            <a:xfrm>
              <a:off x="6814262" y="1938027"/>
              <a:ext cx="80218" cy="58848"/>
            </a:xfrm>
            <a:custGeom>
              <a:avLst/>
              <a:gdLst/>
              <a:ahLst/>
              <a:cxnLst/>
              <a:rect l="l" t="t" r="r" b="b"/>
              <a:pathLst>
                <a:path w="2256" h="1655" fill="none" extrusionOk="0">
                  <a:moveTo>
                    <a:pt x="50" y="0"/>
                  </a:moveTo>
                  <a:cubicBezTo>
                    <a:pt x="50" y="0"/>
                    <a:pt x="0" y="1654"/>
                    <a:pt x="2256" y="1654"/>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2954;p51">
              <a:extLst>
                <a:ext uri="{FF2B5EF4-FFF2-40B4-BE49-F238E27FC236}">
                  <a16:creationId xmlns:a16="http://schemas.microsoft.com/office/drawing/2014/main" id="{3C552D73-04A2-DC0C-D522-E3E25019D0EF}"/>
                </a:ext>
              </a:extLst>
            </p:cNvPr>
            <p:cNvSpPr/>
            <p:nvPr/>
          </p:nvSpPr>
          <p:spPr>
            <a:xfrm>
              <a:off x="6947928" y="1877399"/>
              <a:ext cx="47256" cy="68662"/>
            </a:xfrm>
            <a:custGeom>
              <a:avLst/>
              <a:gdLst/>
              <a:ahLst/>
              <a:cxnLst/>
              <a:rect l="l" t="t" r="r" b="b"/>
              <a:pathLst>
                <a:path w="1329" h="1931" fill="none" extrusionOk="0">
                  <a:moveTo>
                    <a:pt x="702" y="1"/>
                  </a:moveTo>
                  <a:cubicBezTo>
                    <a:pt x="702" y="1"/>
                    <a:pt x="1329" y="1279"/>
                    <a:pt x="1" y="1931"/>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2955;p51">
              <a:extLst>
                <a:ext uri="{FF2B5EF4-FFF2-40B4-BE49-F238E27FC236}">
                  <a16:creationId xmlns:a16="http://schemas.microsoft.com/office/drawing/2014/main" id="{DA6963A2-DFEE-1047-DC37-ED4C9DDEE6D0}"/>
                </a:ext>
              </a:extLst>
            </p:cNvPr>
            <p:cNvSpPr/>
            <p:nvPr/>
          </p:nvSpPr>
          <p:spPr>
            <a:xfrm>
              <a:off x="6912298" y="1996841"/>
              <a:ext cx="152399" cy="122993"/>
            </a:xfrm>
            <a:custGeom>
              <a:avLst/>
              <a:gdLst/>
              <a:ahLst/>
              <a:cxnLst/>
              <a:rect l="l" t="t" r="r" b="b"/>
              <a:pathLst>
                <a:path w="4286" h="3459" fill="none" extrusionOk="0">
                  <a:moveTo>
                    <a:pt x="0" y="3459"/>
                  </a:moveTo>
                  <a:cubicBezTo>
                    <a:pt x="0" y="3459"/>
                    <a:pt x="3008" y="3033"/>
                    <a:pt x="4286" y="0"/>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2956;p51">
              <a:extLst>
                <a:ext uri="{FF2B5EF4-FFF2-40B4-BE49-F238E27FC236}">
                  <a16:creationId xmlns:a16="http://schemas.microsoft.com/office/drawing/2014/main" id="{D03A514D-D8B5-5CF9-451B-FD3746EEA609}"/>
                </a:ext>
              </a:extLst>
            </p:cNvPr>
            <p:cNvSpPr/>
            <p:nvPr/>
          </p:nvSpPr>
          <p:spPr>
            <a:xfrm>
              <a:off x="6958631" y="1985249"/>
              <a:ext cx="47256" cy="90921"/>
            </a:xfrm>
            <a:custGeom>
              <a:avLst/>
              <a:gdLst/>
              <a:ahLst/>
              <a:cxnLst/>
              <a:rect l="l" t="t" r="r" b="b"/>
              <a:pathLst>
                <a:path w="1329" h="2557" fill="none" extrusionOk="0">
                  <a:moveTo>
                    <a:pt x="552" y="1"/>
                  </a:moveTo>
                  <a:cubicBezTo>
                    <a:pt x="552" y="1"/>
                    <a:pt x="0" y="2231"/>
                    <a:pt x="1329" y="2557"/>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2957;p51">
              <a:extLst>
                <a:ext uri="{FF2B5EF4-FFF2-40B4-BE49-F238E27FC236}">
                  <a16:creationId xmlns:a16="http://schemas.microsoft.com/office/drawing/2014/main" id="{42AFC7A3-7BD0-2C68-1F0A-BE2B6A20D9F1}"/>
                </a:ext>
              </a:extLst>
            </p:cNvPr>
            <p:cNvSpPr/>
            <p:nvPr/>
          </p:nvSpPr>
          <p:spPr>
            <a:xfrm>
              <a:off x="7122592" y="1892547"/>
              <a:ext cx="82031" cy="123918"/>
            </a:xfrm>
            <a:custGeom>
              <a:avLst/>
              <a:gdLst/>
              <a:ahLst/>
              <a:cxnLst/>
              <a:rect l="l" t="t" r="r" b="b"/>
              <a:pathLst>
                <a:path w="2307" h="3485" fill="none" extrusionOk="0">
                  <a:moveTo>
                    <a:pt x="1" y="1"/>
                  </a:moveTo>
                  <a:cubicBezTo>
                    <a:pt x="1" y="1"/>
                    <a:pt x="2307" y="1806"/>
                    <a:pt x="1104" y="3485"/>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2958;p51">
              <a:extLst>
                <a:ext uri="{FF2B5EF4-FFF2-40B4-BE49-F238E27FC236}">
                  <a16:creationId xmlns:a16="http://schemas.microsoft.com/office/drawing/2014/main" id="{81869DB7-D646-5DDF-DC38-ACB0CB3FEBBA}"/>
                </a:ext>
              </a:extLst>
            </p:cNvPr>
            <p:cNvSpPr/>
            <p:nvPr/>
          </p:nvSpPr>
          <p:spPr>
            <a:xfrm>
              <a:off x="7241145" y="2013767"/>
              <a:ext cx="56181" cy="44589"/>
            </a:xfrm>
            <a:custGeom>
              <a:avLst/>
              <a:gdLst/>
              <a:ahLst/>
              <a:cxnLst/>
              <a:rect l="l" t="t" r="r" b="b"/>
              <a:pathLst>
                <a:path w="1580" h="1254" fill="none" extrusionOk="0">
                  <a:moveTo>
                    <a:pt x="1579" y="477"/>
                  </a:moveTo>
                  <a:cubicBezTo>
                    <a:pt x="1579" y="477"/>
                    <a:pt x="226" y="1"/>
                    <a:pt x="0" y="1254"/>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2959;p51">
              <a:extLst>
                <a:ext uri="{FF2B5EF4-FFF2-40B4-BE49-F238E27FC236}">
                  <a16:creationId xmlns:a16="http://schemas.microsoft.com/office/drawing/2014/main" id="{0CC68941-6DDB-001C-EEAE-F8B81C13848A}"/>
                </a:ext>
              </a:extLst>
            </p:cNvPr>
            <p:cNvSpPr/>
            <p:nvPr/>
          </p:nvSpPr>
          <p:spPr>
            <a:xfrm>
              <a:off x="7111924" y="2076137"/>
              <a:ext cx="158658" cy="172063"/>
            </a:xfrm>
            <a:custGeom>
              <a:avLst/>
              <a:gdLst/>
              <a:ahLst/>
              <a:cxnLst/>
              <a:rect l="l" t="t" r="r" b="b"/>
              <a:pathLst>
                <a:path w="4462" h="4839" fill="none" extrusionOk="0">
                  <a:moveTo>
                    <a:pt x="4461" y="4838"/>
                  </a:moveTo>
                  <a:cubicBezTo>
                    <a:pt x="4211" y="4763"/>
                    <a:pt x="0" y="3334"/>
                    <a:pt x="577" y="1"/>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2960;p51">
              <a:extLst>
                <a:ext uri="{FF2B5EF4-FFF2-40B4-BE49-F238E27FC236}">
                  <a16:creationId xmlns:a16="http://schemas.microsoft.com/office/drawing/2014/main" id="{5FE63D4F-B006-5364-7BE4-29D7AA600DD2}"/>
                </a:ext>
              </a:extLst>
            </p:cNvPr>
            <p:cNvSpPr/>
            <p:nvPr/>
          </p:nvSpPr>
          <p:spPr>
            <a:xfrm>
              <a:off x="7189442" y="2110913"/>
              <a:ext cx="56181" cy="94512"/>
            </a:xfrm>
            <a:custGeom>
              <a:avLst/>
              <a:gdLst/>
              <a:ahLst/>
              <a:cxnLst/>
              <a:rect l="l" t="t" r="r" b="b"/>
              <a:pathLst>
                <a:path w="1580" h="2658" fill="none" extrusionOk="0">
                  <a:moveTo>
                    <a:pt x="752" y="0"/>
                  </a:moveTo>
                  <a:cubicBezTo>
                    <a:pt x="752" y="0"/>
                    <a:pt x="1580" y="1604"/>
                    <a:pt x="1" y="2657"/>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2961;p51">
              <a:extLst>
                <a:ext uri="{FF2B5EF4-FFF2-40B4-BE49-F238E27FC236}">
                  <a16:creationId xmlns:a16="http://schemas.microsoft.com/office/drawing/2014/main" id="{D3FA927D-3148-395F-ABE3-6876D90CAD49}"/>
                </a:ext>
              </a:extLst>
            </p:cNvPr>
            <p:cNvSpPr/>
            <p:nvPr/>
          </p:nvSpPr>
          <p:spPr>
            <a:xfrm>
              <a:off x="7291923" y="2133173"/>
              <a:ext cx="57070" cy="33033"/>
            </a:xfrm>
            <a:custGeom>
              <a:avLst/>
              <a:gdLst/>
              <a:ahLst/>
              <a:cxnLst/>
              <a:rect l="l" t="t" r="r" b="b"/>
              <a:pathLst>
                <a:path w="1605" h="929" fill="none" extrusionOk="0">
                  <a:moveTo>
                    <a:pt x="1" y="1"/>
                  </a:moveTo>
                  <a:cubicBezTo>
                    <a:pt x="1" y="1"/>
                    <a:pt x="176" y="928"/>
                    <a:pt x="1605" y="903"/>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2962;p51">
              <a:extLst>
                <a:ext uri="{FF2B5EF4-FFF2-40B4-BE49-F238E27FC236}">
                  <a16:creationId xmlns:a16="http://schemas.microsoft.com/office/drawing/2014/main" id="{C358605D-8B2E-A289-FD3F-80A17A9943C7}"/>
                </a:ext>
              </a:extLst>
            </p:cNvPr>
            <p:cNvSpPr/>
            <p:nvPr/>
          </p:nvSpPr>
          <p:spPr>
            <a:xfrm>
              <a:off x="7036149" y="2139432"/>
              <a:ext cx="40144" cy="88254"/>
            </a:xfrm>
            <a:custGeom>
              <a:avLst/>
              <a:gdLst/>
              <a:ahLst/>
              <a:cxnLst/>
              <a:rect l="l" t="t" r="r" b="b"/>
              <a:pathLst>
                <a:path w="1129" h="2482" fill="none" extrusionOk="0">
                  <a:moveTo>
                    <a:pt x="1" y="2482"/>
                  </a:moveTo>
                  <a:cubicBezTo>
                    <a:pt x="1" y="2482"/>
                    <a:pt x="1129" y="1755"/>
                    <a:pt x="978" y="0"/>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2963;p51">
              <a:extLst>
                <a:ext uri="{FF2B5EF4-FFF2-40B4-BE49-F238E27FC236}">
                  <a16:creationId xmlns:a16="http://schemas.microsoft.com/office/drawing/2014/main" id="{0F06179C-94E5-0712-6629-CD3B89B5CF98}"/>
                </a:ext>
              </a:extLst>
            </p:cNvPr>
            <p:cNvSpPr/>
            <p:nvPr/>
          </p:nvSpPr>
          <p:spPr>
            <a:xfrm>
              <a:off x="6813373" y="2058322"/>
              <a:ext cx="81107" cy="43700"/>
            </a:xfrm>
            <a:custGeom>
              <a:avLst/>
              <a:gdLst/>
              <a:ahLst/>
              <a:cxnLst/>
              <a:rect l="l" t="t" r="r" b="b"/>
              <a:pathLst>
                <a:path w="2281" h="1229" fill="none" extrusionOk="0">
                  <a:moveTo>
                    <a:pt x="0" y="1103"/>
                  </a:moveTo>
                  <a:cubicBezTo>
                    <a:pt x="0" y="1103"/>
                    <a:pt x="2030" y="1229"/>
                    <a:pt x="2281" y="1"/>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2964;p51">
              <a:extLst>
                <a:ext uri="{FF2B5EF4-FFF2-40B4-BE49-F238E27FC236}">
                  <a16:creationId xmlns:a16="http://schemas.microsoft.com/office/drawing/2014/main" id="{6D0C9611-1B78-BAEF-8B32-9C8637FBF246}"/>
                </a:ext>
              </a:extLst>
            </p:cNvPr>
            <p:cNvSpPr/>
            <p:nvPr/>
          </p:nvSpPr>
          <p:spPr>
            <a:xfrm>
              <a:off x="7049519" y="1881880"/>
              <a:ext cx="98068" cy="56181"/>
            </a:xfrm>
            <a:custGeom>
              <a:avLst/>
              <a:gdLst/>
              <a:ahLst/>
              <a:cxnLst/>
              <a:rect l="l" t="t" r="r" b="b"/>
              <a:pathLst>
                <a:path w="2758" h="1580" fill="none" extrusionOk="0">
                  <a:moveTo>
                    <a:pt x="2758" y="1003"/>
                  </a:moveTo>
                  <a:cubicBezTo>
                    <a:pt x="2532" y="1053"/>
                    <a:pt x="728" y="0"/>
                    <a:pt x="1" y="1579"/>
                  </a:cubicBez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2965;p51">
              <a:extLst>
                <a:ext uri="{FF2B5EF4-FFF2-40B4-BE49-F238E27FC236}">
                  <a16:creationId xmlns:a16="http://schemas.microsoft.com/office/drawing/2014/main" id="{BD8D1DBD-0714-CD55-3C84-EDC47EE88AD5}"/>
                </a:ext>
              </a:extLst>
            </p:cNvPr>
            <p:cNvSpPr/>
            <p:nvPr/>
          </p:nvSpPr>
          <p:spPr>
            <a:xfrm>
              <a:off x="6239420" y="2364020"/>
              <a:ext cx="245098" cy="279838"/>
            </a:xfrm>
            <a:custGeom>
              <a:avLst/>
              <a:gdLst/>
              <a:ahLst/>
              <a:cxnLst/>
              <a:rect l="l" t="t" r="r" b="b"/>
              <a:pathLst>
                <a:path w="6893" h="7870" fill="none" extrusionOk="0">
                  <a:moveTo>
                    <a:pt x="6893" y="0"/>
                  </a:moveTo>
                  <a:lnTo>
                    <a:pt x="1" y="7870"/>
                  </a:ln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2966;p51">
              <a:extLst>
                <a:ext uri="{FF2B5EF4-FFF2-40B4-BE49-F238E27FC236}">
                  <a16:creationId xmlns:a16="http://schemas.microsoft.com/office/drawing/2014/main" id="{D075C2A6-7C07-0360-8398-A842E6C287B2}"/>
                </a:ext>
              </a:extLst>
            </p:cNvPr>
            <p:cNvSpPr/>
            <p:nvPr/>
          </p:nvSpPr>
          <p:spPr>
            <a:xfrm>
              <a:off x="5470320" y="3307785"/>
              <a:ext cx="164916" cy="140843"/>
            </a:xfrm>
            <a:custGeom>
              <a:avLst/>
              <a:gdLst/>
              <a:ahLst/>
              <a:cxnLst/>
              <a:rect l="l" t="t" r="r" b="b"/>
              <a:pathLst>
                <a:path w="4638" h="3961" fill="none" extrusionOk="0">
                  <a:moveTo>
                    <a:pt x="0" y="3961"/>
                  </a:moveTo>
                  <a:lnTo>
                    <a:pt x="4637" y="1"/>
                  </a:lnTo>
                </a:path>
              </a:pathLst>
            </a:custGeom>
            <a:noFill/>
            <a:ln w="10650" cap="rnd"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2967;p51">
              <a:extLst>
                <a:ext uri="{FF2B5EF4-FFF2-40B4-BE49-F238E27FC236}">
                  <a16:creationId xmlns:a16="http://schemas.microsoft.com/office/drawing/2014/main" id="{3DA24A1C-D328-B8B2-A67E-3D8BC028DA73}"/>
                </a:ext>
              </a:extLst>
            </p:cNvPr>
            <p:cNvSpPr/>
            <p:nvPr/>
          </p:nvSpPr>
          <p:spPr>
            <a:xfrm>
              <a:off x="5679761" y="4379916"/>
              <a:ext cx="67737" cy="66848"/>
            </a:xfrm>
            <a:custGeom>
              <a:avLst/>
              <a:gdLst/>
              <a:ahLst/>
              <a:cxnLst/>
              <a:rect l="l" t="t" r="r" b="b"/>
              <a:pathLst>
                <a:path w="1905" h="1880" extrusionOk="0">
                  <a:moveTo>
                    <a:pt x="953" y="0"/>
                  </a:moveTo>
                  <a:cubicBezTo>
                    <a:pt x="426" y="0"/>
                    <a:pt x="0" y="426"/>
                    <a:pt x="0" y="953"/>
                  </a:cubicBezTo>
                  <a:cubicBezTo>
                    <a:pt x="0" y="1454"/>
                    <a:pt x="426" y="1880"/>
                    <a:pt x="953" y="1880"/>
                  </a:cubicBezTo>
                  <a:cubicBezTo>
                    <a:pt x="1479" y="1880"/>
                    <a:pt x="1905" y="1454"/>
                    <a:pt x="1905" y="953"/>
                  </a:cubicBezTo>
                  <a:cubicBezTo>
                    <a:pt x="1905" y="426"/>
                    <a:pt x="1479" y="0"/>
                    <a:pt x="953" y="0"/>
                  </a:cubicBezTo>
                  <a:close/>
                </a:path>
              </a:pathLst>
            </a:custGeom>
            <a:solidFill>
              <a:schemeClr val="accent4"/>
            </a:solidFill>
            <a:ln w="9525" cap="flat"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7" name="Oval 806">
            <a:extLst>
              <a:ext uri="{FF2B5EF4-FFF2-40B4-BE49-F238E27FC236}">
                <a16:creationId xmlns:a16="http://schemas.microsoft.com/office/drawing/2014/main" id="{A54F9876-19BF-F522-D9FA-EFA868831E46}"/>
              </a:ext>
            </a:extLst>
          </p:cNvPr>
          <p:cNvSpPr/>
          <p:nvPr/>
        </p:nvSpPr>
        <p:spPr>
          <a:xfrm>
            <a:off x="2060678" y="3413013"/>
            <a:ext cx="1348353" cy="1040410"/>
          </a:xfrm>
          <a:prstGeom prst="ellipse">
            <a:avLst/>
          </a:prstGeom>
          <a:noFill/>
          <a:ln>
            <a:solidFill>
              <a:schemeClr val="bg2">
                <a:lumMod val="5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8" name="Google Shape;1855;p24">
            <a:extLst>
              <a:ext uri="{FF2B5EF4-FFF2-40B4-BE49-F238E27FC236}">
                <a16:creationId xmlns:a16="http://schemas.microsoft.com/office/drawing/2014/main" id="{4D12C245-0A91-EFF7-65D8-3F33DAC35056}"/>
              </a:ext>
            </a:extLst>
          </p:cNvPr>
          <p:cNvSpPr txBox="1">
            <a:spLocks/>
          </p:cNvSpPr>
          <p:nvPr/>
        </p:nvSpPr>
        <p:spPr>
          <a:xfrm>
            <a:off x="1839988" y="2513386"/>
            <a:ext cx="1864830" cy="31018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r>
              <a:rPr lang="it-IT" sz="1400">
                <a:solidFill>
                  <a:schemeClr val="bg1">
                    <a:lumMod val="50000"/>
                  </a:schemeClr>
                </a:solidFill>
                <a:latin typeface="Arial" panose="020B0604020202020204" pitchFamily="34" charset="0"/>
                <a:cs typeface="Arial" panose="020B0604020202020204" pitchFamily="34" charset="0"/>
              </a:rPr>
              <a:t>Artificial Intelligence</a:t>
            </a:r>
            <a:endParaRPr lang="en-US" sz="1400">
              <a:solidFill>
                <a:schemeClr val="tx1"/>
              </a:solidFill>
              <a:latin typeface="Arial" panose="020B0604020202020204" pitchFamily="34" charset="0"/>
              <a:cs typeface="Arial" panose="020B0604020202020204" pitchFamily="34" charset="0"/>
            </a:endParaRPr>
          </a:p>
        </p:txBody>
      </p:sp>
      <p:sp>
        <p:nvSpPr>
          <p:cNvPr id="809" name="Google Shape;1855;p24">
            <a:extLst>
              <a:ext uri="{FF2B5EF4-FFF2-40B4-BE49-F238E27FC236}">
                <a16:creationId xmlns:a16="http://schemas.microsoft.com/office/drawing/2014/main" id="{C0D2E475-8748-DAD7-ABA8-26A6EDB3419A}"/>
              </a:ext>
            </a:extLst>
          </p:cNvPr>
          <p:cNvSpPr txBox="1">
            <a:spLocks/>
          </p:cNvSpPr>
          <p:nvPr/>
        </p:nvSpPr>
        <p:spPr>
          <a:xfrm>
            <a:off x="1935347" y="3086817"/>
            <a:ext cx="1704624" cy="31018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r>
              <a:rPr lang="en-US" sz="1400">
                <a:solidFill>
                  <a:schemeClr val="bg1">
                    <a:lumMod val="50000"/>
                  </a:schemeClr>
                </a:solidFill>
                <a:latin typeface="Arial" panose="020B0604020202020204" pitchFamily="34" charset="0"/>
                <a:cs typeface="Arial" panose="020B0604020202020204" pitchFamily="34" charset="0"/>
              </a:rPr>
              <a:t>Machine Learning</a:t>
            </a:r>
          </a:p>
        </p:txBody>
      </p:sp>
      <p:sp>
        <p:nvSpPr>
          <p:cNvPr id="810" name="Google Shape;1855;p24">
            <a:extLst>
              <a:ext uri="{FF2B5EF4-FFF2-40B4-BE49-F238E27FC236}">
                <a16:creationId xmlns:a16="http://schemas.microsoft.com/office/drawing/2014/main" id="{05581A8C-0B8D-34B0-FD85-4CDE86020F07}"/>
              </a:ext>
            </a:extLst>
          </p:cNvPr>
          <p:cNvSpPr txBox="1">
            <a:spLocks/>
          </p:cNvSpPr>
          <p:nvPr/>
        </p:nvSpPr>
        <p:spPr>
          <a:xfrm>
            <a:off x="2071824" y="3787441"/>
            <a:ext cx="1348353" cy="31018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r>
              <a:rPr lang="en-US" sz="1400">
                <a:solidFill>
                  <a:schemeClr val="bg1">
                    <a:lumMod val="50000"/>
                  </a:schemeClr>
                </a:solidFill>
                <a:latin typeface="Arial" panose="020B0604020202020204" pitchFamily="34" charset="0"/>
                <a:cs typeface="Arial" panose="020B0604020202020204" pitchFamily="34" charset="0"/>
              </a:rPr>
              <a:t>Deep Learning</a:t>
            </a:r>
          </a:p>
        </p:txBody>
      </p:sp>
      <p:sp>
        <p:nvSpPr>
          <p:cNvPr id="811" name="Google Shape;1855;p24">
            <a:extLst>
              <a:ext uri="{FF2B5EF4-FFF2-40B4-BE49-F238E27FC236}">
                <a16:creationId xmlns:a16="http://schemas.microsoft.com/office/drawing/2014/main" id="{ECF73588-0B74-AB99-11B1-BA86849B6E2A}"/>
              </a:ext>
            </a:extLst>
          </p:cNvPr>
          <p:cNvSpPr txBox="1">
            <a:spLocks/>
          </p:cNvSpPr>
          <p:nvPr/>
        </p:nvSpPr>
        <p:spPr>
          <a:xfrm>
            <a:off x="7013747" y="1232681"/>
            <a:ext cx="1864830" cy="31018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r>
              <a:rPr lang="it-IT" sz="1400">
                <a:solidFill>
                  <a:schemeClr val="bg1">
                    <a:lumMod val="50000"/>
                  </a:schemeClr>
                </a:solidFill>
                <a:latin typeface="Arial" panose="020B0604020202020204" pitchFamily="34" charset="0"/>
                <a:cs typeface="Arial" panose="020B0604020202020204" pitchFamily="34" charset="0"/>
              </a:rPr>
              <a:t>Dự báo bảo trì</a:t>
            </a:r>
            <a:endParaRPr lang="en-US" sz="1400">
              <a:solidFill>
                <a:schemeClr val="tx1"/>
              </a:solidFill>
              <a:latin typeface="Arial" panose="020B0604020202020204" pitchFamily="34" charset="0"/>
              <a:cs typeface="Arial" panose="020B0604020202020204" pitchFamily="34" charset="0"/>
            </a:endParaRPr>
          </a:p>
        </p:txBody>
      </p:sp>
      <p:sp>
        <p:nvSpPr>
          <p:cNvPr id="812" name="Google Shape;1855;p24">
            <a:extLst>
              <a:ext uri="{FF2B5EF4-FFF2-40B4-BE49-F238E27FC236}">
                <a16:creationId xmlns:a16="http://schemas.microsoft.com/office/drawing/2014/main" id="{16EF042F-4A35-D71D-EC59-6EFCBC81A429}"/>
              </a:ext>
            </a:extLst>
          </p:cNvPr>
          <p:cNvSpPr txBox="1">
            <a:spLocks/>
          </p:cNvSpPr>
          <p:nvPr/>
        </p:nvSpPr>
        <p:spPr>
          <a:xfrm>
            <a:off x="4957134" y="1206793"/>
            <a:ext cx="1864830" cy="31018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r>
              <a:rPr lang="it-IT" sz="1400">
                <a:solidFill>
                  <a:schemeClr val="bg1">
                    <a:lumMod val="50000"/>
                  </a:schemeClr>
                </a:solidFill>
                <a:latin typeface="Arial" panose="020B0604020202020204" pitchFamily="34" charset="0"/>
                <a:cs typeface="Arial" panose="020B0604020202020204" pitchFamily="34" charset="0"/>
              </a:rPr>
              <a:t>Robot tự động</a:t>
            </a:r>
            <a:endParaRPr lang="en-US" sz="1400">
              <a:solidFill>
                <a:schemeClr val="tx1"/>
              </a:solidFill>
              <a:latin typeface="Arial" panose="020B0604020202020204" pitchFamily="34" charset="0"/>
              <a:cs typeface="Arial" panose="020B0604020202020204" pitchFamily="34" charset="0"/>
            </a:endParaRPr>
          </a:p>
        </p:txBody>
      </p:sp>
      <p:sp>
        <p:nvSpPr>
          <p:cNvPr id="813" name="Google Shape;1855;p24">
            <a:extLst>
              <a:ext uri="{FF2B5EF4-FFF2-40B4-BE49-F238E27FC236}">
                <a16:creationId xmlns:a16="http://schemas.microsoft.com/office/drawing/2014/main" id="{1C9FB90E-0CA1-4909-4DD5-737AFF030329}"/>
              </a:ext>
            </a:extLst>
          </p:cNvPr>
          <p:cNvSpPr txBox="1">
            <a:spLocks/>
          </p:cNvSpPr>
          <p:nvPr/>
        </p:nvSpPr>
        <p:spPr>
          <a:xfrm>
            <a:off x="5313812" y="3827604"/>
            <a:ext cx="1864830" cy="31018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r>
              <a:rPr lang="it-IT" sz="1400">
                <a:solidFill>
                  <a:schemeClr val="bg1">
                    <a:lumMod val="50000"/>
                  </a:schemeClr>
                </a:solidFill>
                <a:latin typeface="Arial" panose="020B0604020202020204" pitchFamily="34" charset="0"/>
                <a:cs typeface="Arial" panose="020B0604020202020204" pitchFamily="34" charset="0"/>
              </a:rPr>
              <a:t>Dự báo tài chính</a:t>
            </a:r>
            <a:endParaRPr lang="en-US" sz="1400">
              <a:solidFill>
                <a:schemeClr val="tx1"/>
              </a:solidFill>
              <a:latin typeface="Arial" panose="020B0604020202020204" pitchFamily="34" charset="0"/>
              <a:cs typeface="Arial" panose="020B0604020202020204" pitchFamily="34" charset="0"/>
            </a:endParaRPr>
          </a:p>
        </p:txBody>
      </p:sp>
      <p:sp>
        <p:nvSpPr>
          <p:cNvPr id="814" name="Google Shape;1855;p24">
            <a:extLst>
              <a:ext uri="{FF2B5EF4-FFF2-40B4-BE49-F238E27FC236}">
                <a16:creationId xmlns:a16="http://schemas.microsoft.com/office/drawing/2014/main" id="{2826420D-23C3-4FD8-52FF-4C687C10F79B}"/>
              </a:ext>
            </a:extLst>
          </p:cNvPr>
          <p:cNvSpPr txBox="1">
            <a:spLocks/>
          </p:cNvSpPr>
          <p:nvPr/>
        </p:nvSpPr>
        <p:spPr>
          <a:xfrm>
            <a:off x="7044769" y="3825308"/>
            <a:ext cx="1864830" cy="31018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r>
              <a:rPr lang="it-IT" sz="1400">
                <a:solidFill>
                  <a:schemeClr val="bg1">
                    <a:lumMod val="50000"/>
                  </a:schemeClr>
                </a:solidFill>
                <a:latin typeface="Arial" panose="020B0604020202020204" pitchFamily="34" charset="0"/>
                <a:cs typeface="Arial" panose="020B0604020202020204" pitchFamily="34" charset="0"/>
              </a:rPr>
              <a:t>Hệ thống đề xuất</a:t>
            </a:r>
            <a:endParaRPr lang="en-US" sz="140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01962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1" nodeType="afterEffect">
                                  <p:stCondLst>
                                    <p:cond delay="0"/>
                                  </p:stCondLst>
                                  <p:childTnLst>
                                    <p:set>
                                      <p:cBhvr>
                                        <p:cTn id="6" dur="1" fill="hold">
                                          <p:stCondLst>
                                            <p:cond delay="0"/>
                                          </p:stCondLst>
                                        </p:cTn>
                                        <p:tgtEl>
                                          <p:spTgt spid="563">
                                            <p:txEl>
                                              <p:pRg st="0" end="0"/>
                                            </p:txEl>
                                          </p:spTgt>
                                        </p:tgtEl>
                                        <p:attrNameLst>
                                          <p:attrName>style.visibility</p:attrName>
                                        </p:attrNameLst>
                                      </p:cBhvr>
                                      <p:to>
                                        <p:strVal val="visible"/>
                                      </p:to>
                                    </p:set>
                                    <p:anim calcmode="lin" valueType="num">
                                      <p:cBhvr additive="base">
                                        <p:cTn id="7" dur="300"/>
                                        <p:tgtEl>
                                          <p:spTgt spid="563">
                                            <p:txEl>
                                              <p:pRg st="0" end="0"/>
                                            </p:txEl>
                                          </p:spTgt>
                                        </p:tgtEl>
                                        <p:attrNameLst>
                                          <p:attrName>ppt_x</p:attrName>
                                        </p:attrNameLst>
                                      </p:cBhvr>
                                      <p:tavLst>
                                        <p:tav tm="0">
                                          <p:val>
                                            <p:strVal val="#ppt_x-#ppt_w*1.125000"/>
                                          </p:val>
                                        </p:tav>
                                        <p:tav tm="100000">
                                          <p:val>
                                            <p:strVal val="#ppt_x"/>
                                          </p:val>
                                        </p:tav>
                                      </p:tavLst>
                                    </p:anim>
                                    <p:animEffect transition="in" filter="wipe(right)">
                                      <p:cBhvr>
                                        <p:cTn id="8" dur="300"/>
                                        <p:tgtEl>
                                          <p:spTgt spid="563">
                                            <p:txEl>
                                              <p:pRg st="0" end="0"/>
                                            </p:txEl>
                                          </p:spTgt>
                                        </p:tgtEl>
                                      </p:cBhvr>
                                    </p:animEffect>
                                  </p:childTnLst>
                                </p:cTn>
                              </p:par>
                            </p:childTnLst>
                          </p:cTn>
                        </p:par>
                        <p:par>
                          <p:cTn id="9" fill="hold">
                            <p:stCondLst>
                              <p:cond delay="300"/>
                            </p:stCondLst>
                            <p:childTnLst>
                              <p:par>
                                <p:cTn id="10" presetID="12" presetClass="entr" presetSubtype="8" fill="hold" grpId="1" nodeType="afterEffect">
                                  <p:stCondLst>
                                    <p:cond delay="0"/>
                                  </p:stCondLst>
                                  <p:childTnLst>
                                    <p:set>
                                      <p:cBhvr>
                                        <p:cTn id="11" dur="1" fill="hold">
                                          <p:stCondLst>
                                            <p:cond delay="0"/>
                                          </p:stCondLst>
                                        </p:cTn>
                                        <p:tgtEl>
                                          <p:spTgt spid="563">
                                            <p:txEl>
                                              <p:pRg st="1" end="1"/>
                                            </p:txEl>
                                          </p:spTgt>
                                        </p:tgtEl>
                                        <p:attrNameLst>
                                          <p:attrName>style.visibility</p:attrName>
                                        </p:attrNameLst>
                                      </p:cBhvr>
                                      <p:to>
                                        <p:strVal val="visible"/>
                                      </p:to>
                                    </p:set>
                                    <p:anim calcmode="lin" valueType="num">
                                      <p:cBhvr additive="base">
                                        <p:cTn id="12" dur="300"/>
                                        <p:tgtEl>
                                          <p:spTgt spid="563">
                                            <p:txEl>
                                              <p:pRg st="1" end="1"/>
                                            </p:txEl>
                                          </p:spTgt>
                                        </p:tgtEl>
                                        <p:attrNameLst>
                                          <p:attrName>ppt_x</p:attrName>
                                        </p:attrNameLst>
                                      </p:cBhvr>
                                      <p:tavLst>
                                        <p:tav tm="0">
                                          <p:val>
                                            <p:strVal val="#ppt_x-#ppt_w*1.125000"/>
                                          </p:val>
                                        </p:tav>
                                        <p:tav tm="100000">
                                          <p:val>
                                            <p:strVal val="#ppt_x"/>
                                          </p:val>
                                        </p:tav>
                                      </p:tavLst>
                                    </p:anim>
                                    <p:animEffect transition="in" filter="wipe(right)">
                                      <p:cBhvr>
                                        <p:cTn id="13" dur="300"/>
                                        <p:tgtEl>
                                          <p:spTgt spid="563">
                                            <p:txEl>
                                              <p:pRg st="1" end="1"/>
                                            </p:txEl>
                                          </p:spTgt>
                                        </p:tgtEl>
                                      </p:cBhvr>
                                    </p:animEffect>
                                  </p:childTnLst>
                                </p:cTn>
                              </p:par>
                            </p:childTnLst>
                          </p:cTn>
                        </p:par>
                        <p:par>
                          <p:cTn id="14" fill="hold">
                            <p:stCondLst>
                              <p:cond delay="600"/>
                            </p:stCondLst>
                            <p:childTnLst>
                              <p:par>
                                <p:cTn id="15" presetID="12" presetClass="entr" presetSubtype="8" fill="hold" grpId="1" nodeType="afterEffect">
                                  <p:stCondLst>
                                    <p:cond delay="0"/>
                                  </p:stCondLst>
                                  <p:childTnLst>
                                    <p:set>
                                      <p:cBhvr>
                                        <p:cTn id="16" dur="1" fill="hold">
                                          <p:stCondLst>
                                            <p:cond delay="0"/>
                                          </p:stCondLst>
                                        </p:cTn>
                                        <p:tgtEl>
                                          <p:spTgt spid="563">
                                            <p:txEl>
                                              <p:pRg st="2" end="2"/>
                                            </p:txEl>
                                          </p:spTgt>
                                        </p:tgtEl>
                                        <p:attrNameLst>
                                          <p:attrName>style.visibility</p:attrName>
                                        </p:attrNameLst>
                                      </p:cBhvr>
                                      <p:to>
                                        <p:strVal val="visible"/>
                                      </p:to>
                                    </p:set>
                                    <p:anim calcmode="lin" valueType="num">
                                      <p:cBhvr additive="base">
                                        <p:cTn id="17" dur="300"/>
                                        <p:tgtEl>
                                          <p:spTgt spid="563">
                                            <p:txEl>
                                              <p:pRg st="2" end="2"/>
                                            </p:txEl>
                                          </p:spTgt>
                                        </p:tgtEl>
                                        <p:attrNameLst>
                                          <p:attrName>ppt_x</p:attrName>
                                        </p:attrNameLst>
                                      </p:cBhvr>
                                      <p:tavLst>
                                        <p:tav tm="0">
                                          <p:val>
                                            <p:strVal val="#ppt_x-#ppt_w*1.125000"/>
                                          </p:val>
                                        </p:tav>
                                        <p:tav tm="100000">
                                          <p:val>
                                            <p:strVal val="#ppt_x"/>
                                          </p:val>
                                        </p:tav>
                                      </p:tavLst>
                                    </p:anim>
                                    <p:animEffect transition="in" filter="wipe(right)">
                                      <p:cBhvr>
                                        <p:cTn id="18" dur="300"/>
                                        <p:tgtEl>
                                          <p:spTgt spid="563">
                                            <p:txEl>
                                              <p:pRg st="2" end="2"/>
                                            </p:txEl>
                                          </p:spTgt>
                                        </p:tgtEl>
                                      </p:cBhvr>
                                    </p:animEffect>
                                  </p:childTnLst>
                                </p:cTn>
                              </p:par>
                            </p:childTnLst>
                          </p:cTn>
                        </p:par>
                        <p:par>
                          <p:cTn id="19" fill="hold">
                            <p:stCondLst>
                              <p:cond delay="900"/>
                            </p:stCondLst>
                            <p:childTnLst>
                              <p:par>
                                <p:cTn id="20" presetID="22" presetClass="entr" presetSubtype="4" fill="hold" grpId="0" nodeType="afterEffect">
                                  <p:stCondLst>
                                    <p:cond delay="0"/>
                                  </p:stCondLst>
                                  <p:childTnLst>
                                    <p:set>
                                      <p:cBhvr>
                                        <p:cTn id="21" dur="1" fill="hold">
                                          <p:stCondLst>
                                            <p:cond delay="0"/>
                                          </p:stCondLst>
                                        </p:cTn>
                                        <p:tgtEl>
                                          <p:spTgt spid="807"/>
                                        </p:tgtEl>
                                        <p:attrNameLst>
                                          <p:attrName>style.visibility</p:attrName>
                                        </p:attrNameLst>
                                      </p:cBhvr>
                                      <p:to>
                                        <p:strVal val="visible"/>
                                      </p:to>
                                    </p:set>
                                    <p:animEffect transition="in" filter="wipe(down)">
                                      <p:cBhvr>
                                        <p:cTn id="22" dur="250"/>
                                        <p:tgtEl>
                                          <p:spTgt spid="807"/>
                                        </p:tgtEl>
                                      </p:cBhvr>
                                    </p:animEffect>
                                  </p:childTnLst>
                                </p:cTn>
                              </p:par>
                              <p:par>
                                <p:cTn id="23" presetID="53" presetClass="entr" presetSubtype="16" fill="hold" grpId="1" nodeType="withEffect">
                                  <p:stCondLst>
                                    <p:cond delay="0"/>
                                  </p:stCondLst>
                                  <p:childTnLst>
                                    <p:set>
                                      <p:cBhvr>
                                        <p:cTn id="24" dur="1" fill="hold">
                                          <p:stCondLst>
                                            <p:cond delay="0"/>
                                          </p:stCondLst>
                                        </p:cTn>
                                        <p:tgtEl>
                                          <p:spTgt spid="810"/>
                                        </p:tgtEl>
                                        <p:attrNameLst>
                                          <p:attrName>style.visibility</p:attrName>
                                        </p:attrNameLst>
                                      </p:cBhvr>
                                      <p:to>
                                        <p:strVal val="visible"/>
                                      </p:to>
                                    </p:set>
                                    <p:anim calcmode="lin" valueType="num">
                                      <p:cBhvr>
                                        <p:cTn id="25" dur="250" fill="hold"/>
                                        <p:tgtEl>
                                          <p:spTgt spid="810"/>
                                        </p:tgtEl>
                                        <p:attrNameLst>
                                          <p:attrName>ppt_w</p:attrName>
                                        </p:attrNameLst>
                                      </p:cBhvr>
                                      <p:tavLst>
                                        <p:tav tm="0">
                                          <p:val>
                                            <p:fltVal val="0"/>
                                          </p:val>
                                        </p:tav>
                                        <p:tav tm="100000">
                                          <p:val>
                                            <p:strVal val="#ppt_w"/>
                                          </p:val>
                                        </p:tav>
                                      </p:tavLst>
                                    </p:anim>
                                    <p:anim calcmode="lin" valueType="num">
                                      <p:cBhvr>
                                        <p:cTn id="26" dur="250" fill="hold"/>
                                        <p:tgtEl>
                                          <p:spTgt spid="810"/>
                                        </p:tgtEl>
                                        <p:attrNameLst>
                                          <p:attrName>ppt_h</p:attrName>
                                        </p:attrNameLst>
                                      </p:cBhvr>
                                      <p:tavLst>
                                        <p:tav tm="0">
                                          <p:val>
                                            <p:fltVal val="0"/>
                                          </p:val>
                                        </p:tav>
                                        <p:tav tm="100000">
                                          <p:val>
                                            <p:strVal val="#ppt_h"/>
                                          </p:val>
                                        </p:tav>
                                      </p:tavLst>
                                    </p:anim>
                                    <p:animEffect transition="in" filter="fade">
                                      <p:cBhvr>
                                        <p:cTn id="27" dur="250"/>
                                        <p:tgtEl>
                                          <p:spTgt spid="810"/>
                                        </p:tgtEl>
                                      </p:cBhvr>
                                    </p:animEffect>
                                  </p:childTnLst>
                                </p:cTn>
                              </p:par>
                            </p:childTnLst>
                          </p:cTn>
                        </p:par>
                        <p:par>
                          <p:cTn id="28" fill="hold">
                            <p:stCondLst>
                              <p:cond delay="1150"/>
                            </p:stCondLst>
                            <p:childTnLst>
                              <p:par>
                                <p:cTn id="29" presetID="22" presetClass="entr" presetSubtype="4" fill="hold" grpId="0" nodeType="afterEffect">
                                  <p:stCondLst>
                                    <p:cond delay="0"/>
                                  </p:stCondLst>
                                  <p:childTnLst>
                                    <p:set>
                                      <p:cBhvr>
                                        <p:cTn id="30" dur="1" fill="hold">
                                          <p:stCondLst>
                                            <p:cond delay="0"/>
                                          </p:stCondLst>
                                        </p:cTn>
                                        <p:tgtEl>
                                          <p:spTgt spid="558"/>
                                        </p:tgtEl>
                                        <p:attrNameLst>
                                          <p:attrName>style.visibility</p:attrName>
                                        </p:attrNameLst>
                                      </p:cBhvr>
                                      <p:to>
                                        <p:strVal val="visible"/>
                                      </p:to>
                                    </p:set>
                                    <p:animEffect transition="in" filter="wipe(down)">
                                      <p:cBhvr>
                                        <p:cTn id="31" dur="250"/>
                                        <p:tgtEl>
                                          <p:spTgt spid="558"/>
                                        </p:tgtEl>
                                      </p:cBhvr>
                                    </p:animEffect>
                                  </p:childTnLst>
                                </p:cTn>
                              </p:par>
                              <p:par>
                                <p:cTn id="32" presetID="53" presetClass="entr" presetSubtype="16" fill="hold" grpId="1" nodeType="withEffect">
                                  <p:stCondLst>
                                    <p:cond delay="0"/>
                                  </p:stCondLst>
                                  <p:childTnLst>
                                    <p:set>
                                      <p:cBhvr>
                                        <p:cTn id="33" dur="1" fill="hold">
                                          <p:stCondLst>
                                            <p:cond delay="0"/>
                                          </p:stCondLst>
                                        </p:cTn>
                                        <p:tgtEl>
                                          <p:spTgt spid="809"/>
                                        </p:tgtEl>
                                        <p:attrNameLst>
                                          <p:attrName>style.visibility</p:attrName>
                                        </p:attrNameLst>
                                      </p:cBhvr>
                                      <p:to>
                                        <p:strVal val="visible"/>
                                      </p:to>
                                    </p:set>
                                    <p:anim calcmode="lin" valueType="num">
                                      <p:cBhvr>
                                        <p:cTn id="34" dur="250" fill="hold"/>
                                        <p:tgtEl>
                                          <p:spTgt spid="809"/>
                                        </p:tgtEl>
                                        <p:attrNameLst>
                                          <p:attrName>ppt_w</p:attrName>
                                        </p:attrNameLst>
                                      </p:cBhvr>
                                      <p:tavLst>
                                        <p:tav tm="0">
                                          <p:val>
                                            <p:fltVal val="0"/>
                                          </p:val>
                                        </p:tav>
                                        <p:tav tm="100000">
                                          <p:val>
                                            <p:strVal val="#ppt_w"/>
                                          </p:val>
                                        </p:tav>
                                      </p:tavLst>
                                    </p:anim>
                                    <p:anim calcmode="lin" valueType="num">
                                      <p:cBhvr>
                                        <p:cTn id="35" dur="250" fill="hold"/>
                                        <p:tgtEl>
                                          <p:spTgt spid="809"/>
                                        </p:tgtEl>
                                        <p:attrNameLst>
                                          <p:attrName>ppt_h</p:attrName>
                                        </p:attrNameLst>
                                      </p:cBhvr>
                                      <p:tavLst>
                                        <p:tav tm="0">
                                          <p:val>
                                            <p:fltVal val="0"/>
                                          </p:val>
                                        </p:tav>
                                        <p:tav tm="100000">
                                          <p:val>
                                            <p:strVal val="#ppt_h"/>
                                          </p:val>
                                        </p:tav>
                                      </p:tavLst>
                                    </p:anim>
                                    <p:animEffect transition="in" filter="fade">
                                      <p:cBhvr>
                                        <p:cTn id="36" dur="250"/>
                                        <p:tgtEl>
                                          <p:spTgt spid="809"/>
                                        </p:tgtEl>
                                      </p:cBhvr>
                                    </p:animEffect>
                                  </p:childTnLst>
                                </p:cTn>
                              </p:par>
                            </p:childTnLst>
                          </p:cTn>
                        </p:par>
                        <p:par>
                          <p:cTn id="37" fill="hold">
                            <p:stCondLst>
                              <p:cond delay="1400"/>
                            </p:stCondLst>
                            <p:childTnLst>
                              <p:par>
                                <p:cTn id="38" presetID="22" presetClass="entr" presetSubtype="4" fill="hold" grpId="0" nodeType="afterEffect">
                                  <p:stCondLst>
                                    <p:cond delay="0"/>
                                  </p:stCondLst>
                                  <p:childTnLst>
                                    <p:set>
                                      <p:cBhvr>
                                        <p:cTn id="39" dur="1" fill="hold">
                                          <p:stCondLst>
                                            <p:cond delay="0"/>
                                          </p:stCondLst>
                                        </p:cTn>
                                        <p:tgtEl>
                                          <p:spTgt spid="557"/>
                                        </p:tgtEl>
                                        <p:attrNameLst>
                                          <p:attrName>style.visibility</p:attrName>
                                        </p:attrNameLst>
                                      </p:cBhvr>
                                      <p:to>
                                        <p:strVal val="visible"/>
                                      </p:to>
                                    </p:set>
                                    <p:animEffect transition="in" filter="wipe(down)">
                                      <p:cBhvr>
                                        <p:cTn id="40" dur="250"/>
                                        <p:tgtEl>
                                          <p:spTgt spid="557"/>
                                        </p:tgtEl>
                                      </p:cBhvr>
                                    </p:animEffect>
                                  </p:childTnLst>
                                </p:cTn>
                              </p:par>
                              <p:par>
                                <p:cTn id="41" presetID="53" presetClass="entr" presetSubtype="16" fill="hold" grpId="1" nodeType="withEffect">
                                  <p:stCondLst>
                                    <p:cond delay="0"/>
                                  </p:stCondLst>
                                  <p:childTnLst>
                                    <p:set>
                                      <p:cBhvr>
                                        <p:cTn id="42" dur="1" fill="hold">
                                          <p:stCondLst>
                                            <p:cond delay="0"/>
                                          </p:stCondLst>
                                        </p:cTn>
                                        <p:tgtEl>
                                          <p:spTgt spid="808"/>
                                        </p:tgtEl>
                                        <p:attrNameLst>
                                          <p:attrName>style.visibility</p:attrName>
                                        </p:attrNameLst>
                                      </p:cBhvr>
                                      <p:to>
                                        <p:strVal val="visible"/>
                                      </p:to>
                                    </p:set>
                                    <p:anim calcmode="lin" valueType="num">
                                      <p:cBhvr>
                                        <p:cTn id="43" dur="250" fill="hold"/>
                                        <p:tgtEl>
                                          <p:spTgt spid="808"/>
                                        </p:tgtEl>
                                        <p:attrNameLst>
                                          <p:attrName>ppt_w</p:attrName>
                                        </p:attrNameLst>
                                      </p:cBhvr>
                                      <p:tavLst>
                                        <p:tav tm="0">
                                          <p:val>
                                            <p:fltVal val="0"/>
                                          </p:val>
                                        </p:tav>
                                        <p:tav tm="100000">
                                          <p:val>
                                            <p:strVal val="#ppt_w"/>
                                          </p:val>
                                        </p:tav>
                                      </p:tavLst>
                                    </p:anim>
                                    <p:anim calcmode="lin" valueType="num">
                                      <p:cBhvr>
                                        <p:cTn id="44" dur="250" fill="hold"/>
                                        <p:tgtEl>
                                          <p:spTgt spid="808"/>
                                        </p:tgtEl>
                                        <p:attrNameLst>
                                          <p:attrName>ppt_h</p:attrName>
                                        </p:attrNameLst>
                                      </p:cBhvr>
                                      <p:tavLst>
                                        <p:tav tm="0">
                                          <p:val>
                                            <p:fltVal val="0"/>
                                          </p:val>
                                        </p:tav>
                                        <p:tav tm="100000">
                                          <p:val>
                                            <p:strVal val="#ppt_h"/>
                                          </p:val>
                                        </p:tav>
                                      </p:tavLst>
                                    </p:anim>
                                    <p:animEffect transition="in" filter="fade">
                                      <p:cBhvr>
                                        <p:cTn id="45" dur="250"/>
                                        <p:tgtEl>
                                          <p:spTgt spid="808"/>
                                        </p:tgtEl>
                                      </p:cBhvr>
                                    </p:animEffect>
                                  </p:childTnLst>
                                </p:cTn>
                              </p:par>
                            </p:childTnLst>
                          </p:cTn>
                        </p:par>
                        <p:par>
                          <p:cTn id="46" fill="hold">
                            <p:stCondLst>
                              <p:cond delay="1650"/>
                            </p:stCondLst>
                            <p:childTnLst>
                              <p:par>
                                <p:cTn id="47" presetID="53" presetClass="entr" presetSubtype="16" fill="hold" nodeType="afterEffect">
                                  <p:stCondLst>
                                    <p:cond delay="0"/>
                                  </p:stCondLst>
                                  <p:childTnLst>
                                    <p:set>
                                      <p:cBhvr>
                                        <p:cTn id="48" dur="1" fill="hold">
                                          <p:stCondLst>
                                            <p:cond delay="0"/>
                                          </p:stCondLst>
                                        </p:cTn>
                                        <p:tgtEl>
                                          <p:spTgt spid="564"/>
                                        </p:tgtEl>
                                        <p:attrNameLst>
                                          <p:attrName>style.visibility</p:attrName>
                                        </p:attrNameLst>
                                      </p:cBhvr>
                                      <p:to>
                                        <p:strVal val="visible"/>
                                      </p:to>
                                    </p:set>
                                    <p:anim calcmode="lin" valueType="num">
                                      <p:cBhvr>
                                        <p:cTn id="49" dur="300" fill="hold"/>
                                        <p:tgtEl>
                                          <p:spTgt spid="564"/>
                                        </p:tgtEl>
                                        <p:attrNameLst>
                                          <p:attrName>ppt_w</p:attrName>
                                        </p:attrNameLst>
                                      </p:cBhvr>
                                      <p:tavLst>
                                        <p:tav tm="0">
                                          <p:val>
                                            <p:fltVal val="0"/>
                                          </p:val>
                                        </p:tav>
                                        <p:tav tm="100000">
                                          <p:val>
                                            <p:strVal val="#ppt_w"/>
                                          </p:val>
                                        </p:tav>
                                      </p:tavLst>
                                    </p:anim>
                                    <p:anim calcmode="lin" valueType="num">
                                      <p:cBhvr>
                                        <p:cTn id="50" dur="300" fill="hold"/>
                                        <p:tgtEl>
                                          <p:spTgt spid="564"/>
                                        </p:tgtEl>
                                        <p:attrNameLst>
                                          <p:attrName>ppt_h</p:attrName>
                                        </p:attrNameLst>
                                      </p:cBhvr>
                                      <p:tavLst>
                                        <p:tav tm="0">
                                          <p:val>
                                            <p:fltVal val="0"/>
                                          </p:val>
                                        </p:tav>
                                        <p:tav tm="100000">
                                          <p:val>
                                            <p:strVal val="#ppt_h"/>
                                          </p:val>
                                        </p:tav>
                                      </p:tavLst>
                                    </p:anim>
                                    <p:animEffect transition="in" filter="fade">
                                      <p:cBhvr>
                                        <p:cTn id="51" dur="300"/>
                                        <p:tgtEl>
                                          <p:spTgt spid="564"/>
                                        </p:tgtEl>
                                      </p:cBhvr>
                                    </p:animEffect>
                                  </p:childTnLst>
                                </p:cTn>
                              </p:par>
                            </p:childTnLst>
                          </p:cTn>
                        </p:par>
                        <p:par>
                          <p:cTn id="52" fill="hold">
                            <p:stCondLst>
                              <p:cond delay="1950"/>
                            </p:stCondLst>
                            <p:childTnLst>
                              <p:par>
                                <p:cTn id="53" presetID="12" presetClass="entr" presetSubtype="8" fill="hold" grpId="1" nodeType="afterEffect">
                                  <p:stCondLst>
                                    <p:cond delay="0"/>
                                  </p:stCondLst>
                                  <p:childTnLst>
                                    <p:set>
                                      <p:cBhvr>
                                        <p:cTn id="54" dur="1" fill="hold">
                                          <p:stCondLst>
                                            <p:cond delay="0"/>
                                          </p:stCondLst>
                                        </p:cTn>
                                        <p:tgtEl>
                                          <p:spTgt spid="812"/>
                                        </p:tgtEl>
                                        <p:attrNameLst>
                                          <p:attrName>style.visibility</p:attrName>
                                        </p:attrNameLst>
                                      </p:cBhvr>
                                      <p:to>
                                        <p:strVal val="visible"/>
                                      </p:to>
                                    </p:set>
                                    <p:anim calcmode="lin" valueType="num">
                                      <p:cBhvr additive="base">
                                        <p:cTn id="55" dur="300"/>
                                        <p:tgtEl>
                                          <p:spTgt spid="812"/>
                                        </p:tgtEl>
                                        <p:attrNameLst>
                                          <p:attrName>ppt_x</p:attrName>
                                        </p:attrNameLst>
                                      </p:cBhvr>
                                      <p:tavLst>
                                        <p:tav tm="0">
                                          <p:val>
                                            <p:strVal val="#ppt_x-#ppt_w*1.125000"/>
                                          </p:val>
                                        </p:tav>
                                        <p:tav tm="100000">
                                          <p:val>
                                            <p:strVal val="#ppt_x"/>
                                          </p:val>
                                        </p:tav>
                                      </p:tavLst>
                                    </p:anim>
                                    <p:animEffect transition="in" filter="wipe(right)">
                                      <p:cBhvr>
                                        <p:cTn id="56" dur="300"/>
                                        <p:tgtEl>
                                          <p:spTgt spid="812"/>
                                        </p:tgtEl>
                                      </p:cBhvr>
                                    </p:animEffect>
                                  </p:childTnLst>
                                </p:cTn>
                              </p:par>
                              <p:par>
                                <p:cTn id="57" presetID="12" presetClass="entr" presetSubtype="8" fill="hold" grpId="1" nodeType="withEffect">
                                  <p:stCondLst>
                                    <p:cond delay="0"/>
                                  </p:stCondLst>
                                  <p:childTnLst>
                                    <p:set>
                                      <p:cBhvr>
                                        <p:cTn id="58" dur="1" fill="hold">
                                          <p:stCondLst>
                                            <p:cond delay="0"/>
                                          </p:stCondLst>
                                        </p:cTn>
                                        <p:tgtEl>
                                          <p:spTgt spid="813"/>
                                        </p:tgtEl>
                                        <p:attrNameLst>
                                          <p:attrName>style.visibility</p:attrName>
                                        </p:attrNameLst>
                                      </p:cBhvr>
                                      <p:to>
                                        <p:strVal val="visible"/>
                                      </p:to>
                                    </p:set>
                                    <p:anim calcmode="lin" valueType="num">
                                      <p:cBhvr additive="base">
                                        <p:cTn id="59" dur="300"/>
                                        <p:tgtEl>
                                          <p:spTgt spid="813"/>
                                        </p:tgtEl>
                                        <p:attrNameLst>
                                          <p:attrName>ppt_x</p:attrName>
                                        </p:attrNameLst>
                                      </p:cBhvr>
                                      <p:tavLst>
                                        <p:tav tm="0">
                                          <p:val>
                                            <p:strVal val="#ppt_x-#ppt_w*1.125000"/>
                                          </p:val>
                                        </p:tav>
                                        <p:tav tm="100000">
                                          <p:val>
                                            <p:strVal val="#ppt_x"/>
                                          </p:val>
                                        </p:tav>
                                      </p:tavLst>
                                    </p:anim>
                                    <p:animEffect transition="in" filter="wipe(right)">
                                      <p:cBhvr>
                                        <p:cTn id="60" dur="300"/>
                                        <p:tgtEl>
                                          <p:spTgt spid="813"/>
                                        </p:tgtEl>
                                      </p:cBhvr>
                                    </p:animEffect>
                                  </p:childTnLst>
                                </p:cTn>
                              </p:par>
                              <p:par>
                                <p:cTn id="61" presetID="12" presetClass="entr" presetSubtype="2" fill="hold" grpId="1" nodeType="withEffect">
                                  <p:stCondLst>
                                    <p:cond delay="0"/>
                                  </p:stCondLst>
                                  <p:childTnLst>
                                    <p:set>
                                      <p:cBhvr>
                                        <p:cTn id="62" dur="1" fill="hold">
                                          <p:stCondLst>
                                            <p:cond delay="0"/>
                                          </p:stCondLst>
                                        </p:cTn>
                                        <p:tgtEl>
                                          <p:spTgt spid="811"/>
                                        </p:tgtEl>
                                        <p:attrNameLst>
                                          <p:attrName>style.visibility</p:attrName>
                                        </p:attrNameLst>
                                      </p:cBhvr>
                                      <p:to>
                                        <p:strVal val="visible"/>
                                      </p:to>
                                    </p:set>
                                    <p:anim calcmode="lin" valueType="num">
                                      <p:cBhvr additive="base">
                                        <p:cTn id="63" dur="300"/>
                                        <p:tgtEl>
                                          <p:spTgt spid="811"/>
                                        </p:tgtEl>
                                        <p:attrNameLst>
                                          <p:attrName>ppt_x</p:attrName>
                                        </p:attrNameLst>
                                      </p:cBhvr>
                                      <p:tavLst>
                                        <p:tav tm="0">
                                          <p:val>
                                            <p:strVal val="#ppt_x+#ppt_w*1.125000"/>
                                          </p:val>
                                        </p:tav>
                                        <p:tav tm="100000">
                                          <p:val>
                                            <p:strVal val="#ppt_x"/>
                                          </p:val>
                                        </p:tav>
                                      </p:tavLst>
                                    </p:anim>
                                    <p:animEffect transition="in" filter="wipe(left)">
                                      <p:cBhvr>
                                        <p:cTn id="64" dur="300"/>
                                        <p:tgtEl>
                                          <p:spTgt spid="811"/>
                                        </p:tgtEl>
                                      </p:cBhvr>
                                    </p:animEffect>
                                  </p:childTnLst>
                                </p:cTn>
                              </p:par>
                              <p:par>
                                <p:cTn id="65" presetID="12" presetClass="entr" presetSubtype="2" fill="hold" grpId="1" nodeType="withEffect">
                                  <p:stCondLst>
                                    <p:cond delay="0"/>
                                  </p:stCondLst>
                                  <p:childTnLst>
                                    <p:set>
                                      <p:cBhvr>
                                        <p:cTn id="66" dur="1" fill="hold">
                                          <p:stCondLst>
                                            <p:cond delay="0"/>
                                          </p:stCondLst>
                                        </p:cTn>
                                        <p:tgtEl>
                                          <p:spTgt spid="814"/>
                                        </p:tgtEl>
                                        <p:attrNameLst>
                                          <p:attrName>style.visibility</p:attrName>
                                        </p:attrNameLst>
                                      </p:cBhvr>
                                      <p:to>
                                        <p:strVal val="visible"/>
                                      </p:to>
                                    </p:set>
                                    <p:anim calcmode="lin" valueType="num">
                                      <p:cBhvr additive="base">
                                        <p:cTn id="67" dur="300"/>
                                        <p:tgtEl>
                                          <p:spTgt spid="814"/>
                                        </p:tgtEl>
                                        <p:attrNameLst>
                                          <p:attrName>ppt_x</p:attrName>
                                        </p:attrNameLst>
                                      </p:cBhvr>
                                      <p:tavLst>
                                        <p:tav tm="0">
                                          <p:val>
                                            <p:strVal val="#ppt_x+#ppt_w*1.125000"/>
                                          </p:val>
                                        </p:tav>
                                        <p:tav tm="100000">
                                          <p:val>
                                            <p:strVal val="#ppt_x"/>
                                          </p:val>
                                        </p:tav>
                                      </p:tavLst>
                                    </p:anim>
                                    <p:animEffect transition="in" filter="wipe(left)">
                                      <p:cBhvr>
                                        <p:cTn id="68" dur="300"/>
                                        <p:tgtEl>
                                          <p:spTgt spid="8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 grpId="0" animBg="1"/>
      <p:bldP spid="306" grpId="0" build="p"/>
      <p:bldP spid="557" grpId="0" animBg="1"/>
      <p:bldP spid="558" grpId="0" animBg="1"/>
      <p:bldP spid="563" grpId="0"/>
      <p:bldP spid="563" grpId="1" build="p"/>
      <p:bldP spid="807" grpId="0" animBg="1"/>
      <p:bldP spid="808" grpId="0"/>
      <p:bldP spid="808" grpId="1"/>
      <p:bldP spid="809" grpId="0"/>
      <p:bldP spid="809" grpId="1"/>
      <p:bldP spid="810" grpId="0"/>
      <p:bldP spid="810" grpId="1"/>
      <p:bldP spid="811" grpId="0"/>
      <p:bldP spid="811" grpId="1"/>
      <p:bldP spid="812" grpId="0"/>
      <p:bldP spid="812" grpId="1"/>
      <p:bldP spid="813" grpId="0"/>
      <p:bldP spid="813" grpId="1"/>
      <p:bldP spid="814" grpId="0"/>
      <p:bldP spid="814"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4" name="Group 303"/>
          <p:cNvGrpSpPr/>
          <p:nvPr/>
        </p:nvGrpSpPr>
        <p:grpSpPr>
          <a:xfrm>
            <a:off x="2194296" y="433071"/>
            <a:ext cx="3930733" cy="343445"/>
            <a:chOff x="2194296" y="433071"/>
            <a:chExt cx="3930733" cy="343445"/>
          </a:xfrm>
        </p:grpSpPr>
        <p:sp>
          <p:nvSpPr>
            <p:cNvPr id="305" name="Parallelogram 304"/>
            <p:cNvSpPr/>
            <p:nvPr/>
          </p:nvSpPr>
          <p:spPr>
            <a:xfrm>
              <a:off x="2194296" y="433071"/>
              <a:ext cx="3930733" cy="343444"/>
            </a:xfrm>
            <a:prstGeom prst="parallelogram">
              <a:avLst>
                <a:gd name="adj" fmla="val 9962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Google Shape;1856;p24"/>
            <p:cNvSpPr txBox="1">
              <a:spLocks/>
            </p:cNvSpPr>
            <p:nvPr/>
          </p:nvSpPr>
          <p:spPr>
            <a:xfrm>
              <a:off x="2532743" y="433072"/>
              <a:ext cx="3169969" cy="3434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2000" b="1">
                  <a:solidFill>
                    <a:schemeClr val="tx1"/>
                  </a:solidFill>
                  <a:latin typeface="Arial" panose="020B0604020202020204" pitchFamily="34" charset="0"/>
                  <a:cs typeface="Arial" panose="020B0604020202020204" pitchFamily="34" charset="0"/>
                </a:rPr>
                <a:t>CƠ SỞ LÍ THUYẾT</a:t>
              </a:r>
            </a:p>
          </p:txBody>
        </p:sp>
      </p:grpSp>
      <p:sp>
        <p:nvSpPr>
          <p:cNvPr id="307" name="TextBox 306"/>
          <p:cNvSpPr txBox="1"/>
          <p:nvPr/>
        </p:nvSpPr>
        <p:spPr>
          <a:xfrm>
            <a:off x="8723086" y="4702628"/>
            <a:ext cx="284052" cy="307777"/>
          </a:xfrm>
          <a:prstGeom prst="rect">
            <a:avLst/>
          </a:prstGeom>
          <a:noFill/>
        </p:spPr>
        <p:txBody>
          <a:bodyPr wrap="none" rtlCol="0">
            <a:spAutoFit/>
          </a:bodyPr>
          <a:lstStyle/>
          <a:p>
            <a:fld id="{3B13CC22-955F-4C18-B43E-F8F0DA7FF5AB}" type="slidenum">
              <a:rPr lang="en-US" smtClean="0"/>
              <a:t>8</a:t>
            </a:fld>
            <a:endParaRPr lang="en-US"/>
          </a:p>
        </p:txBody>
      </p:sp>
      <p:cxnSp>
        <p:nvCxnSpPr>
          <p:cNvPr id="2" name="Straight Connector 1">
            <a:extLst>
              <a:ext uri="{FF2B5EF4-FFF2-40B4-BE49-F238E27FC236}">
                <a16:creationId xmlns:a16="http://schemas.microsoft.com/office/drawing/2014/main" id="{1A0F5B25-3D0C-DD61-0363-A63FB987F795}"/>
              </a:ext>
            </a:extLst>
          </p:cNvPr>
          <p:cNvCxnSpPr/>
          <p:nvPr/>
        </p:nvCxnSpPr>
        <p:spPr>
          <a:xfrm flipH="1" flipV="1">
            <a:off x="5163132" y="2928793"/>
            <a:ext cx="676699" cy="6488"/>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 name="Elbow Connector 61">
            <a:extLst>
              <a:ext uri="{FF2B5EF4-FFF2-40B4-BE49-F238E27FC236}">
                <a16:creationId xmlns:a16="http://schemas.microsoft.com/office/drawing/2014/main" id="{5A74487B-63D4-02DD-FEB9-84F149B02955}"/>
              </a:ext>
            </a:extLst>
          </p:cNvPr>
          <p:cNvCxnSpPr>
            <a:cxnSpLocks/>
          </p:cNvCxnSpPr>
          <p:nvPr/>
        </p:nvCxnSpPr>
        <p:spPr>
          <a:xfrm rot="5400000">
            <a:off x="2544548" y="3284594"/>
            <a:ext cx="993897" cy="297793"/>
          </a:xfrm>
          <a:prstGeom prst="bentConnector3">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FD4E20C4-34BE-D040-6A67-25178D5F9247}"/>
              </a:ext>
            </a:extLst>
          </p:cNvPr>
          <p:cNvGrpSpPr/>
          <p:nvPr/>
        </p:nvGrpSpPr>
        <p:grpSpPr>
          <a:xfrm>
            <a:off x="3733487" y="2514835"/>
            <a:ext cx="1472440" cy="1021571"/>
            <a:chOff x="5948183" y="1290948"/>
            <a:chExt cx="1472440" cy="1021571"/>
          </a:xfrm>
        </p:grpSpPr>
        <p:grpSp>
          <p:nvGrpSpPr>
            <p:cNvPr id="5" name="Group 4">
              <a:extLst>
                <a:ext uri="{FF2B5EF4-FFF2-40B4-BE49-F238E27FC236}">
                  <a16:creationId xmlns:a16="http://schemas.microsoft.com/office/drawing/2014/main" id="{7864E091-F148-1D20-6240-DCF2D17E95EC}"/>
                </a:ext>
              </a:extLst>
            </p:cNvPr>
            <p:cNvGrpSpPr/>
            <p:nvPr/>
          </p:nvGrpSpPr>
          <p:grpSpPr>
            <a:xfrm>
              <a:off x="5948183" y="1331437"/>
              <a:ext cx="1452790" cy="981082"/>
              <a:chOff x="6437879" y="1250710"/>
              <a:chExt cx="1452790" cy="981082"/>
            </a:xfrm>
          </p:grpSpPr>
          <p:grpSp>
            <p:nvGrpSpPr>
              <p:cNvPr id="8" name="Google Shape;11237;p63">
                <a:extLst>
                  <a:ext uri="{FF2B5EF4-FFF2-40B4-BE49-F238E27FC236}">
                    <a16:creationId xmlns:a16="http://schemas.microsoft.com/office/drawing/2014/main" id="{80863956-E603-0960-A2DA-82F1574CDB09}"/>
                  </a:ext>
                </a:extLst>
              </p:cNvPr>
              <p:cNvGrpSpPr/>
              <p:nvPr/>
            </p:nvGrpSpPr>
            <p:grpSpPr>
              <a:xfrm>
                <a:off x="6437879" y="1250710"/>
                <a:ext cx="1452790" cy="763241"/>
                <a:chOff x="2080675" y="352325"/>
                <a:chExt cx="485000" cy="254800"/>
              </a:xfrm>
              <a:solidFill>
                <a:schemeClr val="tx2">
                  <a:lumMod val="75000"/>
                </a:schemeClr>
              </a:solidFill>
            </p:grpSpPr>
            <p:sp>
              <p:nvSpPr>
                <p:cNvPr id="13" name="Google Shape;11238;p63">
                  <a:extLst>
                    <a:ext uri="{FF2B5EF4-FFF2-40B4-BE49-F238E27FC236}">
                      <a16:creationId xmlns:a16="http://schemas.microsoft.com/office/drawing/2014/main" id="{91EACC63-5A36-F551-B288-AD3D1E06BEB8}"/>
                    </a:ext>
                  </a:extLst>
                </p:cNvPr>
                <p:cNvSpPr/>
                <p:nvPr/>
              </p:nvSpPr>
              <p:spPr>
                <a:xfrm>
                  <a:off x="2080675" y="352325"/>
                  <a:ext cx="485000" cy="254800"/>
                </a:xfrm>
                <a:custGeom>
                  <a:avLst/>
                  <a:gdLst/>
                  <a:ahLst/>
                  <a:cxnLst/>
                  <a:rect l="l" t="t" r="r" b="b"/>
                  <a:pathLst>
                    <a:path w="19400" h="10192" extrusionOk="0">
                      <a:moveTo>
                        <a:pt x="5514" y="2183"/>
                      </a:moveTo>
                      <a:cubicBezTo>
                        <a:pt x="4291" y="3932"/>
                        <a:pt x="4291" y="6254"/>
                        <a:pt x="5514" y="8002"/>
                      </a:cubicBezTo>
                      <a:cubicBezTo>
                        <a:pt x="4858" y="7685"/>
                        <a:pt x="4230" y="7320"/>
                        <a:pt x="3632" y="6909"/>
                      </a:cubicBezTo>
                      <a:cubicBezTo>
                        <a:pt x="2841" y="6368"/>
                        <a:pt x="2099" y="5762"/>
                        <a:pt x="1410" y="5097"/>
                      </a:cubicBezTo>
                      <a:cubicBezTo>
                        <a:pt x="2071" y="4454"/>
                        <a:pt x="3572" y="3126"/>
                        <a:pt x="5514" y="2183"/>
                      </a:cubicBezTo>
                      <a:close/>
                      <a:moveTo>
                        <a:pt x="13865" y="2171"/>
                      </a:moveTo>
                      <a:cubicBezTo>
                        <a:pt x="14527" y="2491"/>
                        <a:pt x="15167" y="2866"/>
                        <a:pt x="15774" y="3283"/>
                      </a:cubicBezTo>
                      <a:cubicBezTo>
                        <a:pt x="16562" y="3823"/>
                        <a:pt x="17304" y="4430"/>
                        <a:pt x="17996" y="5094"/>
                      </a:cubicBezTo>
                      <a:cubicBezTo>
                        <a:pt x="17307" y="5759"/>
                        <a:pt x="16565" y="6365"/>
                        <a:pt x="15774" y="6909"/>
                      </a:cubicBezTo>
                      <a:cubicBezTo>
                        <a:pt x="15167" y="7326"/>
                        <a:pt x="14530" y="7697"/>
                        <a:pt x="13865" y="8017"/>
                      </a:cubicBezTo>
                      <a:cubicBezTo>
                        <a:pt x="15097" y="6263"/>
                        <a:pt x="15097" y="3926"/>
                        <a:pt x="13865" y="2171"/>
                      </a:cubicBezTo>
                      <a:close/>
                      <a:moveTo>
                        <a:pt x="9801" y="1133"/>
                      </a:moveTo>
                      <a:cubicBezTo>
                        <a:pt x="11948" y="1190"/>
                        <a:pt x="13657" y="2947"/>
                        <a:pt x="13657" y="5091"/>
                      </a:cubicBezTo>
                      <a:cubicBezTo>
                        <a:pt x="13657" y="7238"/>
                        <a:pt x="11948" y="8995"/>
                        <a:pt x="9801" y="9053"/>
                      </a:cubicBezTo>
                      <a:lnTo>
                        <a:pt x="9566" y="9053"/>
                      </a:lnTo>
                      <a:cubicBezTo>
                        <a:pt x="7431" y="8983"/>
                        <a:pt x="5734" y="7232"/>
                        <a:pt x="5728" y="5094"/>
                      </a:cubicBezTo>
                      <a:cubicBezTo>
                        <a:pt x="5731" y="2947"/>
                        <a:pt x="7440" y="1190"/>
                        <a:pt x="9587" y="1133"/>
                      </a:cubicBezTo>
                      <a:close/>
                      <a:moveTo>
                        <a:pt x="9557" y="0"/>
                      </a:moveTo>
                      <a:cubicBezTo>
                        <a:pt x="7440" y="37"/>
                        <a:pt x="5166" y="852"/>
                        <a:pt x="2965" y="2362"/>
                      </a:cubicBezTo>
                      <a:cubicBezTo>
                        <a:pt x="1283" y="3518"/>
                        <a:pt x="239" y="4665"/>
                        <a:pt x="196" y="4714"/>
                      </a:cubicBezTo>
                      <a:cubicBezTo>
                        <a:pt x="0" y="4928"/>
                        <a:pt x="0" y="5257"/>
                        <a:pt x="196" y="5472"/>
                      </a:cubicBezTo>
                      <a:cubicBezTo>
                        <a:pt x="239" y="5523"/>
                        <a:pt x="1283" y="6670"/>
                        <a:pt x="2965" y="7827"/>
                      </a:cubicBezTo>
                      <a:cubicBezTo>
                        <a:pt x="5166" y="9337"/>
                        <a:pt x="7440" y="10149"/>
                        <a:pt x="9557" y="10188"/>
                      </a:cubicBezTo>
                      <a:cubicBezTo>
                        <a:pt x="9602" y="10188"/>
                        <a:pt x="9647" y="10191"/>
                        <a:pt x="9692" y="10191"/>
                      </a:cubicBezTo>
                      <a:lnTo>
                        <a:pt x="9717" y="10191"/>
                      </a:lnTo>
                      <a:cubicBezTo>
                        <a:pt x="11869" y="10185"/>
                        <a:pt x="14194" y="9367"/>
                        <a:pt x="16435" y="7827"/>
                      </a:cubicBezTo>
                      <a:cubicBezTo>
                        <a:pt x="18120" y="6670"/>
                        <a:pt x="19161" y="5523"/>
                        <a:pt x="19207" y="5475"/>
                      </a:cubicBezTo>
                      <a:cubicBezTo>
                        <a:pt x="19400" y="5257"/>
                        <a:pt x="19400" y="4931"/>
                        <a:pt x="19207" y="4714"/>
                      </a:cubicBezTo>
                      <a:cubicBezTo>
                        <a:pt x="19161" y="4665"/>
                        <a:pt x="18120" y="3521"/>
                        <a:pt x="16435" y="2365"/>
                      </a:cubicBezTo>
                      <a:cubicBezTo>
                        <a:pt x="14191" y="822"/>
                        <a:pt x="11869" y="6"/>
                        <a:pt x="971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 name="Google Shape;11239;p63">
                  <a:extLst>
                    <a:ext uri="{FF2B5EF4-FFF2-40B4-BE49-F238E27FC236}">
                      <a16:creationId xmlns:a16="http://schemas.microsoft.com/office/drawing/2014/main" id="{2C4F5487-26A0-AC24-D047-73D481B33D2E}"/>
                    </a:ext>
                  </a:extLst>
                </p:cNvPr>
                <p:cNvSpPr/>
                <p:nvPr/>
              </p:nvSpPr>
              <p:spPr>
                <a:xfrm>
                  <a:off x="2246650" y="408900"/>
                  <a:ext cx="147075" cy="141600"/>
                </a:xfrm>
                <a:custGeom>
                  <a:avLst/>
                  <a:gdLst/>
                  <a:ahLst/>
                  <a:cxnLst/>
                  <a:rect l="l" t="t" r="r" b="b"/>
                  <a:pathLst>
                    <a:path w="5883" h="5664" extrusionOk="0">
                      <a:moveTo>
                        <a:pt x="3054" y="1132"/>
                      </a:moveTo>
                      <a:cubicBezTo>
                        <a:pt x="3495" y="1132"/>
                        <a:pt x="3930" y="1304"/>
                        <a:pt x="4255" y="1630"/>
                      </a:cubicBezTo>
                      <a:cubicBezTo>
                        <a:pt x="4738" y="2116"/>
                        <a:pt x="4886" y="2846"/>
                        <a:pt x="4624" y="3480"/>
                      </a:cubicBezTo>
                      <a:cubicBezTo>
                        <a:pt x="4358" y="4115"/>
                        <a:pt x="3739" y="4531"/>
                        <a:pt x="3053" y="4531"/>
                      </a:cubicBezTo>
                      <a:cubicBezTo>
                        <a:pt x="2114" y="4528"/>
                        <a:pt x="1357" y="3770"/>
                        <a:pt x="1353" y="2831"/>
                      </a:cubicBezTo>
                      <a:cubicBezTo>
                        <a:pt x="1353" y="2143"/>
                        <a:pt x="1767" y="1524"/>
                        <a:pt x="2404" y="1261"/>
                      </a:cubicBezTo>
                      <a:cubicBezTo>
                        <a:pt x="2614" y="1174"/>
                        <a:pt x="2835" y="1132"/>
                        <a:pt x="3054" y="1132"/>
                      </a:cubicBezTo>
                      <a:close/>
                      <a:moveTo>
                        <a:pt x="3053" y="1"/>
                      </a:moveTo>
                      <a:cubicBezTo>
                        <a:pt x="2316" y="1"/>
                        <a:pt x="1593" y="288"/>
                        <a:pt x="1052" y="829"/>
                      </a:cubicBezTo>
                      <a:cubicBezTo>
                        <a:pt x="242" y="1639"/>
                        <a:pt x="1" y="2855"/>
                        <a:pt x="439" y="3915"/>
                      </a:cubicBezTo>
                      <a:cubicBezTo>
                        <a:pt x="876" y="4972"/>
                        <a:pt x="1909" y="5663"/>
                        <a:pt x="3053" y="5663"/>
                      </a:cubicBezTo>
                      <a:cubicBezTo>
                        <a:pt x="4614" y="5660"/>
                        <a:pt x="5883" y="4395"/>
                        <a:pt x="5883" y="2831"/>
                      </a:cubicBezTo>
                      <a:cubicBezTo>
                        <a:pt x="5883" y="1687"/>
                        <a:pt x="5194" y="654"/>
                        <a:pt x="4137" y="216"/>
                      </a:cubicBezTo>
                      <a:cubicBezTo>
                        <a:pt x="3786" y="71"/>
                        <a:pt x="3418" y="1"/>
                        <a:pt x="305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9" name="Group 8">
                <a:extLst>
                  <a:ext uri="{FF2B5EF4-FFF2-40B4-BE49-F238E27FC236}">
                    <a16:creationId xmlns:a16="http://schemas.microsoft.com/office/drawing/2014/main" id="{60E609B4-B5E6-D66C-232B-82DBE22D5B27}"/>
                  </a:ext>
                </a:extLst>
              </p:cNvPr>
              <p:cNvGrpSpPr/>
              <p:nvPr/>
            </p:nvGrpSpPr>
            <p:grpSpPr>
              <a:xfrm rot="10800000">
                <a:off x="6604182" y="1844334"/>
                <a:ext cx="1171558" cy="387458"/>
                <a:chOff x="4032899" y="1580827"/>
                <a:chExt cx="1171558" cy="387458"/>
              </a:xfrm>
              <a:effectLst/>
            </p:grpSpPr>
            <p:cxnSp>
              <p:nvCxnSpPr>
                <p:cNvPr id="10" name="Straight Connector 9">
                  <a:extLst>
                    <a:ext uri="{FF2B5EF4-FFF2-40B4-BE49-F238E27FC236}">
                      <a16:creationId xmlns:a16="http://schemas.microsoft.com/office/drawing/2014/main" id="{4085E282-566D-EEFA-D523-D374B325CF63}"/>
                    </a:ext>
                  </a:extLst>
                </p:cNvPr>
                <p:cNvCxnSpPr/>
                <p:nvPr/>
              </p:nvCxnSpPr>
              <p:spPr>
                <a:xfrm flipH="1">
                  <a:off x="4981402" y="1681566"/>
                  <a:ext cx="223055" cy="286719"/>
                </a:xfrm>
                <a:prstGeom prst="line">
                  <a:avLst/>
                </a:prstGeom>
                <a:ln>
                  <a:solidFill>
                    <a:srgbClr val="0B2854"/>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548F716B-D720-9CDF-2075-E80565C38427}"/>
                    </a:ext>
                  </a:extLst>
                </p:cNvPr>
                <p:cNvCxnSpPr/>
                <p:nvPr/>
              </p:nvCxnSpPr>
              <p:spPr>
                <a:xfrm>
                  <a:off x="4610788" y="1580827"/>
                  <a:ext cx="0" cy="228900"/>
                </a:xfrm>
                <a:prstGeom prst="line">
                  <a:avLst/>
                </a:prstGeom>
                <a:ln>
                  <a:solidFill>
                    <a:srgbClr val="0B2854"/>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0E9AA622-E648-DB97-1127-23A271FEE2E7}"/>
                    </a:ext>
                  </a:extLst>
                </p:cNvPr>
                <p:cNvCxnSpPr/>
                <p:nvPr/>
              </p:nvCxnSpPr>
              <p:spPr>
                <a:xfrm>
                  <a:off x="4032899" y="1681566"/>
                  <a:ext cx="198138" cy="286719"/>
                </a:xfrm>
                <a:prstGeom prst="line">
                  <a:avLst/>
                </a:prstGeom>
                <a:ln>
                  <a:solidFill>
                    <a:srgbClr val="0B2854"/>
                  </a:solidFill>
                </a:ln>
              </p:spPr>
              <p:style>
                <a:lnRef idx="2">
                  <a:schemeClr val="accent1"/>
                </a:lnRef>
                <a:fillRef idx="0">
                  <a:schemeClr val="accent1"/>
                </a:fillRef>
                <a:effectRef idx="1">
                  <a:schemeClr val="accent1"/>
                </a:effectRef>
                <a:fontRef idx="minor">
                  <a:schemeClr val="tx1"/>
                </a:fontRef>
              </p:style>
            </p:cxnSp>
          </p:grpSp>
        </p:grpSp>
        <p:sp>
          <p:nvSpPr>
            <p:cNvPr id="6" name="Arc 5">
              <a:extLst>
                <a:ext uri="{FF2B5EF4-FFF2-40B4-BE49-F238E27FC236}">
                  <a16:creationId xmlns:a16="http://schemas.microsoft.com/office/drawing/2014/main" id="{40CFAD3B-3D06-A8C9-C1BA-FC51C1F7D20C}"/>
                </a:ext>
              </a:extLst>
            </p:cNvPr>
            <p:cNvSpPr/>
            <p:nvPr/>
          </p:nvSpPr>
          <p:spPr>
            <a:xfrm>
              <a:off x="6265942" y="1593335"/>
              <a:ext cx="815325" cy="414646"/>
            </a:xfrm>
            <a:prstGeom prst="arc">
              <a:avLst>
                <a:gd name="adj1" fmla="val 16200000"/>
                <a:gd name="adj2" fmla="val 13809943"/>
              </a:avLst>
            </a:prstGeom>
            <a:solidFill>
              <a:schemeClr val="tx1"/>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Freeform 87">
              <a:extLst>
                <a:ext uri="{FF2B5EF4-FFF2-40B4-BE49-F238E27FC236}">
                  <a16:creationId xmlns:a16="http://schemas.microsoft.com/office/drawing/2014/main" id="{8A5E2B57-3944-778C-9ADF-A22666D9E93A}"/>
                </a:ext>
              </a:extLst>
            </p:cNvPr>
            <p:cNvSpPr/>
            <p:nvPr/>
          </p:nvSpPr>
          <p:spPr>
            <a:xfrm>
              <a:off x="5953432" y="1290948"/>
              <a:ext cx="1467191" cy="639038"/>
            </a:xfrm>
            <a:custGeom>
              <a:avLst/>
              <a:gdLst>
                <a:gd name="connsiteX0" fmla="*/ 536177 w 1467191"/>
                <a:gd name="connsiteY0" fmla="*/ 636528 h 639038"/>
                <a:gd name="connsiteX1" fmla="*/ 315800 w 1467191"/>
                <a:gd name="connsiteY1" fmla="*/ 577322 h 639038"/>
                <a:gd name="connsiteX2" fmla="*/ 171075 w 1467191"/>
                <a:gd name="connsiteY2" fmla="*/ 488513 h 639038"/>
                <a:gd name="connsiteX3" fmla="*/ 125026 w 1467191"/>
                <a:gd name="connsiteY3" fmla="*/ 445754 h 639038"/>
                <a:gd name="connsiteX4" fmla="*/ 49374 w 1467191"/>
                <a:gd name="connsiteY4" fmla="*/ 376680 h 639038"/>
                <a:gd name="connsiteX5" fmla="*/ 36 w 1467191"/>
                <a:gd name="connsiteY5" fmla="*/ 314185 h 639038"/>
                <a:gd name="connsiteX6" fmla="*/ 42796 w 1467191"/>
                <a:gd name="connsiteY6" fmla="*/ 238533 h 639038"/>
                <a:gd name="connsiteX7" fmla="*/ 121737 w 1467191"/>
                <a:gd name="connsiteY7" fmla="*/ 146436 h 639038"/>
                <a:gd name="connsiteX8" fmla="*/ 289486 w 1467191"/>
                <a:gd name="connsiteY8" fmla="*/ 90519 h 639038"/>
                <a:gd name="connsiteX9" fmla="*/ 506574 w 1467191"/>
                <a:gd name="connsiteY9" fmla="*/ 28024 h 639038"/>
                <a:gd name="connsiteX10" fmla="*/ 638142 w 1467191"/>
                <a:gd name="connsiteY10" fmla="*/ 1710 h 639038"/>
                <a:gd name="connsiteX11" fmla="*/ 753265 w 1467191"/>
                <a:gd name="connsiteY11" fmla="*/ 5000 h 639038"/>
                <a:gd name="connsiteX12" fmla="*/ 845362 w 1467191"/>
                <a:gd name="connsiteY12" fmla="*/ 24735 h 639038"/>
                <a:gd name="connsiteX13" fmla="*/ 907857 w 1467191"/>
                <a:gd name="connsiteY13" fmla="*/ 31313 h 639038"/>
                <a:gd name="connsiteX14" fmla="*/ 960485 w 1467191"/>
                <a:gd name="connsiteY14" fmla="*/ 37892 h 639038"/>
                <a:gd name="connsiteX15" fmla="*/ 1072318 w 1467191"/>
                <a:gd name="connsiteY15" fmla="*/ 54338 h 639038"/>
                <a:gd name="connsiteX16" fmla="*/ 1164416 w 1467191"/>
                <a:gd name="connsiteY16" fmla="*/ 74073 h 639038"/>
                <a:gd name="connsiteX17" fmla="*/ 1223621 w 1467191"/>
                <a:gd name="connsiteY17" fmla="*/ 93808 h 639038"/>
                <a:gd name="connsiteX18" fmla="*/ 1279538 w 1467191"/>
                <a:gd name="connsiteY18" fmla="*/ 110254 h 639038"/>
                <a:gd name="connsiteX19" fmla="*/ 1338744 w 1467191"/>
                <a:gd name="connsiteY19" fmla="*/ 156303 h 639038"/>
                <a:gd name="connsiteX20" fmla="*/ 1427552 w 1467191"/>
                <a:gd name="connsiteY20" fmla="*/ 208931 h 639038"/>
                <a:gd name="connsiteX21" fmla="*/ 1467023 w 1467191"/>
                <a:gd name="connsiteY21" fmla="*/ 258269 h 639038"/>
                <a:gd name="connsiteX22" fmla="*/ 1440709 w 1467191"/>
                <a:gd name="connsiteY22" fmla="*/ 317474 h 639038"/>
                <a:gd name="connsiteX23" fmla="*/ 1414396 w 1467191"/>
                <a:gd name="connsiteY23" fmla="*/ 363523 h 639038"/>
                <a:gd name="connsiteX24" fmla="*/ 1378214 w 1467191"/>
                <a:gd name="connsiteY24" fmla="*/ 379969 h 639038"/>
                <a:gd name="connsiteX25" fmla="*/ 1345322 w 1467191"/>
                <a:gd name="connsiteY25" fmla="*/ 422729 h 639038"/>
                <a:gd name="connsiteX26" fmla="*/ 1312430 w 1467191"/>
                <a:gd name="connsiteY26" fmla="*/ 445754 h 639038"/>
                <a:gd name="connsiteX27" fmla="*/ 1194019 w 1467191"/>
                <a:gd name="connsiteY27" fmla="*/ 518116 h 639038"/>
                <a:gd name="connsiteX28" fmla="*/ 1003244 w 1467191"/>
                <a:gd name="connsiteY28" fmla="*/ 557587 h 639038"/>
                <a:gd name="connsiteX29" fmla="*/ 874965 w 1467191"/>
                <a:gd name="connsiteY29" fmla="*/ 580611 h 639038"/>
                <a:gd name="connsiteX30" fmla="*/ 713794 w 1467191"/>
                <a:gd name="connsiteY30" fmla="*/ 623371 h 639038"/>
                <a:gd name="connsiteX31" fmla="*/ 536177 w 1467191"/>
                <a:gd name="connsiteY31" fmla="*/ 636528 h 6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467191" h="639038">
                  <a:moveTo>
                    <a:pt x="536177" y="636528"/>
                  </a:moveTo>
                  <a:cubicBezTo>
                    <a:pt x="469845" y="628853"/>
                    <a:pt x="376650" y="601991"/>
                    <a:pt x="315800" y="577322"/>
                  </a:cubicBezTo>
                  <a:cubicBezTo>
                    <a:pt x="254950" y="552653"/>
                    <a:pt x="202871" y="510441"/>
                    <a:pt x="171075" y="488513"/>
                  </a:cubicBezTo>
                  <a:cubicBezTo>
                    <a:pt x="139279" y="466585"/>
                    <a:pt x="125026" y="445754"/>
                    <a:pt x="125026" y="445754"/>
                  </a:cubicBezTo>
                  <a:cubicBezTo>
                    <a:pt x="104742" y="427115"/>
                    <a:pt x="70206" y="398608"/>
                    <a:pt x="49374" y="376680"/>
                  </a:cubicBezTo>
                  <a:cubicBezTo>
                    <a:pt x="28542" y="354752"/>
                    <a:pt x="1132" y="337209"/>
                    <a:pt x="36" y="314185"/>
                  </a:cubicBezTo>
                  <a:cubicBezTo>
                    <a:pt x="-1060" y="291161"/>
                    <a:pt x="22513" y="266491"/>
                    <a:pt x="42796" y="238533"/>
                  </a:cubicBezTo>
                  <a:cubicBezTo>
                    <a:pt x="63079" y="210575"/>
                    <a:pt x="80622" y="171105"/>
                    <a:pt x="121737" y="146436"/>
                  </a:cubicBezTo>
                  <a:cubicBezTo>
                    <a:pt x="162852" y="121767"/>
                    <a:pt x="225347" y="110254"/>
                    <a:pt x="289486" y="90519"/>
                  </a:cubicBezTo>
                  <a:cubicBezTo>
                    <a:pt x="353625" y="70784"/>
                    <a:pt x="448465" y="42825"/>
                    <a:pt x="506574" y="28024"/>
                  </a:cubicBezTo>
                  <a:cubicBezTo>
                    <a:pt x="564683" y="13223"/>
                    <a:pt x="597027" y="5547"/>
                    <a:pt x="638142" y="1710"/>
                  </a:cubicBezTo>
                  <a:cubicBezTo>
                    <a:pt x="679257" y="-2127"/>
                    <a:pt x="718728" y="1163"/>
                    <a:pt x="753265" y="5000"/>
                  </a:cubicBezTo>
                  <a:cubicBezTo>
                    <a:pt x="787802" y="8837"/>
                    <a:pt x="819597" y="20350"/>
                    <a:pt x="845362" y="24735"/>
                  </a:cubicBezTo>
                  <a:cubicBezTo>
                    <a:pt x="871127" y="29120"/>
                    <a:pt x="888670" y="29120"/>
                    <a:pt x="907857" y="31313"/>
                  </a:cubicBezTo>
                  <a:cubicBezTo>
                    <a:pt x="927044" y="33506"/>
                    <a:pt x="960485" y="37892"/>
                    <a:pt x="960485" y="37892"/>
                  </a:cubicBezTo>
                  <a:cubicBezTo>
                    <a:pt x="987895" y="41730"/>
                    <a:pt x="1038330" y="48308"/>
                    <a:pt x="1072318" y="54338"/>
                  </a:cubicBezTo>
                  <a:cubicBezTo>
                    <a:pt x="1106307" y="60368"/>
                    <a:pt x="1139199" y="67495"/>
                    <a:pt x="1164416" y="74073"/>
                  </a:cubicBezTo>
                  <a:cubicBezTo>
                    <a:pt x="1189633" y="80651"/>
                    <a:pt x="1204434" y="87778"/>
                    <a:pt x="1223621" y="93808"/>
                  </a:cubicBezTo>
                  <a:cubicBezTo>
                    <a:pt x="1242808" y="99838"/>
                    <a:pt x="1260351" y="99838"/>
                    <a:pt x="1279538" y="110254"/>
                  </a:cubicBezTo>
                  <a:cubicBezTo>
                    <a:pt x="1298725" y="120670"/>
                    <a:pt x="1314075" y="139857"/>
                    <a:pt x="1338744" y="156303"/>
                  </a:cubicBezTo>
                  <a:cubicBezTo>
                    <a:pt x="1363413" y="172749"/>
                    <a:pt x="1406172" y="191937"/>
                    <a:pt x="1427552" y="208931"/>
                  </a:cubicBezTo>
                  <a:cubicBezTo>
                    <a:pt x="1448932" y="225925"/>
                    <a:pt x="1464830" y="240179"/>
                    <a:pt x="1467023" y="258269"/>
                  </a:cubicBezTo>
                  <a:cubicBezTo>
                    <a:pt x="1469216" y="276359"/>
                    <a:pt x="1449480" y="299932"/>
                    <a:pt x="1440709" y="317474"/>
                  </a:cubicBezTo>
                  <a:cubicBezTo>
                    <a:pt x="1431938" y="335016"/>
                    <a:pt x="1424812" y="353107"/>
                    <a:pt x="1414396" y="363523"/>
                  </a:cubicBezTo>
                  <a:cubicBezTo>
                    <a:pt x="1403980" y="373939"/>
                    <a:pt x="1389726" y="370101"/>
                    <a:pt x="1378214" y="379969"/>
                  </a:cubicBezTo>
                  <a:cubicBezTo>
                    <a:pt x="1366702" y="389837"/>
                    <a:pt x="1356286" y="411765"/>
                    <a:pt x="1345322" y="422729"/>
                  </a:cubicBezTo>
                  <a:cubicBezTo>
                    <a:pt x="1334358" y="433693"/>
                    <a:pt x="1337647" y="429856"/>
                    <a:pt x="1312430" y="445754"/>
                  </a:cubicBezTo>
                  <a:cubicBezTo>
                    <a:pt x="1287213" y="461652"/>
                    <a:pt x="1245550" y="499477"/>
                    <a:pt x="1194019" y="518116"/>
                  </a:cubicBezTo>
                  <a:cubicBezTo>
                    <a:pt x="1142488" y="536755"/>
                    <a:pt x="1056420" y="547171"/>
                    <a:pt x="1003244" y="557587"/>
                  </a:cubicBezTo>
                  <a:cubicBezTo>
                    <a:pt x="950068" y="568003"/>
                    <a:pt x="923207" y="569647"/>
                    <a:pt x="874965" y="580611"/>
                  </a:cubicBezTo>
                  <a:cubicBezTo>
                    <a:pt x="826723" y="591575"/>
                    <a:pt x="768066" y="614052"/>
                    <a:pt x="713794" y="623371"/>
                  </a:cubicBezTo>
                  <a:cubicBezTo>
                    <a:pt x="659522" y="632690"/>
                    <a:pt x="602509" y="644203"/>
                    <a:pt x="536177" y="63652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Google Shape;1855;p24">
            <a:extLst>
              <a:ext uri="{FF2B5EF4-FFF2-40B4-BE49-F238E27FC236}">
                <a16:creationId xmlns:a16="http://schemas.microsoft.com/office/drawing/2014/main" id="{921C8314-F89A-FD8A-E706-034B2BC2D57C}"/>
              </a:ext>
            </a:extLst>
          </p:cNvPr>
          <p:cNvSpPr txBox="1">
            <a:spLocks/>
          </p:cNvSpPr>
          <p:nvPr/>
        </p:nvSpPr>
        <p:spPr>
          <a:xfrm>
            <a:off x="993469" y="3254299"/>
            <a:ext cx="1122544" cy="31018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sz="1600">
                <a:solidFill>
                  <a:schemeClr val="bg1">
                    <a:lumMod val="50000"/>
                  </a:schemeClr>
                </a:solidFill>
                <a:latin typeface="Arial" panose="020B0604020202020204" pitchFamily="34" charset="0"/>
                <a:cs typeface="Arial" panose="020B0604020202020204" pitchFamily="34" charset="0"/>
              </a:rPr>
              <a:t>Xe tự hành</a:t>
            </a:r>
          </a:p>
        </p:txBody>
      </p:sp>
      <p:grpSp>
        <p:nvGrpSpPr>
          <p:cNvPr id="16" name="Group 15">
            <a:extLst>
              <a:ext uri="{FF2B5EF4-FFF2-40B4-BE49-F238E27FC236}">
                <a16:creationId xmlns:a16="http://schemas.microsoft.com/office/drawing/2014/main" id="{D0D7ED80-1C97-B26D-0621-41AB6BA8028A}"/>
              </a:ext>
            </a:extLst>
          </p:cNvPr>
          <p:cNvGrpSpPr/>
          <p:nvPr/>
        </p:nvGrpSpPr>
        <p:grpSpPr>
          <a:xfrm>
            <a:off x="2820804" y="3866485"/>
            <a:ext cx="133121" cy="127907"/>
            <a:chOff x="5794416" y="2072576"/>
            <a:chExt cx="133121" cy="127907"/>
          </a:xfrm>
        </p:grpSpPr>
        <p:sp>
          <p:nvSpPr>
            <p:cNvPr id="17" name="Google Shape;10105;p59">
              <a:extLst>
                <a:ext uri="{FF2B5EF4-FFF2-40B4-BE49-F238E27FC236}">
                  <a16:creationId xmlns:a16="http://schemas.microsoft.com/office/drawing/2014/main" id="{D173E552-5785-4D74-3579-6F94E2303D45}"/>
                </a:ext>
              </a:extLst>
            </p:cNvPr>
            <p:cNvSpPr/>
            <p:nvPr/>
          </p:nvSpPr>
          <p:spPr>
            <a:xfrm>
              <a:off x="5794416" y="2072576"/>
              <a:ext cx="133121" cy="127907"/>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1"/>
            </a:solidFill>
            <a:ln>
              <a:solidFill>
                <a:schemeClr val="tx2">
                  <a:lumMod val="50000"/>
                </a:schemeClr>
              </a:solidFill>
            </a:ln>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0105;p59">
              <a:extLst>
                <a:ext uri="{FF2B5EF4-FFF2-40B4-BE49-F238E27FC236}">
                  <a16:creationId xmlns:a16="http://schemas.microsoft.com/office/drawing/2014/main" id="{0FFDF13B-CD82-9898-F3CA-DF81D10B4E49}"/>
                </a:ext>
              </a:extLst>
            </p:cNvPr>
            <p:cNvSpPr/>
            <p:nvPr/>
          </p:nvSpPr>
          <p:spPr>
            <a:xfrm>
              <a:off x="5825126" y="2101619"/>
              <a:ext cx="79046" cy="75950"/>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 name="Group 18">
            <a:extLst>
              <a:ext uri="{FF2B5EF4-FFF2-40B4-BE49-F238E27FC236}">
                <a16:creationId xmlns:a16="http://schemas.microsoft.com/office/drawing/2014/main" id="{9D931931-2C4E-7007-C55C-24EA98898FB1}"/>
              </a:ext>
            </a:extLst>
          </p:cNvPr>
          <p:cNvGrpSpPr/>
          <p:nvPr/>
        </p:nvGrpSpPr>
        <p:grpSpPr>
          <a:xfrm>
            <a:off x="3733886" y="2326096"/>
            <a:ext cx="1452790" cy="992141"/>
            <a:chOff x="3869849" y="1535683"/>
            <a:chExt cx="1452790" cy="992141"/>
          </a:xfrm>
          <a:effectLst>
            <a:outerShdw blurRad="50800" dist="38100" dir="5400000" algn="t" rotWithShape="0">
              <a:prstClr val="black">
                <a:alpha val="40000"/>
              </a:prstClr>
            </a:outerShdw>
          </a:effectLst>
        </p:grpSpPr>
        <p:grpSp>
          <p:nvGrpSpPr>
            <p:cNvPr id="20" name="Group 19">
              <a:extLst>
                <a:ext uri="{FF2B5EF4-FFF2-40B4-BE49-F238E27FC236}">
                  <a16:creationId xmlns:a16="http://schemas.microsoft.com/office/drawing/2014/main" id="{DD387546-A810-8100-ED62-FB6D52A1644A}"/>
                </a:ext>
              </a:extLst>
            </p:cNvPr>
            <p:cNvGrpSpPr/>
            <p:nvPr/>
          </p:nvGrpSpPr>
          <p:grpSpPr>
            <a:xfrm>
              <a:off x="4032899" y="1535683"/>
              <a:ext cx="1171558" cy="387458"/>
              <a:chOff x="4032899" y="1580827"/>
              <a:chExt cx="1171558" cy="387458"/>
            </a:xfrm>
          </p:grpSpPr>
          <p:cxnSp>
            <p:nvCxnSpPr>
              <p:cNvPr id="24" name="Straight Connector 23">
                <a:extLst>
                  <a:ext uri="{FF2B5EF4-FFF2-40B4-BE49-F238E27FC236}">
                    <a16:creationId xmlns:a16="http://schemas.microsoft.com/office/drawing/2014/main" id="{AD535EF7-57AB-9FDD-B1FF-9D496A1048A0}"/>
                  </a:ext>
                </a:extLst>
              </p:cNvPr>
              <p:cNvCxnSpPr/>
              <p:nvPr/>
            </p:nvCxnSpPr>
            <p:spPr>
              <a:xfrm flipH="1">
                <a:off x="4981402" y="1681566"/>
                <a:ext cx="223055" cy="286719"/>
              </a:xfrm>
              <a:prstGeom prst="line">
                <a:avLst/>
              </a:prstGeom>
              <a:ln>
                <a:solidFill>
                  <a:srgbClr val="0B2854"/>
                </a:solidFill>
              </a:ln>
              <a:scene3d>
                <a:camera prst="orthographicFront"/>
                <a:lightRig rig="threePt" dir="t"/>
              </a:scene3d>
              <a:sp3d>
                <a:bevelT w="165100" prst="coolSlant"/>
              </a:sp3d>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A2770033-7F94-7F2E-FDF3-C263F222DA26}"/>
                  </a:ext>
                </a:extLst>
              </p:cNvPr>
              <p:cNvCxnSpPr/>
              <p:nvPr/>
            </p:nvCxnSpPr>
            <p:spPr>
              <a:xfrm>
                <a:off x="4032899" y="1681566"/>
                <a:ext cx="198138" cy="286719"/>
              </a:xfrm>
              <a:prstGeom prst="line">
                <a:avLst/>
              </a:prstGeom>
              <a:ln>
                <a:solidFill>
                  <a:srgbClr val="0B2854"/>
                </a:solidFill>
              </a:ln>
              <a:scene3d>
                <a:camera prst="orthographicFront"/>
                <a:lightRig rig="threePt" dir="t"/>
              </a:scene3d>
              <a:sp3d>
                <a:bevelT w="165100" prst="coolSlant"/>
              </a:sp3d>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2F502F8E-D905-4B14-395F-23EC5D949CA2}"/>
                  </a:ext>
                </a:extLst>
              </p:cNvPr>
              <p:cNvCxnSpPr/>
              <p:nvPr/>
            </p:nvCxnSpPr>
            <p:spPr>
              <a:xfrm>
                <a:off x="4610788" y="1580827"/>
                <a:ext cx="0" cy="228900"/>
              </a:xfrm>
              <a:prstGeom prst="line">
                <a:avLst/>
              </a:prstGeom>
              <a:ln>
                <a:solidFill>
                  <a:srgbClr val="0B2854"/>
                </a:solidFill>
              </a:ln>
              <a:scene3d>
                <a:camera prst="orthographicFront"/>
                <a:lightRig rig="threePt" dir="t"/>
              </a:scene3d>
              <a:sp3d>
                <a:bevelT w="165100" prst="coolSlant"/>
              </a:sp3d>
            </p:spPr>
            <p:style>
              <a:lnRef idx="2">
                <a:schemeClr val="accent1"/>
              </a:lnRef>
              <a:fillRef idx="0">
                <a:schemeClr val="accent1"/>
              </a:fillRef>
              <a:effectRef idx="1">
                <a:schemeClr val="accent1"/>
              </a:effectRef>
              <a:fontRef idx="minor">
                <a:schemeClr val="tx1"/>
              </a:fontRef>
            </p:style>
          </p:cxnSp>
        </p:grpSp>
        <p:grpSp>
          <p:nvGrpSpPr>
            <p:cNvPr id="21" name="Google Shape;11237;p63">
              <a:extLst>
                <a:ext uri="{FF2B5EF4-FFF2-40B4-BE49-F238E27FC236}">
                  <a16:creationId xmlns:a16="http://schemas.microsoft.com/office/drawing/2014/main" id="{92F71D2B-D061-9658-C707-E87D6A3A255B}"/>
                </a:ext>
              </a:extLst>
            </p:cNvPr>
            <p:cNvGrpSpPr/>
            <p:nvPr/>
          </p:nvGrpSpPr>
          <p:grpSpPr>
            <a:xfrm>
              <a:off x="3869849" y="1764583"/>
              <a:ext cx="1452790" cy="763241"/>
              <a:chOff x="2080675" y="352325"/>
              <a:chExt cx="485000" cy="254800"/>
            </a:xfrm>
            <a:solidFill>
              <a:schemeClr val="tx2">
                <a:lumMod val="75000"/>
              </a:schemeClr>
            </a:solidFill>
          </p:grpSpPr>
          <p:sp>
            <p:nvSpPr>
              <p:cNvPr id="22" name="Google Shape;11238;p63">
                <a:extLst>
                  <a:ext uri="{FF2B5EF4-FFF2-40B4-BE49-F238E27FC236}">
                    <a16:creationId xmlns:a16="http://schemas.microsoft.com/office/drawing/2014/main" id="{8F62887F-D40E-60D9-A30F-F905F72CDD1F}"/>
                  </a:ext>
                </a:extLst>
              </p:cNvPr>
              <p:cNvSpPr/>
              <p:nvPr/>
            </p:nvSpPr>
            <p:spPr>
              <a:xfrm>
                <a:off x="2080675" y="352325"/>
                <a:ext cx="485000" cy="254800"/>
              </a:xfrm>
              <a:custGeom>
                <a:avLst/>
                <a:gdLst/>
                <a:ahLst/>
                <a:cxnLst/>
                <a:rect l="l" t="t" r="r" b="b"/>
                <a:pathLst>
                  <a:path w="19400" h="10192" extrusionOk="0">
                    <a:moveTo>
                      <a:pt x="5514" y="2183"/>
                    </a:moveTo>
                    <a:cubicBezTo>
                      <a:pt x="4291" y="3932"/>
                      <a:pt x="4291" y="6254"/>
                      <a:pt x="5514" y="8002"/>
                    </a:cubicBezTo>
                    <a:cubicBezTo>
                      <a:pt x="4858" y="7685"/>
                      <a:pt x="4230" y="7320"/>
                      <a:pt x="3632" y="6909"/>
                    </a:cubicBezTo>
                    <a:cubicBezTo>
                      <a:pt x="2841" y="6368"/>
                      <a:pt x="2099" y="5762"/>
                      <a:pt x="1410" y="5097"/>
                    </a:cubicBezTo>
                    <a:cubicBezTo>
                      <a:pt x="2071" y="4454"/>
                      <a:pt x="3572" y="3126"/>
                      <a:pt x="5514" y="2183"/>
                    </a:cubicBezTo>
                    <a:close/>
                    <a:moveTo>
                      <a:pt x="13865" y="2171"/>
                    </a:moveTo>
                    <a:cubicBezTo>
                      <a:pt x="14527" y="2491"/>
                      <a:pt x="15167" y="2866"/>
                      <a:pt x="15774" y="3283"/>
                    </a:cubicBezTo>
                    <a:cubicBezTo>
                      <a:pt x="16562" y="3823"/>
                      <a:pt x="17304" y="4430"/>
                      <a:pt x="17996" y="5094"/>
                    </a:cubicBezTo>
                    <a:cubicBezTo>
                      <a:pt x="17307" y="5759"/>
                      <a:pt x="16565" y="6365"/>
                      <a:pt x="15774" y="6909"/>
                    </a:cubicBezTo>
                    <a:cubicBezTo>
                      <a:pt x="15167" y="7326"/>
                      <a:pt x="14530" y="7697"/>
                      <a:pt x="13865" y="8017"/>
                    </a:cubicBezTo>
                    <a:cubicBezTo>
                      <a:pt x="15097" y="6263"/>
                      <a:pt x="15097" y="3926"/>
                      <a:pt x="13865" y="2171"/>
                    </a:cubicBezTo>
                    <a:close/>
                    <a:moveTo>
                      <a:pt x="9801" y="1133"/>
                    </a:moveTo>
                    <a:cubicBezTo>
                      <a:pt x="11948" y="1190"/>
                      <a:pt x="13657" y="2947"/>
                      <a:pt x="13657" y="5091"/>
                    </a:cubicBezTo>
                    <a:cubicBezTo>
                      <a:pt x="13657" y="7238"/>
                      <a:pt x="11948" y="8995"/>
                      <a:pt x="9801" y="9053"/>
                    </a:cubicBezTo>
                    <a:lnTo>
                      <a:pt x="9566" y="9053"/>
                    </a:lnTo>
                    <a:cubicBezTo>
                      <a:pt x="7431" y="8983"/>
                      <a:pt x="5734" y="7232"/>
                      <a:pt x="5728" y="5094"/>
                    </a:cubicBezTo>
                    <a:cubicBezTo>
                      <a:pt x="5731" y="2947"/>
                      <a:pt x="7440" y="1190"/>
                      <a:pt x="9587" y="1133"/>
                    </a:cubicBezTo>
                    <a:close/>
                    <a:moveTo>
                      <a:pt x="9557" y="0"/>
                    </a:moveTo>
                    <a:cubicBezTo>
                      <a:pt x="7440" y="37"/>
                      <a:pt x="5166" y="852"/>
                      <a:pt x="2965" y="2362"/>
                    </a:cubicBezTo>
                    <a:cubicBezTo>
                      <a:pt x="1283" y="3518"/>
                      <a:pt x="239" y="4665"/>
                      <a:pt x="196" y="4714"/>
                    </a:cubicBezTo>
                    <a:cubicBezTo>
                      <a:pt x="0" y="4928"/>
                      <a:pt x="0" y="5257"/>
                      <a:pt x="196" y="5472"/>
                    </a:cubicBezTo>
                    <a:cubicBezTo>
                      <a:pt x="239" y="5523"/>
                      <a:pt x="1283" y="6670"/>
                      <a:pt x="2965" y="7827"/>
                    </a:cubicBezTo>
                    <a:cubicBezTo>
                      <a:pt x="5166" y="9337"/>
                      <a:pt x="7440" y="10149"/>
                      <a:pt x="9557" y="10188"/>
                    </a:cubicBezTo>
                    <a:cubicBezTo>
                      <a:pt x="9602" y="10188"/>
                      <a:pt x="9647" y="10191"/>
                      <a:pt x="9692" y="10191"/>
                    </a:cubicBezTo>
                    <a:lnTo>
                      <a:pt x="9717" y="10191"/>
                    </a:lnTo>
                    <a:cubicBezTo>
                      <a:pt x="11869" y="10185"/>
                      <a:pt x="14194" y="9367"/>
                      <a:pt x="16435" y="7827"/>
                    </a:cubicBezTo>
                    <a:cubicBezTo>
                      <a:pt x="18120" y="6670"/>
                      <a:pt x="19161" y="5523"/>
                      <a:pt x="19207" y="5475"/>
                    </a:cubicBezTo>
                    <a:cubicBezTo>
                      <a:pt x="19400" y="5257"/>
                      <a:pt x="19400" y="4931"/>
                      <a:pt x="19207" y="4714"/>
                    </a:cubicBezTo>
                    <a:cubicBezTo>
                      <a:pt x="19161" y="4665"/>
                      <a:pt x="18120" y="3521"/>
                      <a:pt x="16435" y="2365"/>
                    </a:cubicBezTo>
                    <a:cubicBezTo>
                      <a:pt x="14191" y="822"/>
                      <a:pt x="11869" y="6"/>
                      <a:pt x="9717" y="0"/>
                    </a:cubicBezTo>
                    <a:close/>
                  </a:path>
                </a:pathLst>
              </a:custGeom>
              <a:grpFill/>
              <a:ln>
                <a:noFill/>
              </a:ln>
              <a:scene3d>
                <a:camera prst="orthographicFront"/>
                <a:lightRig rig="threePt" dir="t"/>
              </a:scene3d>
              <a:sp3d/>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3" name="Google Shape;11239;p63">
                <a:extLst>
                  <a:ext uri="{FF2B5EF4-FFF2-40B4-BE49-F238E27FC236}">
                    <a16:creationId xmlns:a16="http://schemas.microsoft.com/office/drawing/2014/main" id="{07FC6310-CA9F-5E71-9AAD-BA633CA47526}"/>
                  </a:ext>
                </a:extLst>
              </p:cNvPr>
              <p:cNvSpPr/>
              <p:nvPr/>
            </p:nvSpPr>
            <p:spPr>
              <a:xfrm>
                <a:off x="2246650" y="408900"/>
                <a:ext cx="147075" cy="141600"/>
              </a:xfrm>
              <a:custGeom>
                <a:avLst/>
                <a:gdLst/>
                <a:ahLst/>
                <a:cxnLst/>
                <a:rect l="l" t="t" r="r" b="b"/>
                <a:pathLst>
                  <a:path w="5883" h="5664" extrusionOk="0">
                    <a:moveTo>
                      <a:pt x="3054" y="1132"/>
                    </a:moveTo>
                    <a:cubicBezTo>
                      <a:pt x="3495" y="1132"/>
                      <a:pt x="3930" y="1304"/>
                      <a:pt x="4255" y="1630"/>
                    </a:cubicBezTo>
                    <a:cubicBezTo>
                      <a:pt x="4738" y="2116"/>
                      <a:pt x="4886" y="2846"/>
                      <a:pt x="4624" y="3480"/>
                    </a:cubicBezTo>
                    <a:cubicBezTo>
                      <a:pt x="4358" y="4115"/>
                      <a:pt x="3739" y="4531"/>
                      <a:pt x="3053" y="4531"/>
                    </a:cubicBezTo>
                    <a:cubicBezTo>
                      <a:pt x="2114" y="4528"/>
                      <a:pt x="1357" y="3770"/>
                      <a:pt x="1353" y="2831"/>
                    </a:cubicBezTo>
                    <a:cubicBezTo>
                      <a:pt x="1353" y="2143"/>
                      <a:pt x="1767" y="1524"/>
                      <a:pt x="2404" y="1261"/>
                    </a:cubicBezTo>
                    <a:cubicBezTo>
                      <a:pt x="2614" y="1174"/>
                      <a:pt x="2835" y="1132"/>
                      <a:pt x="3054" y="1132"/>
                    </a:cubicBezTo>
                    <a:close/>
                    <a:moveTo>
                      <a:pt x="3053" y="1"/>
                    </a:moveTo>
                    <a:cubicBezTo>
                      <a:pt x="2316" y="1"/>
                      <a:pt x="1593" y="288"/>
                      <a:pt x="1052" y="829"/>
                    </a:cubicBezTo>
                    <a:cubicBezTo>
                      <a:pt x="242" y="1639"/>
                      <a:pt x="1" y="2855"/>
                      <a:pt x="439" y="3915"/>
                    </a:cubicBezTo>
                    <a:cubicBezTo>
                      <a:pt x="876" y="4972"/>
                      <a:pt x="1909" y="5663"/>
                      <a:pt x="3053" y="5663"/>
                    </a:cubicBezTo>
                    <a:cubicBezTo>
                      <a:pt x="4614" y="5660"/>
                      <a:pt x="5883" y="4395"/>
                      <a:pt x="5883" y="2831"/>
                    </a:cubicBezTo>
                    <a:cubicBezTo>
                      <a:pt x="5883" y="1687"/>
                      <a:pt x="5194" y="654"/>
                      <a:pt x="4137" y="216"/>
                    </a:cubicBezTo>
                    <a:cubicBezTo>
                      <a:pt x="3786" y="71"/>
                      <a:pt x="3418" y="1"/>
                      <a:pt x="3053" y="1"/>
                    </a:cubicBezTo>
                    <a:close/>
                  </a:path>
                </a:pathLst>
              </a:custGeom>
              <a:grpFill/>
              <a:ln>
                <a:noFill/>
              </a:ln>
              <a:scene3d>
                <a:camera prst="orthographicFront"/>
                <a:lightRig rig="threePt" dir="t"/>
              </a:scene3d>
              <a:sp3d/>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sp>
        <p:nvSpPr>
          <p:cNvPr id="27" name="Google Shape;1855;p24">
            <a:extLst>
              <a:ext uri="{FF2B5EF4-FFF2-40B4-BE49-F238E27FC236}">
                <a16:creationId xmlns:a16="http://schemas.microsoft.com/office/drawing/2014/main" id="{DC59023A-534E-F7CC-73C9-E3D8B5AEFCFD}"/>
              </a:ext>
            </a:extLst>
          </p:cNvPr>
          <p:cNvSpPr txBox="1">
            <a:spLocks/>
          </p:cNvSpPr>
          <p:nvPr/>
        </p:nvSpPr>
        <p:spPr>
          <a:xfrm>
            <a:off x="2489002" y="4124805"/>
            <a:ext cx="883115" cy="31018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r>
              <a:rPr lang="en-US" sz="1600">
                <a:solidFill>
                  <a:schemeClr val="bg1">
                    <a:lumMod val="50000"/>
                  </a:schemeClr>
                </a:solidFill>
                <a:latin typeface="Arial" panose="020B0604020202020204" pitchFamily="34" charset="0"/>
                <a:cs typeface="Arial" panose="020B0604020202020204" pitchFamily="34" charset="0"/>
              </a:rPr>
              <a:t>Giám sát an ninh</a:t>
            </a:r>
          </a:p>
        </p:txBody>
      </p:sp>
      <p:sp>
        <p:nvSpPr>
          <p:cNvPr id="28" name="Google Shape;1855;p24">
            <a:extLst>
              <a:ext uri="{FF2B5EF4-FFF2-40B4-BE49-F238E27FC236}">
                <a16:creationId xmlns:a16="http://schemas.microsoft.com/office/drawing/2014/main" id="{22094A42-468D-C040-799A-C2B90525E48E}"/>
              </a:ext>
            </a:extLst>
          </p:cNvPr>
          <p:cNvSpPr txBox="1">
            <a:spLocks/>
          </p:cNvSpPr>
          <p:nvPr/>
        </p:nvSpPr>
        <p:spPr>
          <a:xfrm>
            <a:off x="7701136" y="3106820"/>
            <a:ext cx="1280969" cy="31018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sz="1600">
                <a:solidFill>
                  <a:schemeClr val="bg1">
                    <a:lumMod val="50000"/>
                  </a:schemeClr>
                </a:solidFill>
                <a:latin typeface="Arial" panose="020B0604020202020204" pitchFamily="34" charset="0"/>
                <a:cs typeface="Arial" panose="020B0604020202020204" pitchFamily="34" charset="0"/>
              </a:rPr>
              <a:t>3D Computer Vision</a:t>
            </a:r>
          </a:p>
        </p:txBody>
      </p:sp>
      <p:sp>
        <p:nvSpPr>
          <p:cNvPr id="29" name="Google Shape;1855;p24">
            <a:extLst>
              <a:ext uri="{FF2B5EF4-FFF2-40B4-BE49-F238E27FC236}">
                <a16:creationId xmlns:a16="http://schemas.microsoft.com/office/drawing/2014/main" id="{9EF864BD-F281-FFFD-CB51-DA08197D9C28}"/>
              </a:ext>
            </a:extLst>
          </p:cNvPr>
          <p:cNvSpPr txBox="1">
            <a:spLocks/>
          </p:cNvSpPr>
          <p:nvPr/>
        </p:nvSpPr>
        <p:spPr>
          <a:xfrm>
            <a:off x="5411705" y="4257117"/>
            <a:ext cx="1273898" cy="31018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r>
              <a:rPr lang="en-US" sz="1600">
                <a:solidFill>
                  <a:schemeClr val="bg1">
                    <a:lumMod val="50000"/>
                  </a:schemeClr>
                </a:solidFill>
                <a:latin typeface="Arial" panose="020B0604020202020204" pitchFamily="34" charset="0"/>
                <a:cs typeface="Arial" panose="020B0604020202020204" pitchFamily="34" charset="0"/>
              </a:rPr>
              <a:t>Tracking và Detection</a:t>
            </a:r>
          </a:p>
        </p:txBody>
      </p:sp>
      <p:cxnSp>
        <p:nvCxnSpPr>
          <p:cNvPr id="30" name="Elbow Connector 97">
            <a:extLst>
              <a:ext uri="{FF2B5EF4-FFF2-40B4-BE49-F238E27FC236}">
                <a16:creationId xmlns:a16="http://schemas.microsoft.com/office/drawing/2014/main" id="{F4391EE1-D1AA-F2AE-E9E7-46BCB2E17CAF}"/>
              </a:ext>
            </a:extLst>
          </p:cNvPr>
          <p:cNvCxnSpPr>
            <a:cxnSpLocks/>
          </p:cNvCxnSpPr>
          <p:nvPr/>
        </p:nvCxnSpPr>
        <p:spPr>
          <a:xfrm rot="16200000" flipV="1">
            <a:off x="2605089" y="2349980"/>
            <a:ext cx="597431" cy="573177"/>
          </a:xfrm>
          <a:prstGeom prst="bentConnector3">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AE12451-7D1C-42AD-5210-ABD880B1B329}"/>
              </a:ext>
            </a:extLst>
          </p:cNvPr>
          <p:cNvCxnSpPr/>
          <p:nvPr/>
        </p:nvCxnSpPr>
        <p:spPr>
          <a:xfrm flipH="1" flipV="1">
            <a:off x="3187062" y="2936542"/>
            <a:ext cx="551674" cy="775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Elbow Connector 111">
            <a:extLst>
              <a:ext uri="{FF2B5EF4-FFF2-40B4-BE49-F238E27FC236}">
                <a16:creationId xmlns:a16="http://schemas.microsoft.com/office/drawing/2014/main" id="{017CC23C-0AF8-52AB-3C17-8D87B51E9053}"/>
              </a:ext>
            </a:extLst>
          </p:cNvPr>
          <p:cNvCxnSpPr/>
          <p:nvPr/>
        </p:nvCxnSpPr>
        <p:spPr>
          <a:xfrm rot="10800000" flipV="1">
            <a:off x="2179029" y="2935281"/>
            <a:ext cx="1004223" cy="494099"/>
          </a:xfrm>
          <a:prstGeom prst="bentConnector3">
            <a:avLst>
              <a:gd name="adj1" fmla="val 50000"/>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Elbow Connector 113">
            <a:extLst>
              <a:ext uri="{FF2B5EF4-FFF2-40B4-BE49-F238E27FC236}">
                <a16:creationId xmlns:a16="http://schemas.microsoft.com/office/drawing/2014/main" id="{F3B85E5D-8445-A3C0-141C-B161394F45CF}"/>
              </a:ext>
            </a:extLst>
          </p:cNvPr>
          <p:cNvCxnSpPr/>
          <p:nvPr/>
        </p:nvCxnSpPr>
        <p:spPr>
          <a:xfrm rot="10800000">
            <a:off x="1425849" y="2647451"/>
            <a:ext cx="1769219" cy="282552"/>
          </a:xfrm>
          <a:prstGeom prst="bentConnector3">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34" name="Google Shape;1855;p24">
            <a:extLst>
              <a:ext uri="{FF2B5EF4-FFF2-40B4-BE49-F238E27FC236}">
                <a16:creationId xmlns:a16="http://schemas.microsoft.com/office/drawing/2014/main" id="{F08C524B-3156-542F-7042-5273DE7C6277}"/>
              </a:ext>
            </a:extLst>
          </p:cNvPr>
          <p:cNvSpPr txBox="1">
            <a:spLocks/>
          </p:cNvSpPr>
          <p:nvPr/>
        </p:nvSpPr>
        <p:spPr>
          <a:xfrm>
            <a:off x="3272974" y="2770785"/>
            <a:ext cx="1112124" cy="31018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sz="1600">
                <a:solidFill>
                  <a:schemeClr val="bg1">
                    <a:lumMod val="50000"/>
                  </a:schemeClr>
                </a:solidFill>
                <a:latin typeface="Arial" panose="020B0604020202020204" pitchFamily="34" charset="0"/>
                <a:cs typeface="Arial" panose="020B0604020202020204" pitchFamily="34" charset="0"/>
              </a:rPr>
              <a:t>Ứng </a:t>
            </a:r>
          </a:p>
          <a:p>
            <a:pPr algn="l"/>
            <a:r>
              <a:rPr lang="en-US" sz="1600">
                <a:solidFill>
                  <a:schemeClr val="bg1">
                    <a:lumMod val="50000"/>
                  </a:schemeClr>
                </a:solidFill>
                <a:latin typeface="Arial" panose="020B0604020202020204" pitchFamily="34" charset="0"/>
                <a:cs typeface="Arial" panose="020B0604020202020204" pitchFamily="34" charset="0"/>
              </a:rPr>
              <a:t>dụng</a:t>
            </a:r>
          </a:p>
        </p:txBody>
      </p:sp>
      <p:sp>
        <p:nvSpPr>
          <p:cNvPr id="35" name="Google Shape;1855;p24">
            <a:extLst>
              <a:ext uri="{FF2B5EF4-FFF2-40B4-BE49-F238E27FC236}">
                <a16:creationId xmlns:a16="http://schemas.microsoft.com/office/drawing/2014/main" id="{24148654-9633-6A48-9FE8-A2A13EF9DE15}"/>
              </a:ext>
            </a:extLst>
          </p:cNvPr>
          <p:cNvSpPr txBox="1">
            <a:spLocks/>
          </p:cNvSpPr>
          <p:nvPr/>
        </p:nvSpPr>
        <p:spPr>
          <a:xfrm>
            <a:off x="5225024" y="2770785"/>
            <a:ext cx="795118" cy="31018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sz="1600">
                <a:solidFill>
                  <a:schemeClr val="bg1">
                    <a:lumMod val="50000"/>
                  </a:schemeClr>
                </a:solidFill>
                <a:latin typeface="Arial" panose="020B0604020202020204" pitchFamily="34" charset="0"/>
                <a:cs typeface="Arial" panose="020B0604020202020204" pitchFamily="34" charset="0"/>
              </a:rPr>
              <a:t>Phương </a:t>
            </a:r>
          </a:p>
          <a:p>
            <a:pPr algn="l"/>
            <a:r>
              <a:rPr lang="en-US" sz="1600">
                <a:solidFill>
                  <a:schemeClr val="bg1">
                    <a:lumMod val="50000"/>
                  </a:schemeClr>
                </a:solidFill>
                <a:latin typeface="Arial" panose="020B0604020202020204" pitchFamily="34" charset="0"/>
                <a:cs typeface="Arial" panose="020B0604020202020204" pitchFamily="34" charset="0"/>
              </a:rPr>
              <a:t>pháp</a:t>
            </a:r>
          </a:p>
        </p:txBody>
      </p:sp>
      <p:grpSp>
        <p:nvGrpSpPr>
          <p:cNvPr id="36" name="Group 35">
            <a:extLst>
              <a:ext uri="{FF2B5EF4-FFF2-40B4-BE49-F238E27FC236}">
                <a16:creationId xmlns:a16="http://schemas.microsoft.com/office/drawing/2014/main" id="{82CACA0F-E716-F9C7-77C2-C4DAA04509A3}"/>
              </a:ext>
            </a:extLst>
          </p:cNvPr>
          <p:cNvGrpSpPr/>
          <p:nvPr/>
        </p:nvGrpSpPr>
        <p:grpSpPr>
          <a:xfrm>
            <a:off x="2085702" y="3365341"/>
            <a:ext cx="133121" cy="127907"/>
            <a:chOff x="5794416" y="2072576"/>
            <a:chExt cx="133121" cy="127907"/>
          </a:xfrm>
        </p:grpSpPr>
        <p:sp>
          <p:nvSpPr>
            <p:cNvPr id="37" name="Google Shape;10105;p59">
              <a:extLst>
                <a:ext uri="{FF2B5EF4-FFF2-40B4-BE49-F238E27FC236}">
                  <a16:creationId xmlns:a16="http://schemas.microsoft.com/office/drawing/2014/main" id="{EE2B5592-4643-B323-4125-9E7F0AC07535}"/>
                </a:ext>
              </a:extLst>
            </p:cNvPr>
            <p:cNvSpPr/>
            <p:nvPr/>
          </p:nvSpPr>
          <p:spPr>
            <a:xfrm>
              <a:off x="5794416" y="2072576"/>
              <a:ext cx="133121" cy="127907"/>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1"/>
            </a:solidFill>
            <a:ln>
              <a:solidFill>
                <a:schemeClr val="tx2">
                  <a:lumMod val="50000"/>
                </a:schemeClr>
              </a:solidFill>
            </a:ln>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0105;p59">
              <a:extLst>
                <a:ext uri="{FF2B5EF4-FFF2-40B4-BE49-F238E27FC236}">
                  <a16:creationId xmlns:a16="http://schemas.microsoft.com/office/drawing/2014/main" id="{910AE891-03B2-C6E1-ED2D-97200C741A81}"/>
                </a:ext>
              </a:extLst>
            </p:cNvPr>
            <p:cNvSpPr/>
            <p:nvPr/>
          </p:nvSpPr>
          <p:spPr>
            <a:xfrm>
              <a:off x="5825126" y="2101619"/>
              <a:ext cx="79046" cy="75950"/>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 name="Group 38">
            <a:extLst>
              <a:ext uri="{FF2B5EF4-FFF2-40B4-BE49-F238E27FC236}">
                <a16:creationId xmlns:a16="http://schemas.microsoft.com/office/drawing/2014/main" id="{16EF34FE-9AB1-32F8-92A5-515CB06D28E3}"/>
              </a:ext>
            </a:extLst>
          </p:cNvPr>
          <p:cNvGrpSpPr/>
          <p:nvPr/>
        </p:nvGrpSpPr>
        <p:grpSpPr>
          <a:xfrm>
            <a:off x="1340036" y="2593396"/>
            <a:ext cx="133121" cy="127907"/>
            <a:chOff x="5794416" y="2072576"/>
            <a:chExt cx="133121" cy="127907"/>
          </a:xfrm>
        </p:grpSpPr>
        <p:sp>
          <p:nvSpPr>
            <p:cNvPr id="40" name="Google Shape;10105;p59">
              <a:extLst>
                <a:ext uri="{FF2B5EF4-FFF2-40B4-BE49-F238E27FC236}">
                  <a16:creationId xmlns:a16="http://schemas.microsoft.com/office/drawing/2014/main" id="{DDC9EF8D-421E-8D85-D74D-EA43C0981F27}"/>
                </a:ext>
              </a:extLst>
            </p:cNvPr>
            <p:cNvSpPr/>
            <p:nvPr/>
          </p:nvSpPr>
          <p:spPr>
            <a:xfrm>
              <a:off x="5794416" y="2072576"/>
              <a:ext cx="133121" cy="127907"/>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1"/>
            </a:solidFill>
            <a:ln>
              <a:solidFill>
                <a:schemeClr val="tx2">
                  <a:lumMod val="50000"/>
                </a:schemeClr>
              </a:solidFill>
            </a:ln>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0105;p59">
              <a:extLst>
                <a:ext uri="{FF2B5EF4-FFF2-40B4-BE49-F238E27FC236}">
                  <a16:creationId xmlns:a16="http://schemas.microsoft.com/office/drawing/2014/main" id="{93504286-06E4-2D6F-DB33-A37588357623}"/>
                </a:ext>
              </a:extLst>
            </p:cNvPr>
            <p:cNvSpPr/>
            <p:nvPr/>
          </p:nvSpPr>
          <p:spPr>
            <a:xfrm>
              <a:off x="5825126" y="2101619"/>
              <a:ext cx="79046" cy="75950"/>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 name="Group 41">
            <a:extLst>
              <a:ext uri="{FF2B5EF4-FFF2-40B4-BE49-F238E27FC236}">
                <a16:creationId xmlns:a16="http://schemas.microsoft.com/office/drawing/2014/main" id="{B4603FFE-489B-D748-C68F-A80F84C7726F}"/>
              </a:ext>
            </a:extLst>
          </p:cNvPr>
          <p:cNvGrpSpPr/>
          <p:nvPr/>
        </p:nvGrpSpPr>
        <p:grpSpPr>
          <a:xfrm>
            <a:off x="2541550" y="2218156"/>
            <a:ext cx="133121" cy="127907"/>
            <a:chOff x="5794416" y="2072576"/>
            <a:chExt cx="133121" cy="127907"/>
          </a:xfrm>
        </p:grpSpPr>
        <p:sp>
          <p:nvSpPr>
            <p:cNvPr id="43" name="Google Shape;10105;p59">
              <a:extLst>
                <a:ext uri="{FF2B5EF4-FFF2-40B4-BE49-F238E27FC236}">
                  <a16:creationId xmlns:a16="http://schemas.microsoft.com/office/drawing/2014/main" id="{C3F95AE8-6F9E-27D4-2BD8-0C93D2B2D74D}"/>
                </a:ext>
              </a:extLst>
            </p:cNvPr>
            <p:cNvSpPr/>
            <p:nvPr/>
          </p:nvSpPr>
          <p:spPr>
            <a:xfrm>
              <a:off x="5794416" y="2072576"/>
              <a:ext cx="133121" cy="127907"/>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1"/>
            </a:solidFill>
            <a:ln>
              <a:solidFill>
                <a:schemeClr val="tx2">
                  <a:lumMod val="50000"/>
                </a:schemeClr>
              </a:solidFill>
            </a:ln>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0105;p59">
              <a:extLst>
                <a:ext uri="{FF2B5EF4-FFF2-40B4-BE49-F238E27FC236}">
                  <a16:creationId xmlns:a16="http://schemas.microsoft.com/office/drawing/2014/main" id="{A865D40F-E6FA-D2B5-D2CC-370C73A9E82D}"/>
                </a:ext>
              </a:extLst>
            </p:cNvPr>
            <p:cNvSpPr/>
            <p:nvPr/>
          </p:nvSpPr>
          <p:spPr>
            <a:xfrm>
              <a:off x="5825126" y="2101619"/>
              <a:ext cx="79046" cy="75950"/>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1855;p24">
            <a:extLst>
              <a:ext uri="{FF2B5EF4-FFF2-40B4-BE49-F238E27FC236}">
                <a16:creationId xmlns:a16="http://schemas.microsoft.com/office/drawing/2014/main" id="{FF0866C5-D893-7ECF-D6A7-5175380BFC7B}"/>
              </a:ext>
            </a:extLst>
          </p:cNvPr>
          <p:cNvSpPr txBox="1">
            <a:spLocks/>
          </p:cNvSpPr>
          <p:nvPr/>
        </p:nvSpPr>
        <p:spPr>
          <a:xfrm>
            <a:off x="415543" y="2477337"/>
            <a:ext cx="883115" cy="31018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r>
              <a:rPr lang="en-US" sz="1600">
                <a:solidFill>
                  <a:schemeClr val="bg1">
                    <a:lumMod val="50000"/>
                  </a:schemeClr>
                </a:solidFill>
                <a:latin typeface="Arial" panose="020B0604020202020204" pitchFamily="34" charset="0"/>
                <a:cs typeface="Arial" panose="020B0604020202020204" pitchFamily="34" charset="0"/>
              </a:rPr>
              <a:t>P</a:t>
            </a:r>
            <a:r>
              <a:rPr lang="vi-VN" sz="1600">
                <a:solidFill>
                  <a:schemeClr val="bg1">
                    <a:lumMod val="50000"/>
                  </a:schemeClr>
                </a:solidFill>
                <a:latin typeface="Arial" panose="020B0604020202020204" pitchFamily="34" charset="0"/>
                <a:cs typeface="Arial" panose="020B0604020202020204" pitchFamily="34" charset="0"/>
              </a:rPr>
              <a:t>hát hiện đối tượng</a:t>
            </a:r>
            <a:endParaRPr lang="en-US" sz="1600">
              <a:solidFill>
                <a:schemeClr val="bg1">
                  <a:lumMod val="50000"/>
                </a:schemeClr>
              </a:solidFill>
              <a:latin typeface="Arial" panose="020B0604020202020204" pitchFamily="34" charset="0"/>
              <a:cs typeface="Arial" panose="020B0604020202020204" pitchFamily="34" charset="0"/>
            </a:endParaRPr>
          </a:p>
        </p:txBody>
      </p:sp>
      <p:sp>
        <p:nvSpPr>
          <p:cNvPr id="46" name="Google Shape;1855;p24">
            <a:extLst>
              <a:ext uri="{FF2B5EF4-FFF2-40B4-BE49-F238E27FC236}">
                <a16:creationId xmlns:a16="http://schemas.microsoft.com/office/drawing/2014/main" id="{49523528-4C57-D973-6ABA-2683A686D87E}"/>
              </a:ext>
            </a:extLst>
          </p:cNvPr>
          <p:cNvSpPr txBox="1">
            <a:spLocks/>
          </p:cNvSpPr>
          <p:nvPr/>
        </p:nvSpPr>
        <p:spPr>
          <a:xfrm>
            <a:off x="2085702" y="1783805"/>
            <a:ext cx="1053521" cy="31018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r>
              <a:rPr lang="en-US" sz="1600">
                <a:solidFill>
                  <a:schemeClr val="bg1">
                    <a:lumMod val="50000"/>
                  </a:schemeClr>
                </a:solidFill>
                <a:latin typeface="Arial" panose="020B0604020202020204" pitchFamily="34" charset="0"/>
                <a:cs typeface="Arial" panose="020B0604020202020204" pitchFamily="34" charset="0"/>
              </a:rPr>
              <a:t>Nhận dạng </a:t>
            </a:r>
          </a:p>
          <a:p>
            <a:r>
              <a:rPr lang="en-US" sz="1600">
                <a:solidFill>
                  <a:schemeClr val="bg1">
                    <a:lumMod val="50000"/>
                  </a:schemeClr>
                </a:solidFill>
                <a:latin typeface="Arial" panose="020B0604020202020204" pitchFamily="34" charset="0"/>
                <a:cs typeface="Arial" panose="020B0604020202020204" pitchFamily="34" charset="0"/>
              </a:rPr>
              <a:t>khuôn mặt</a:t>
            </a:r>
          </a:p>
        </p:txBody>
      </p:sp>
      <p:cxnSp>
        <p:nvCxnSpPr>
          <p:cNvPr id="47" name="Elbow Connector 129">
            <a:extLst>
              <a:ext uri="{FF2B5EF4-FFF2-40B4-BE49-F238E27FC236}">
                <a16:creationId xmlns:a16="http://schemas.microsoft.com/office/drawing/2014/main" id="{2CE1C3CD-36DB-C42A-0B8D-87B930791C27}"/>
              </a:ext>
            </a:extLst>
          </p:cNvPr>
          <p:cNvCxnSpPr/>
          <p:nvPr/>
        </p:nvCxnSpPr>
        <p:spPr>
          <a:xfrm flipV="1">
            <a:off x="5821713" y="2413822"/>
            <a:ext cx="1989435" cy="522066"/>
          </a:xfrm>
          <a:prstGeom prst="bentConnector3">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Elbow Connector 131">
            <a:extLst>
              <a:ext uri="{FF2B5EF4-FFF2-40B4-BE49-F238E27FC236}">
                <a16:creationId xmlns:a16="http://schemas.microsoft.com/office/drawing/2014/main" id="{42B698F3-5257-CB85-244A-24F6483BFDA8}"/>
              </a:ext>
            </a:extLst>
          </p:cNvPr>
          <p:cNvCxnSpPr/>
          <p:nvPr/>
        </p:nvCxnSpPr>
        <p:spPr>
          <a:xfrm rot="16200000" flipH="1">
            <a:off x="5405932" y="3404734"/>
            <a:ext cx="1135676" cy="196769"/>
          </a:xfrm>
          <a:prstGeom prst="bentConnector3">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Elbow Connector 133">
            <a:extLst>
              <a:ext uri="{FF2B5EF4-FFF2-40B4-BE49-F238E27FC236}">
                <a16:creationId xmlns:a16="http://schemas.microsoft.com/office/drawing/2014/main" id="{2747221D-D92C-15BE-59AD-C182DA0340D1}"/>
              </a:ext>
            </a:extLst>
          </p:cNvPr>
          <p:cNvCxnSpPr/>
          <p:nvPr/>
        </p:nvCxnSpPr>
        <p:spPr>
          <a:xfrm>
            <a:off x="5872602" y="2937148"/>
            <a:ext cx="1599522" cy="320083"/>
          </a:xfrm>
          <a:prstGeom prst="bentConnector3">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Elbow Connector 135">
            <a:extLst>
              <a:ext uri="{FF2B5EF4-FFF2-40B4-BE49-F238E27FC236}">
                <a16:creationId xmlns:a16="http://schemas.microsoft.com/office/drawing/2014/main" id="{C65EB16C-9415-E39D-165C-5277D03FBA0F}"/>
              </a:ext>
            </a:extLst>
          </p:cNvPr>
          <p:cNvCxnSpPr/>
          <p:nvPr/>
        </p:nvCxnSpPr>
        <p:spPr>
          <a:xfrm rot="5400000" flipH="1" flipV="1">
            <a:off x="5784058" y="1967174"/>
            <a:ext cx="1262645" cy="673567"/>
          </a:xfrm>
          <a:prstGeom prst="bentConnector3">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nvGrpSpPr>
          <p:cNvPr id="51" name="Group 50">
            <a:extLst>
              <a:ext uri="{FF2B5EF4-FFF2-40B4-BE49-F238E27FC236}">
                <a16:creationId xmlns:a16="http://schemas.microsoft.com/office/drawing/2014/main" id="{2A438870-677C-CFA9-AA03-878BD2F2C697}"/>
              </a:ext>
            </a:extLst>
          </p:cNvPr>
          <p:cNvGrpSpPr/>
          <p:nvPr/>
        </p:nvGrpSpPr>
        <p:grpSpPr>
          <a:xfrm>
            <a:off x="5996968" y="4013427"/>
            <a:ext cx="133121" cy="127907"/>
            <a:chOff x="5794416" y="2072576"/>
            <a:chExt cx="133121" cy="127907"/>
          </a:xfrm>
        </p:grpSpPr>
        <p:sp>
          <p:nvSpPr>
            <p:cNvPr id="52" name="Google Shape;10105;p59">
              <a:extLst>
                <a:ext uri="{FF2B5EF4-FFF2-40B4-BE49-F238E27FC236}">
                  <a16:creationId xmlns:a16="http://schemas.microsoft.com/office/drawing/2014/main" id="{A0BBD6D3-E067-F82D-2E33-FE6028667E56}"/>
                </a:ext>
              </a:extLst>
            </p:cNvPr>
            <p:cNvSpPr/>
            <p:nvPr/>
          </p:nvSpPr>
          <p:spPr>
            <a:xfrm>
              <a:off x="5794416" y="2072576"/>
              <a:ext cx="133121" cy="127907"/>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1"/>
            </a:solidFill>
            <a:ln>
              <a:solidFill>
                <a:schemeClr val="tx2">
                  <a:lumMod val="50000"/>
                </a:schemeClr>
              </a:solidFill>
            </a:ln>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0105;p59">
              <a:extLst>
                <a:ext uri="{FF2B5EF4-FFF2-40B4-BE49-F238E27FC236}">
                  <a16:creationId xmlns:a16="http://schemas.microsoft.com/office/drawing/2014/main" id="{01E039E7-8170-9332-FC31-861FB3F882E3}"/>
                </a:ext>
              </a:extLst>
            </p:cNvPr>
            <p:cNvSpPr/>
            <p:nvPr/>
          </p:nvSpPr>
          <p:spPr>
            <a:xfrm>
              <a:off x="5825126" y="2101619"/>
              <a:ext cx="79046" cy="75950"/>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roup 53">
            <a:extLst>
              <a:ext uri="{FF2B5EF4-FFF2-40B4-BE49-F238E27FC236}">
                <a16:creationId xmlns:a16="http://schemas.microsoft.com/office/drawing/2014/main" id="{8F83D48F-F872-B38B-EF96-73EEB1BC00CC}"/>
              </a:ext>
            </a:extLst>
          </p:cNvPr>
          <p:cNvGrpSpPr/>
          <p:nvPr/>
        </p:nvGrpSpPr>
        <p:grpSpPr>
          <a:xfrm>
            <a:off x="7434531" y="3201699"/>
            <a:ext cx="133121" cy="127907"/>
            <a:chOff x="5794416" y="2072576"/>
            <a:chExt cx="133121" cy="127907"/>
          </a:xfrm>
        </p:grpSpPr>
        <p:sp>
          <p:nvSpPr>
            <p:cNvPr id="55" name="Google Shape;10105;p59">
              <a:extLst>
                <a:ext uri="{FF2B5EF4-FFF2-40B4-BE49-F238E27FC236}">
                  <a16:creationId xmlns:a16="http://schemas.microsoft.com/office/drawing/2014/main" id="{BBD30AC9-D049-BA46-3B74-4A486B999421}"/>
                </a:ext>
              </a:extLst>
            </p:cNvPr>
            <p:cNvSpPr/>
            <p:nvPr/>
          </p:nvSpPr>
          <p:spPr>
            <a:xfrm>
              <a:off x="5794416" y="2072576"/>
              <a:ext cx="133121" cy="127907"/>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1"/>
            </a:solidFill>
            <a:ln>
              <a:solidFill>
                <a:schemeClr val="tx2">
                  <a:lumMod val="50000"/>
                </a:schemeClr>
              </a:solidFill>
            </a:ln>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0105;p59">
              <a:extLst>
                <a:ext uri="{FF2B5EF4-FFF2-40B4-BE49-F238E27FC236}">
                  <a16:creationId xmlns:a16="http://schemas.microsoft.com/office/drawing/2014/main" id="{7811FDC7-EC8C-FF50-F700-D3FF36B51182}"/>
                </a:ext>
              </a:extLst>
            </p:cNvPr>
            <p:cNvSpPr/>
            <p:nvPr/>
          </p:nvSpPr>
          <p:spPr>
            <a:xfrm>
              <a:off x="5825126" y="2101619"/>
              <a:ext cx="79046" cy="75950"/>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 name="Group 56">
            <a:extLst>
              <a:ext uri="{FF2B5EF4-FFF2-40B4-BE49-F238E27FC236}">
                <a16:creationId xmlns:a16="http://schemas.microsoft.com/office/drawing/2014/main" id="{45EF8BE8-889A-433C-A122-E96B40F3FA2C}"/>
              </a:ext>
            </a:extLst>
          </p:cNvPr>
          <p:cNvGrpSpPr/>
          <p:nvPr/>
        </p:nvGrpSpPr>
        <p:grpSpPr>
          <a:xfrm>
            <a:off x="7786584" y="2348003"/>
            <a:ext cx="133121" cy="127907"/>
            <a:chOff x="5794416" y="2072576"/>
            <a:chExt cx="133121" cy="127907"/>
          </a:xfrm>
        </p:grpSpPr>
        <p:sp>
          <p:nvSpPr>
            <p:cNvPr id="58" name="Google Shape;10105;p59">
              <a:extLst>
                <a:ext uri="{FF2B5EF4-FFF2-40B4-BE49-F238E27FC236}">
                  <a16:creationId xmlns:a16="http://schemas.microsoft.com/office/drawing/2014/main" id="{EAC2259C-1EB3-4DD1-3EBE-AAA6EBC16997}"/>
                </a:ext>
              </a:extLst>
            </p:cNvPr>
            <p:cNvSpPr/>
            <p:nvPr/>
          </p:nvSpPr>
          <p:spPr>
            <a:xfrm>
              <a:off x="5794416" y="2072576"/>
              <a:ext cx="133121" cy="127907"/>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1"/>
            </a:solidFill>
            <a:ln>
              <a:solidFill>
                <a:schemeClr val="tx2">
                  <a:lumMod val="50000"/>
                </a:schemeClr>
              </a:solidFill>
            </a:ln>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0105;p59">
              <a:extLst>
                <a:ext uri="{FF2B5EF4-FFF2-40B4-BE49-F238E27FC236}">
                  <a16:creationId xmlns:a16="http://schemas.microsoft.com/office/drawing/2014/main" id="{B3AE0556-4133-3C6D-1CE2-804A403A10D2}"/>
                </a:ext>
              </a:extLst>
            </p:cNvPr>
            <p:cNvSpPr/>
            <p:nvPr/>
          </p:nvSpPr>
          <p:spPr>
            <a:xfrm>
              <a:off x="5825126" y="2101619"/>
              <a:ext cx="79046" cy="75950"/>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 name="Group 59">
            <a:extLst>
              <a:ext uri="{FF2B5EF4-FFF2-40B4-BE49-F238E27FC236}">
                <a16:creationId xmlns:a16="http://schemas.microsoft.com/office/drawing/2014/main" id="{224109E2-E888-AED0-BF7E-2D270A712DE2}"/>
              </a:ext>
            </a:extLst>
          </p:cNvPr>
          <p:cNvGrpSpPr/>
          <p:nvPr/>
        </p:nvGrpSpPr>
        <p:grpSpPr>
          <a:xfrm>
            <a:off x="6685603" y="1630318"/>
            <a:ext cx="133121" cy="127907"/>
            <a:chOff x="5794416" y="2072576"/>
            <a:chExt cx="133121" cy="127907"/>
          </a:xfrm>
        </p:grpSpPr>
        <p:sp>
          <p:nvSpPr>
            <p:cNvPr id="61" name="Google Shape;10105;p59">
              <a:extLst>
                <a:ext uri="{FF2B5EF4-FFF2-40B4-BE49-F238E27FC236}">
                  <a16:creationId xmlns:a16="http://schemas.microsoft.com/office/drawing/2014/main" id="{BC630C7C-4FCC-0AF5-4921-2DC36DA6BCFE}"/>
                </a:ext>
              </a:extLst>
            </p:cNvPr>
            <p:cNvSpPr/>
            <p:nvPr/>
          </p:nvSpPr>
          <p:spPr>
            <a:xfrm>
              <a:off x="5794416" y="2072576"/>
              <a:ext cx="133121" cy="127907"/>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1"/>
            </a:solidFill>
            <a:ln>
              <a:solidFill>
                <a:schemeClr val="tx2">
                  <a:lumMod val="50000"/>
                </a:schemeClr>
              </a:solidFill>
            </a:ln>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0105;p59">
              <a:extLst>
                <a:ext uri="{FF2B5EF4-FFF2-40B4-BE49-F238E27FC236}">
                  <a16:creationId xmlns:a16="http://schemas.microsoft.com/office/drawing/2014/main" id="{B8969DBC-3E85-05AE-A853-7DC342F81799}"/>
                </a:ext>
              </a:extLst>
            </p:cNvPr>
            <p:cNvSpPr/>
            <p:nvPr/>
          </p:nvSpPr>
          <p:spPr>
            <a:xfrm>
              <a:off x="5825126" y="2101619"/>
              <a:ext cx="79046" cy="75950"/>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 name="Google Shape;1855;p24">
            <a:extLst>
              <a:ext uri="{FF2B5EF4-FFF2-40B4-BE49-F238E27FC236}">
                <a16:creationId xmlns:a16="http://schemas.microsoft.com/office/drawing/2014/main" id="{29FAB900-AA0A-87D6-E3EB-DFC77DF34746}"/>
              </a:ext>
            </a:extLst>
          </p:cNvPr>
          <p:cNvSpPr txBox="1">
            <a:spLocks/>
          </p:cNvSpPr>
          <p:nvPr/>
        </p:nvSpPr>
        <p:spPr>
          <a:xfrm>
            <a:off x="6353801" y="1298959"/>
            <a:ext cx="883115" cy="31018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sz="1600">
                <a:solidFill>
                  <a:schemeClr val="bg1">
                    <a:lumMod val="50000"/>
                  </a:schemeClr>
                </a:solidFill>
                <a:latin typeface="Arial" panose="020B0604020202020204" pitchFamily="34" charset="0"/>
                <a:cs typeface="Arial" panose="020B0604020202020204" pitchFamily="34" charset="0"/>
              </a:rPr>
              <a:t>Xử lí ảnh</a:t>
            </a:r>
          </a:p>
        </p:txBody>
      </p:sp>
      <p:sp>
        <p:nvSpPr>
          <p:cNvPr id="512" name="Google Shape;1855;p24">
            <a:extLst>
              <a:ext uri="{FF2B5EF4-FFF2-40B4-BE49-F238E27FC236}">
                <a16:creationId xmlns:a16="http://schemas.microsoft.com/office/drawing/2014/main" id="{44EDDBAA-3EF1-391A-398C-268578C83630}"/>
              </a:ext>
            </a:extLst>
          </p:cNvPr>
          <p:cNvSpPr txBox="1">
            <a:spLocks/>
          </p:cNvSpPr>
          <p:nvPr/>
        </p:nvSpPr>
        <p:spPr>
          <a:xfrm>
            <a:off x="8068032" y="2253615"/>
            <a:ext cx="883115" cy="31018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sz="1600">
                <a:solidFill>
                  <a:schemeClr val="bg1">
                    <a:lumMod val="50000"/>
                  </a:schemeClr>
                </a:solidFill>
                <a:latin typeface="Arial" panose="020B0604020202020204" pitchFamily="34" charset="0"/>
                <a:cs typeface="Arial" panose="020B0604020202020204" pitchFamily="34" charset="0"/>
              </a:rPr>
              <a:t>ML, DL</a:t>
            </a:r>
          </a:p>
        </p:txBody>
      </p:sp>
      <p:sp>
        <p:nvSpPr>
          <p:cNvPr id="513" name="Google Shape;1855;p24">
            <a:extLst>
              <a:ext uri="{FF2B5EF4-FFF2-40B4-BE49-F238E27FC236}">
                <a16:creationId xmlns:a16="http://schemas.microsoft.com/office/drawing/2014/main" id="{13B089DA-8307-FA7C-C0B3-995D3DA0F77E}"/>
              </a:ext>
            </a:extLst>
          </p:cNvPr>
          <p:cNvSpPr txBox="1">
            <a:spLocks/>
          </p:cNvSpPr>
          <p:nvPr/>
        </p:nvSpPr>
        <p:spPr>
          <a:xfrm>
            <a:off x="3636987" y="1983871"/>
            <a:ext cx="1712943" cy="32763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altLang="en-GB" sz="1800">
                <a:solidFill>
                  <a:schemeClr val="bg1">
                    <a:lumMod val="50000"/>
                  </a:schemeClr>
                </a:solidFill>
                <a:latin typeface="+mn-lt"/>
                <a:cs typeface="+mn-lt"/>
              </a:rPr>
              <a:t>Computer Vision </a:t>
            </a:r>
          </a:p>
        </p:txBody>
      </p:sp>
    </p:spTree>
    <p:extLst>
      <p:ext uri="{BB962C8B-B14F-4D97-AF65-F5344CB8AC3E}">
        <p14:creationId xmlns:p14="http://schemas.microsoft.com/office/powerpoint/2010/main" val="3773212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par>
                          <p:cTn id="9" fill="hold">
                            <p:stCondLst>
                              <p:cond delay="0"/>
                            </p:stCondLst>
                            <p:childTnLst>
                              <p:par>
                                <p:cTn id="10" presetID="35" presetClass="emph" presetSubtype="0" repeatCount="indefinite" fill="hold" nodeType="afterEffect">
                                  <p:stCondLst>
                                    <p:cond delay="0"/>
                                  </p:stCondLst>
                                  <p:endCondLst>
                                    <p:cond evt="onNext" delay="0">
                                      <p:tgtEl>
                                        <p:sldTgt/>
                                      </p:tgtEl>
                                    </p:cond>
                                  </p:endCondLst>
                                  <p:childTnLst>
                                    <p:anim calcmode="discrete" valueType="str">
                                      <p:cBhvr>
                                        <p:cTn id="11" dur="1000" fill="hold"/>
                                        <p:tgtEl>
                                          <p:spTgt spid="19"/>
                                        </p:tgtEl>
                                        <p:attrNameLst>
                                          <p:attrName>style.visibility</p:attrName>
                                        </p:attrNameLst>
                                      </p:cBhvr>
                                      <p:tavLst>
                                        <p:tav tm="0">
                                          <p:val>
                                            <p:strVal val="hidden"/>
                                          </p:val>
                                        </p:tav>
                                        <p:tav tm="50000">
                                          <p:val>
                                            <p:strVal val="visible"/>
                                          </p:val>
                                        </p:tav>
                                      </p:tavLst>
                                    </p:anim>
                                  </p:childTnLst>
                                </p:cTn>
                              </p:par>
                              <p:par>
                                <p:cTn id="12" presetID="53" presetClass="entr" presetSubtype="16" fill="hold" grpId="1" nodeType="withEffect">
                                  <p:stCondLst>
                                    <p:cond delay="0"/>
                                  </p:stCondLst>
                                  <p:childTnLst>
                                    <p:set>
                                      <p:cBhvr>
                                        <p:cTn id="13" dur="1" fill="hold">
                                          <p:stCondLst>
                                            <p:cond delay="0"/>
                                          </p:stCondLst>
                                        </p:cTn>
                                        <p:tgtEl>
                                          <p:spTgt spid="513"/>
                                        </p:tgtEl>
                                        <p:attrNameLst>
                                          <p:attrName>style.visibility</p:attrName>
                                        </p:attrNameLst>
                                      </p:cBhvr>
                                      <p:to>
                                        <p:strVal val="visible"/>
                                      </p:to>
                                    </p:set>
                                    <p:anim calcmode="lin" valueType="num">
                                      <p:cBhvr>
                                        <p:cTn id="14" dur="500" fill="hold"/>
                                        <p:tgtEl>
                                          <p:spTgt spid="513"/>
                                        </p:tgtEl>
                                        <p:attrNameLst>
                                          <p:attrName>ppt_w</p:attrName>
                                        </p:attrNameLst>
                                      </p:cBhvr>
                                      <p:tavLst>
                                        <p:tav tm="0">
                                          <p:val>
                                            <p:fltVal val="0"/>
                                          </p:val>
                                        </p:tav>
                                        <p:tav tm="100000">
                                          <p:val>
                                            <p:strVal val="#ppt_w"/>
                                          </p:val>
                                        </p:tav>
                                      </p:tavLst>
                                    </p:anim>
                                    <p:anim calcmode="lin" valueType="num">
                                      <p:cBhvr>
                                        <p:cTn id="15" dur="500" fill="hold"/>
                                        <p:tgtEl>
                                          <p:spTgt spid="513"/>
                                        </p:tgtEl>
                                        <p:attrNameLst>
                                          <p:attrName>ppt_h</p:attrName>
                                        </p:attrNameLst>
                                      </p:cBhvr>
                                      <p:tavLst>
                                        <p:tav tm="0">
                                          <p:val>
                                            <p:fltVal val="0"/>
                                          </p:val>
                                        </p:tav>
                                        <p:tav tm="100000">
                                          <p:val>
                                            <p:strVal val="#ppt_h"/>
                                          </p:val>
                                        </p:tav>
                                      </p:tavLst>
                                    </p:anim>
                                    <p:animEffect transition="in" filter="fade">
                                      <p:cBhvr>
                                        <p:cTn id="16" dur="500"/>
                                        <p:tgtEl>
                                          <p:spTgt spid="513"/>
                                        </p:tgtEl>
                                      </p:cBhvr>
                                    </p:animEffect>
                                  </p:childTnLst>
                                </p:cTn>
                              </p:par>
                              <p:par>
                                <p:cTn id="17" presetID="22" presetClass="entr" presetSubtype="2" fill="hold"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right)">
                                      <p:cBhvr>
                                        <p:cTn id="19" dur="500"/>
                                        <p:tgtEl>
                                          <p:spTgt spid="3"/>
                                        </p:tgtEl>
                                      </p:cBhvr>
                                    </p:animEffect>
                                  </p:childTnLst>
                                </p:cTn>
                              </p:par>
                              <p:par>
                                <p:cTn id="20" presetID="22" presetClass="entr" presetSubtype="2" fill="hold" grpId="1"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right)">
                                      <p:cBhvr>
                                        <p:cTn id="22" dur="500"/>
                                        <p:tgtEl>
                                          <p:spTgt spid="15"/>
                                        </p:tgtEl>
                                      </p:cBhvr>
                                    </p:animEffect>
                                  </p:childTnLst>
                                </p:cTn>
                              </p:par>
                              <p:par>
                                <p:cTn id="23" presetID="22" presetClass="entr" presetSubtype="2"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right)">
                                      <p:cBhvr>
                                        <p:cTn id="25" dur="500"/>
                                        <p:tgtEl>
                                          <p:spTgt spid="16"/>
                                        </p:tgtEl>
                                      </p:cBhvr>
                                    </p:animEffect>
                                  </p:childTnLst>
                                </p:cTn>
                              </p:par>
                              <p:par>
                                <p:cTn id="26" presetID="22" presetClass="entr" presetSubtype="2" fill="hold" grpId="1"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wipe(right)">
                                      <p:cBhvr>
                                        <p:cTn id="28" dur="500"/>
                                        <p:tgtEl>
                                          <p:spTgt spid="27"/>
                                        </p:tgtEl>
                                      </p:cBhvr>
                                    </p:animEffect>
                                  </p:childTnLst>
                                </p:cTn>
                              </p:par>
                              <p:par>
                                <p:cTn id="29" presetID="22" presetClass="entr" presetSubtype="2" fill="hold"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wipe(right)">
                                      <p:cBhvr>
                                        <p:cTn id="31" dur="500"/>
                                        <p:tgtEl>
                                          <p:spTgt spid="30"/>
                                        </p:tgtEl>
                                      </p:cBhvr>
                                    </p:animEffect>
                                  </p:childTnLst>
                                </p:cTn>
                              </p:par>
                              <p:par>
                                <p:cTn id="32" presetID="22" presetClass="entr" presetSubtype="2" fill="hold"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wipe(right)">
                                      <p:cBhvr>
                                        <p:cTn id="34" dur="500"/>
                                        <p:tgtEl>
                                          <p:spTgt spid="31"/>
                                        </p:tgtEl>
                                      </p:cBhvr>
                                    </p:animEffect>
                                  </p:childTnLst>
                                </p:cTn>
                              </p:par>
                              <p:par>
                                <p:cTn id="35" presetID="22" presetClass="entr" presetSubtype="2" fill="hold"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wipe(right)">
                                      <p:cBhvr>
                                        <p:cTn id="37" dur="500"/>
                                        <p:tgtEl>
                                          <p:spTgt spid="32"/>
                                        </p:tgtEl>
                                      </p:cBhvr>
                                    </p:animEffect>
                                  </p:childTnLst>
                                </p:cTn>
                              </p:par>
                              <p:par>
                                <p:cTn id="38" presetID="22" presetClass="entr" presetSubtype="2" fill="hold"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wipe(right)">
                                      <p:cBhvr>
                                        <p:cTn id="40" dur="500"/>
                                        <p:tgtEl>
                                          <p:spTgt spid="33"/>
                                        </p:tgtEl>
                                      </p:cBhvr>
                                    </p:animEffect>
                                  </p:childTnLst>
                                </p:cTn>
                              </p:par>
                              <p:par>
                                <p:cTn id="41" presetID="22" presetClass="entr" presetSubtype="2" fill="hold" nodeType="with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wipe(right)">
                                      <p:cBhvr>
                                        <p:cTn id="43" dur="500"/>
                                        <p:tgtEl>
                                          <p:spTgt spid="36"/>
                                        </p:tgtEl>
                                      </p:cBhvr>
                                    </p:animEffect>
                                  </p:childTnLst>
                                </p:cTn>
                              </p:par>
                              <p:par>
                                <p:cTn id="44" presetID="22" presetClass="entr" presetSubtype="2" fill="hold" nodeType="withEffect">
                                  <p:stCondLst>
                                    <p:cond delay="0"/>
                                  </p:stCondLst>
                                  <p:childTnLst>
                                    <p:set>
                                      <p:cBhvr>
                                        <p:cTn id="45" dur="1" fill="hold">
                                          <p:stCondLst>
                                            <p:cond delay="0"/>
                                          </p:stCondLst>
                                        </p:cTn>
                                        <p:tgtEl>
                                          <p:spTgt spid="39"/>
                                        </p:tgtEl>
                                        <p:attrNameLst>
                                          <p:attrName>style.visibility</p:attrName>
                                        </p:attrNameLst>
                                      </p:cBhvr>
                                      <p:to>
                                        <p:strVal val="visible"/>
                                      </p:to>
                                    </p:set>
                                    <p:animEffect transition="in" filter="wipe(right)">
                                      <p:cBhvr>
                                        <p:cTn id="46" dur="500"/>
                                        <p:tgtEl>
                                          <p:spTgt spid="39"/>
                                        </p:tgtEl>
                                      </p:cBhvr>
                                    </p:animEffect>
                                  </p:childTnLst>
                                </p:cTn>
                              </p:par>
                              <p:par>
                                <p:cTn id="47" presetID="22" presetClass="entr" presetSubtype="2" fill="hold" nodeType="with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wipe(right)">
                                      <p:cBhvr>
                                        <p:cTn id="49" dur="500"/>
                                        <p:tgtEl>
                                          <p:spTgt spid="42"/>
                                        </p:tgtEl>
                                      </p:cBhvr>
                                    </p:animEffect>
                                  </p:childTnLst>
                                </p:cTn>
                              </p:par>
                              <p:par>
                                <p:cTn id="50" presetID="22" presetClass="entr" presetSubtype="2" fill="hold" grpId="1" nodeType="withEffect">
                                  <p:stCondLst>
                                    <p:cond delay="0"/>
                                  </p:stCondLst>
                                  <p:childTnLst>
                                    <p:set>
                                      <p:cBhvr>
                                        <p:cTn id="51" dur="1" fill="hold">
                                          <p:stCondLst>
                                            <p:cond delay="0"/>
                                          </p:stCondLst>
                                        </p:cTn>
                                        <p:tgtEl>
                                          <p:spTgt spid="45"/>
                                        </p:tgtEl>
                                        <p:attrNameLst>
                                          <p:attrName>style.visibility</p:attrName>
                                        </p:attrNameLst>
                                      </p:cBhvr>
                                      <p:to>
                                        <p:strVal val="visible"/>
                                      </p:to>
                                    </p:set>
                                    <p:animEffect transition="in" filter="wipe(right)">
                                      <p:cBhvr>
                                        <p:cTn id="52" dur="500"/>
                                        <p:tgtEl>
                                          <p:spTgt spid="45"/>
                                        </p:tgtEl>
                                      </p:cBhvr>
                                    </p:animEffect>
                                  </p:childTnLst>
                                </p:cTn>
                              </p:par>
                              <p:par>
                                <p:cTn id="53" presetID="22" presetClass="entr" presetSubtype="2" fill="hold" grpId="1" nodeType="withEffect">
                                  <p:stCondLst>
                                    <p:cond delay="0"/>
                                  </p:stCondLst>
                                  <p:childTnLst>
                                    <p:set>
                                      <p:cBhvr>
                                        <p:cTn id="54" dur="1" fill="hold">
                                          <p:stCondLst>
                                            <p:cond delay="0"/>
                                          </p:stCondLst>
                                        </p:cTn>
                                        <p:tgtEl>
                                          <p:spTgt spid="46"/>
                                        </p:tgtEl>
                                        <p:attrNameLst>
                                          <p:attrName>style.visibility</p:attrName>
                                        </p:attrNameLst>
                                      </p:cBhvr>
                                      <p:to>
                                        <p:strVal val="visible"/>
                                      </p:to>
                                    </p:set>
                                    <p:animEffect transition="in" filter="wipe(right)">
                                      <p:cBhvr>
                                        <p:cTn id="55" dur="500"/>
                                        <p:tgtEl>
                                          <p:spTgt spid="46"/>
                                        </p:tgtEl>
                                      </p:cBhvr>
                                    </p:animEffect>
                                  </p:childTnLst>
                                </p:cTn>
                              </p:par>
                              <p:par>
                                <p:cTn id="56" presetID="22" presetClass="entr" presetSubtype="8" fill="hold" grpId="1"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wipe(left)">
                                      <p:cBhvr>
                                        <p:cTn id="58" dur="500"/>
                                        <p:tgtEl>
                                          <p:spTgt spid="28"/>
                                        </p:tgtEl>
                                      </p:cBhvr>
                                    </p:animEffect>
                                  </p:childTnLst>
                                </p:cTn>
                              </p:par>
                              <p:par>
                                <p:cTn id="59" presetID="22" presetClass="entr" presetSubtype="8" fill="hold" grpId="1" nodeType="with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wipe(left)">
                                      <p:cBhvr>
                                        <p:cTn id="61" dur="500"/>
                                        <p:tgtEl>
                                          <p:spTgt spid="29"/>
                                        </p:tgtEl>
                                      </p:cBhvr>
                                    </p:animEffect>
                                  </p:childTnLst>
                                </p:cTn>
                              </p:par>
                              <p:par>
                                <p:cTn id="62" presetID="22" presetClass="entr" presetSubtype="8" fill="hold" nodeType="withEffect">
                                  <p:stCondLst>
                                    <p:cond delay="0"/>
                                  </p:stCondLst>
                                  <p:childTnLst>
                                    <p:set>
                                      <p:cBhvr>
                                        <p:cTn id="63" dur="1" fill="hold">
                                          <p:stCondLst>
                                            <p:cond delay="0"/>
                                          </p:stCondLst>
                                        </p:cTn>
                                        <p:tgtEl>
                                          <p:spTgt spid="2"/>
                                        </p:tgtEl>
                                        <p:attrNameLst>
                                          <p:attrName>style.visibility</p:attrName>
                                        </p:attrNameLst>
                                      </p:cBhvr>
                                      <p:to>
                                        <p:strVal val="visible"/>
                                      </p:to>
                                    </p:set>
                                    <p:animEffect transition="in" filter="wipe(left)">
                                      <p:cBhvr>
                                        <p:cTn id="64" dur="500"/>
                                        <p:tgtEl>
                                          <p:spTgt spid="2"/>
                                        </p:tgtEl>
                                      </p:cBhvr>
                                    </p:animEffect>
                                  </p:childTnLst>
                                </p:cTn>
                              </p:par>
                              <p:par>
                                <p:cTn id="65" presetID="22" presetClass="entr" presetSubtype="8" fill="hold" grpId="1" nodeType="withEffect">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wipe(left)">
                                      <p:cBhvr>
                                        <p:cTn id="67" dur="500"/>
                                        <p:tgtEl>
                                          <p:spTgt spid="35"/>
                                        </p:tgtEl>
                                      </p:cBhvr>
                                    </p:animEffect>
                                  </p:childTnLst>
                                </p:cTn>
                              </p:par>
                              <p:par>
                                <p:cTn id="68" presetID="22" presetClass="entr" presetSubtype="8" fill="hold" nodeType="withEffect">
                                  <p:stCondLst>
                                    <p:cond delay="0"/>
                                  </p:stCondLst>
                                  <p:childTnLst>
                                    <p:set>
                                      <p:cBhvr>
                                        <p:cTn id="69" dur="1" fill="hold">
                                          <p:stCondLst>
                                            <p:cond delay="0"/>
                                          </p:stCondLst>
                                        </p:cTn>
                                        <p:tgtEl>
                                          <p:spTgt spid="47"/>
                                        </p:tgtEl>
                                        <p:attrNameLst>
                                          <p:attrName>style.visibility</p:attrName>
                                        </p:attrNameLst>
                                      </p:cBhvr>
                                      <p:to>
                                        <p:strVal val="visible"/>
                                      </p:to>
                                    </p:set>
                                    <p:animEffect transition="in" filter="wipe(left)">
                                      <p:cBhvr>
                                        <p:cTn id="70" dur="500"/>
                                        <p:tgtEl>
                                          <p:spTgt spid="47"/>
                                        </p:tgtEl>
                                      </p:cBhvr>
                                    </p:animEffect>
                                  </p:childTnLst>
                                </p:cTn>
                              </p:par>
                              <p:par>
                                <p:cTn id="71" presetID="22" presetClass="entr" presetSubtype="8" fill="hold" nodeType="withEffect">
                                  <p:stCondLst>
                                    <p:cond delay="0"/>
                                  </p:stCondLst>
                                  <p:childTnLst>
                                    <p:set>
                                      <p:cBhvr>
                                        <p:cTn id="72" dur="1" fill="hold">
                                          <p:stCondLst>
                                            <p:cond delay="0"/>
                                          </p:stCondLst>
                                        </p:cTn>
                                        <p:tgtEl>
                                          <p:spTgt spid="48"/>
                                        </p:tgtEl>
                                        <p:attrNameLst>
                                          <p:attrName>style.visibility</p:attrName>
                                        </p:attrNameLst>
                                      </p:cBhvr>
                                      <p:to>
                                        <p:strVal val="visible"/>
                                      </p:to>
                                    </p:set>
                                    <p:animEffect transition="in" filter="wipe(left)">
                                      <p:cBhvr>
                                        <p:cTn id="73" dur="500"/>
                                        <p:tgtEl>
                                          <p:spTgt spid="48"/>
                                        </p:tgtEl>
                                      </p:cBhvr>
                                    </p:animEffect>
                                  </p:childTnLst>
                                </p:cTn>
                              </p:par>
                              <p:par>
                                <p:cTn id="74" presetID="22" presetClass="entr" presetSubtype="8" fill="hold" nodeType="withEffect">
                                  <p:stCondLst>
                                    <p:cond delay="0"/>
                                  </p:stCondLst>
                                  <p:childTnLst>
                                    <p:set>
                                      <p:cBhvr>
                                        <p:cTn id="75" dur="1" fill="hold">
                                          <p:stCondLst>
                                            <p:cond delay="0"/>
                                          </p:stCondLst>
                                        </p:cTn>
                                        <p:tgtEl>
                                          <p:spTgt spid="49"/>
                                        </p:tgtEl>
                                        <p:attrNameLst>
                                          <p:attrName>style.visibility</p:attrName>
                                        </p:attrNameLst>
                                      </p:cBhvr>
                                      <p:to>
                                        <p:strVal val="visible"/>
                                      </p:to>
                                    </p:set>
                                    <p:animEffect transition="in" filter="wipe(left)">
                                      <p:cBhvr>
                                        <p:cTn id="76" dur="500"/>
                                        <p:tgtEl>
                                          <p:spTgt spid="49"/>
                                        </p:tgtEl>
                                      </p:cBhvr>
                                    </p:animEffect>
                                  </p:childTnLst>
                                </p:cTn>
                              </p:par>
                              <p:par>
                                <p:cTn id="77" presetID="22" presetClass="entr" presetSubtype="8" fill="hold" nodeType="withEffect">
                                  <p:stCondLst>
                                    <p:cond delay="0"/>
                                  </p:stCondLst>
                                  <p:childTnLst>
                                    <p:set>
                                      <p:cBhvr>
                                        <p:cTn id="78" dur="1" fill="hold">
                                          <p:stCondLst>
                                            <p:cond delay="0"/>
                                          </p:stCondLst>
                                        </p:cTn>
                                        <p:tgtEl>
                                          <p:spTgt spid="50"/>
                                        </p:tgtEl>
                                        <p:attrNameLst>
                                          <p:attrName>style.visibility</p:attrName>
                                        </p:attrNameLst>
                                      </p:cBhvr>
                                      <p:to>
                                        <p:strVal val="visible"/>
                                      </p:to>
                                    </p:set>
                                    <p:animEffect transition="in" filter="wipe(left)">
                                      <p:cBhvr>
                                        <p:cTn id="79" dur="500"/>
                                        <p:tgtEl>
                                          <p:spTgt spid="50"/>
                                        </p:tgtEl>
                                      </p:cBhvr>
                                    </p:animEffect>
                                  </p:childTnLst>
                                </p:cTn>
                              </p:par>
                              <p:par>
                                <p:cTn id="80" presetID="22" presetClass="entr" presetSubtype="8" fill="hold" nodeType="withEffect">
                                  <p:stCondLst>
                                    <p:cond delay="0"/>
                                  </p:stCondLst>
                                  <p:childTnLst>
                                    <p:set>
                                      <p:cBhvr>
                                        <p:cTn id="81" dur="1" fill="hold">
                                          <p:stCondLst>
                                            <p:cond delay="0"/>
                                          </p:stCondLst>
                                        </p:cTn>
                                        <p:tgtEl>
                                          <p:spTgt spid="51"/>
                                        </p:tgtEl>
                                        <p:attrNameLst>
                                          <p:attrName>style.visibility</p:attrName>
                                        </p:attrNameLst>
                                      </p:cBhvr>
                                      <p:to>
                                        <p:strVal val="visible"/>
                                      </p:to>
                                    </p:set>
                                    <p:animEffect transition="in" filter="wipe(left)">
                                      <p:cBhvr>
                                        <p:cTn id="82" dur="500"/>
                                        <p:tgtEl>
                                          <p:spTgt spid="51"/>
                                        </p:tgtEl>
                                      </p:cBhvr>
                                    </p:animEffect>
                                  </p:childTnLst>
                                </p:cTn>
                              </p:par>
                              <p:par>
                                <p:cTn id="83" presetID="22" presetClass="entr" presetSubtype="8" fill="hold" nodeType="withEffect">
                                  <p:stCondLst>
                                    <p:cond delay="0"/>
                                  </p:stCondLst>
                                  <p:childTnLst>
                                    <p:set>
                                      <p:cBhvr>
                                        <p:cTn id="84" dur="1" fill="hold">
                                          <p:stCondLst>
                                            <p:cond delay="0"/>
                                          </p:stCondLst>
                                        </p:cTn>
                                        <p:tgtEl>
                                          <p:spTgt spid="54"/>
                                        </p:tgtEl>
                                        <p:attrNameLst>
                                          <p:attrName>style.visibility</p:attrName>
                                        </p:attrNameLst>
                                      </p:cBhvr>
                                      <p:to>
                                        <p:strVal val="visible"/>
                                      </p:to>
                                    </p:set>
                                    <p:animEffect transition="in" filter="wipe(left)">
                                      <p:cBhvr>
                                        <p:cTn id="85" dur="500"/>
                                        <p:tgtEl>
                                          <p:spTgt spid="54"/>
                                        </p:tgtEl>
                                      </p:cBhvr>
                                    </p:animEffect>
                                  </p:childTnLst>
                                </p:cTn>
                              </p:par>
                              <p:par>
                                <p:cTn id="86" presetID="22" presetClass="entr" presetSubtype="8" fill="hold" nodeType="withEffect">
                                  <p:stCondLst>
                                    <p:cond delay="0"/>
                                  </p:stCondLst>
                                  <p:childTnLst>
                                    <p:set>
                                      <p:cBhvr>
                                        <p:cTn id="87" dur="1" fill="hold">
                                          <p:stCondLst>
                                            <p:cond delay="0"/>
                                          </p:stCondLst>
                                        </p:cTn>
                                        <p:tgtEl>
                                          <p:spTgt spid="57"/>
                                        </p:tgtEl>
                                        <p:attrNameLst>
                                          <p:attrName>style.visibility</p:attrName>
                                        </p:attrNameLst>
                                      </p:cBhvr>
                                      <p:to>
                                        <p:strVal val="visible"/>
                                      </p:to>
                                    </p:set>
                                    <p:animEffect transition="in" filter="wipe(left)">
                                      <p:cBhvr>
                                        <p:cTn id="88" dur="500"/>
                                        <p:tgtEl>
                                          <p:spTgt spid="57"/>
                                        </p:tgtEl>
                                      </p:cBhvr>
                                    </p:animEffect>
                                  </p:childTnLst>
                                </p:cTn>
                              </p:par>
                              <p:par>
                                <p:cTn id="89" presetID="22" presetClass="entr" presetSubtype="8" fill="hold" nodeType="withEffect">
                                  <p:stCondLst>
                                    <p:cond delay="0"/>
                                  </p:stCondLst>
                                  <p:childTnLst>
                                    <p:set>
                                      <p:cBhvr>
                                        <p:cTn id="90" dur="1" fill="hold">
                                          <p:stCondLst>
                                            <p:cond delay="0"/>
                                          </p:stCondLst>
                                        </p:cTn>
                                        <p:tgtEl>
                                          <p:spTgt spid="60"/>
                                        </p:tgtEl>
                                        <p:attrNameLst>
                                          <p:attrName>style.visibility</p:attrName>
                                        </p:attrNameLst>
                                      </p:cBhvr>
                                      <p:to>
                                        <p:strVal val="visible"/>
                                      </p:to>
                                    </p:set>
                                    <p:animEffect transition="in" filter="wipe(left)">
                                      <p:cBhvr>
                                        <p:cTn id="91" dur="500"/>
                                        <p:tgtEl>
                                          <p:spTgt spid="60"/>
                                        </p:tgtEl>
                                      </p:cBhvr>
                                    </p:animEffect>
                                  </p:childTnLst>
                                </p:cTn>
                              </p:par>
                              <p:par>
                                <p:cTn id="92" presetID="22" presetClass="entr" presetSubtype="8" fill="hold" grpId="1" nodeType="withEffect">
                                  <p:stCondLst>
                                    <p:cond delay="0"/>
                                  </p:stCondLst>
                                  <p:childTnLst>
                                    <p:set>
                                      <p:cBhvr>
                                        <p:cTn id="93" dur="1" fill="hold">
                                          <p:stCondLst>
                                            <p:cond delay="0"/>
                                          </p:stCondLst>
                                        </p:cTn>
                                        <p:tgtEl>
                                          <p:spTgt spid="63"/>
                                        </p:tgtEl>
                                        <p:attrNameLst>
                                          <p:attrName>style.visibility</p:attrName>
                                        </p:attrNameLst>
                                      </p:cBhvr>
                                      <p:to>
                                        <p:strVal val="visible"/>
                                      </p:to>
                                    </p:set>
                                    <p:animEffect transition="in" filter="wipe(left)">
                                      <p:cBhvr>
                                        <p:cTn id="94" dur="500"/>
                                        <p:tgtEl>
                                          <p:spTgt spid="63"/>
                                        </p:tgtEl>
                                      </p:cBhvr>
                                    </p:animEffect>
                                  </p:childTnLst>
                                </p:cTn>
                              </p:par>
                              <p:par>
                                <p:cTn id="95" presetID="22" presetClass="entr" presetSubtype="8" fill="hold" grpId="1" nodeType="withEffect">
                                  <p:stCondLst>
                                    <p:cond delay="0"/>
                                  </p:stCondLst>
                                  <p:childTnLst>
                                    <p:set>
                                      <p:cBhvr>
                                        <p:cTn id="96" dur="1" fill="hold">
                                          <p:stCondLst>
                                            <p:cond delay="0"/>
                                          </p:stCondLst>
                                        </p:cTn>
                                        <p:tgtEl>
                                          <p:spTgt spid="512"/>
                                        </p:tgtEl>
                                        <p:attrNameLst>
                                          <p:attrName>style.visibility</p:attrName>
                                        </p:attrNameLst>
                                      </p:cBhvr>
                                      <p:to>
                                        <p:strVal val="visible"/>
                                      </p:to>
                                    </p:set>
                                    <p:animEffect transition="in" filter="wipe(left)">
                                      <p:cBhvr>
                                        <p:cTn id="97" dur="500"/>
                                        <p:tgtEl>
                                          <p:spTgt spid="512"/>
                                        </p:tgtEl>
                                      </p:cBhvr>
                                    </p:animEffect>
                                  </p:childTnLst>
                                </p:cTn>
                              </p:par>
                              <p:par>
                                <p:cTn id="98" presetID="22" presetClass="entr" presetSubtype="2" fill="hold" grpId="1" nodeType="withEffect">
                                  <p:stCondLst>
                                    <p:cond delay="0"/>
                                  </p:stCondLst>
                                  <p:childTnLst>
                                    <p:set>
                                      <p:cBhvr>
                                        <p:cTn id="99" dur="1" fill="hold">
                                          <p:stCondLst>
                                            <p:cond delay="0"/>
                                          </p:stCondLst>
                                        </p:cTn>
                                        <p:tgtEl>
                                          <p:spTgt spid="34"/>
                                        </p:tgtEl>
                                        <p:attrNameLst>
                                          <p:attrName>style.visibility</p:attrName>
                                        </p:attrNameLst>
                                      </p:cBhvr>
                                      <p:to>
                                        <p:strVal val="visible"/>
                                      </p:to>
                                    </p:set>
                                    <p:animEffect transition="in" filter="wipe(right)">
                                      <p:cBhvr>
                                        <p:cTn id="100"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 grpId="0" animBg="1"/>
      <p:bldP spid="306" grpId="0" build="p"/>
      <p:bldP spid="15" grpId="0"/>
      <p:bldP spid="15" grpId="1"/>
      <p:bldP spid="27" grpId="0"/>
      <p:bldP spid="27" grpId="1"/>
      <p:bldP spid="28" grpId="0"/>
      <p:bldP spid="28" grpId="1"/>
      <p:bldP spid="29" grpId="0"/>
      <p:bldP spid="29" grpId="1"/>
      <p:bldP spid="34" grpId="0"/>
      <p:bldP spid="34" grpId="1"/>
      <p:bldP spid="35" grpId="0"/>
      <p:bldP spid="35" grpId="1"/>
      <p:bldP spid="45" grpId="0"/>
      <p:bldP spid="45" grpId="1"/>
      <p:bldP spid="46" grpId="0"/>
      <p:bldP spid="46" grpId="1"/>
      <p:bldP spid="63" grpId="0"/>
      <p:bldP spid="63" grpId="1"/>
      <p:bldP spid="512" grpId="0"/>
      <p:bldP spid="512" grpId="1"/>
      <p:bldP spid="513" grpId="0"/>
      <p:bldP spid="513"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9" name="Group 158"/>
          <p:cNvGrpSpPr/>
          <p:nvPr/>
        </p:nvGrpSpPr>
        <p:grpSpPr>
          <a:xfrm>
            <a:off x="2194296" y="433071"/>
            <a:ext cx="3930733" cy="343445"/>
            <a:chOff x="2194296" y="433071"/>
            <a:chExt cx="3930733" cy="343445"/>
          </a:xfrm>
        </p:grpSpPr>
        <p:sp>
          <p:nvSpPr>
            <p:cNvPr id="160" name="Parallelogram 159"/>
            <p:cNvSpPr/>
            <p:nvPr/>
          </p:nvSpPr>
          <p:spPr>
            <a:xfrm>
              <a:off x="2194296" y="433071"/>
              <a:ext cx="3930733" cy="343444"/>
            </a:xfrm>
            <a:prstGeom prst="parallelogram">
              <a:avLst>
                <a:gd name="adj" fmla="val 9962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Google Shape;1856;p24"/>
            <p:cNvSpPr txBox="1">
              <a:spLocks/>
            </p:cNvSpPr>
            <p:nvPr/>
          </p:nvSpPr>
          <p:spPr>
            <a:xfrm>
              <a:off x="2532743" y="433072"/>
              <a:ext cx="3169969" cy="3434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2000" b="1">
                  <a:solidFill>
                    <a:schemeClr val="tx1"/>
                  </a:solidFill>
                  <a:latin typeface="Arial" panose="020B0604020202020204" pitchFamily="34" charset="0"/>
                  <a:cs typeface="Arial" panose="020B0604020202020204" pitchFamily="34" charset="0"/>
                </a:rPr>
                <a:t>CƠ SỞ LÍ THUYẾT</a:t>
              </a:r>
            </a:p>
          </p:txBody>
        </p:sp>
      </p:grpSp>
      <p:sp>
        <p:nvSpPr>
          <p:cNvPr id="82" name="TextBox 81"/>
          <p:cNvSpPr txBox="1"/>
          <p:nvPr/>
        </p:nvSpPr>
        <p:spPr>
          <a:xfrm>
            <a:off x="8723086" y="4702628"/>
            <a:ext cx="284052" cy="307777"/>
          </a:xfrm>
          <a:prstGeom prst="rect">
            <a:avLst/>
          </a:prstGeom>
          <a:noFill/>
        </p:spPr>
        <p:txBody>
          <a:bodyPr wrap="none" rtlCol="0">
            <a:spAutoFit/>
          </a:bodyPr>
          <a:lstStyle/>
          <a:p>
            <a:fld id="{3B13CC22-955F-4C18-B43E-F8F0DA7FF5AB}" type="slidenum">
              <a:rPr lang="en-US" smtClean="0"/>
              <a:t>9</a:t>
            </a:fld>
            <a:endParaRPr lang="en-US"/>
          </a:p>
        </p:txBody>
      </p:sp>
      <p:sp>
        <p:nvSpPr>
          <p:cNvPr id="2" name="Rounded Rectangle 103">
            <a:extLst>
              <a:ext uri="{FF2B5EF4-FFF2-40B4-BE49-F238E27FC236}">
                <a16:creationId xmlns:a16="http://schemas.microsoft.com/office/drawing/2014/main" id="{D97E1BB6-650D-4177-1E6E-E49B9FDF5742}"/>
              </a:ext>
            </a:extLst>
          </p:cNvPr>
          <p:cNvSpPr/>
          <p:nvPr/>
        </p:nvSpPr>
        <p:spPr>
          <a:xfrm>
            <a:off x="1249409" y="3001863"/>
            <a:ext cx="7265829" cy="1177288"/>
          </a:xfrm>
          <a:prstGeom prst="roundRect">
            <a:avLst/>
          </a:prstGeom>
          <a:noFill/>
          <a:ln w="31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3">
            <a:extLst>
              <a:ext uri="{FF2B5EF4-FFF2-40B4-BE49-F238E27FC236}">
                <a16:creationId xmlns:a16="http://schemas.microsoft.com/office/drawing/2014/main" id="{78545377-3533-8493-3A46-DBE7F2F4F1C8}"/>
              </a:ext>
            </a:extLst>
          </p:cNvPr>
          <p:cNvSpPr/>
          <p:nvPr/>
        </p:nvSpPr>
        <p:spPr>
          <a:xfrm>
            <a:off x="505402" y="1508421"/>
            <a:ext cx="7284404" cy="1177288"/>
          </a:xfrm>
          <a:prstGeom prst="roundRect">
            <a:avLst/>
          </a:prstGeom>
          <a:noFill/>
          <a:ln w="31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102">
            <a:extLst>
              <a:ext uri="{FF2B5EF4-FFF2-40B4-BE49-F238E27FC236}">
                <a16:creationId xmlns:a16="http://schemas.microsoft.com/office/drawing/2014/main" id="{FFFC976D-D2C4-4521-76B1-A3B636FB0913}"/>
              </a:ext>
            </a:extLst>
          </p:cNvPr>
          <p:cNvSpPr/>
          <p:nvPr/>
        </p:nvSpPr>
        <p:spPr>
          <a:xfrm>
            <a:off x="7789805" y="2833077"/>
            <a:ext cx="860156" cy="867905"/>
          </a:xfrm>
          <a:prstGeom prst="roundRect">
            <a:avLst/>
          </a:prstGeom>
          <a:solidFill>
            <a:schemeClr val="bg1">
              <a:lumMod val="75000"/>
            </a:schemeClr>
          </a:solidFill>
          <a:ln>
            <a:noFill/>
          </a:ln>
          <a:effectLst>
            <a:outerShdw blurRad="50800" dist="38100" dir="5400000" algn="t" rotWithShape="0">
              <a:prstClr val="black">
                <a:alpha val="4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1">
            <a:extLst>
              <a:ext uri="{FF2B5EF4-FFF2-40B4-BE49-F238E27FC236}">
                <a16:creationId xmlns:a16="http://schemas.microsoft.com/office/drawing/2014/main" id="{5708CDFD-C0CD-198A-8E1C-17C2F97BF89E}"/>
              </a:ext>
            </a:extLst>
          </p:cNvPr>
          <p:cNvSpPr/>
          <p:nvPr/>
        </p:nvSpPr>
        <p:spPr>
          <a:xfrm>
            <a:off x="389254" y="1320028"/>
            <a:ext cx="860156" cy="867905"/>
          </a:xfrm>
          <a:prstGeom prst="roundRect">
            <a:avLst/>
          </a:prstGeom>
          <a:solidFill>
            <a:schemeClr val="bg1">
              <a:lumMod val="20000"/>
              <a:lumOff val="80000"/>
            </a:schemeClr>
          </a:solidFill>
          <a:ln>
            <a:noFill/>
          </a:ln>
          <a:effectLst>
            <a:outerShdw blurRad="50800" dist="38100" dir="5400000" algn="t" rotWithShape="0">
              <a:prstClr val="black">
                <a:alpha val="4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oogle Shape;11921;p65">
            <a:extLst>
              <a:ext uri="{FF2B5EF4-FFF2-40B4-BE49-F238E27FC236}">
                <a16:creationId xmlns:a16="http://schemas.microsoft.com/office/drawing/2014/main" id="{7A6B7E82-2F8E-F61C-9ADB-1D496D7B77E3}"/>
              </a:ext>
            </a:extLst>
          </p:cNvPr>
          <p:cNvGrpSpPr/>
          <p:nvPr/>
        </p:nvGrpSpPr>
        <p:grpSpPr>
          <a:xfrm>
            <a:off x="505402" y="1438780"/>
            <a:ext cx="619436" cy="633594"/>
            <a:chOff x="-59475600" y="2658625"/>
            <a:chExt cx="309550" cy="316625"/>
          </a:xfrm>
          <a:solidFill>
            <a:schemeClr val="accent1">
              <a:lumMod val="50000"/>
            </a:schemeClr>
          </a:solidFill>
          <a:effectLst>
            <a:outerShdw blurRad="50800" dist="38100" dir="5400000" algn="t" rotWithShape="0">
              <a:prstClr val="black">
                <a:alpha val="40000"/>
              </a:prstClr>
            </a:outerShdw>
          </a:effectLst>
        </p:grpSpPr>
        <p:sp>
          <p:nvSpPr>
            <p:cNvPr id="7" name="Google Shape;11922;p65">
              <a:extLst>
                <a:ext uri="{FF2B5EF4-FFF2-40B4-BE49-F238E27FC236}">
                  <a16:creationId xmlns:a16="http://schemas.microsoft.com/office/drawing/2014/main" id="{5A4BF954-D07C-77E9-72C1-EB27C0F3A7A5}"/>
                </a:ext>
              </a:extLst>
            </p:cNvPr>
            <p:cNvSpPr/>
            <p:nvPr/>
          </p:nvSpPr>
          <p:spPr>
            <a:xfrm>
              <a:off x="-59427550" y="2913025"/>
              <a:ext cx="19700" cy="19700"/>
            </a:xfrm>
            <a:custGeom>
              <a:avLst/>
              <a:gdLst/>
              <a:ahLst/>
              <a:cxnLst/>
              <a:rect l="l" t="t" r="r" b="b"/>
              <a:pathLst>
                <a:path w="788" h="788" extrusionOk="0">
                  <a:moveTo>
                    <a:pt x="410" y="0"/>
                  </a:moveTo>
                  <a:cubicBezTo>
                    <a:pt x="189" y="0"/>
                    <a:pt x="0" y="189"/>
                    <a:pt x="0" y="410"/>
                  </a:cubicBezTo>
                  <a:cubicBezTo>
                    <a:pt x="0" y="630"/>
                    <a:pt x="189" y="788"/>
                    <a:pt x="410" y="788"/>
                  </a:cubicBezTo>
                  <a:cubicBezTo>
                    <a:pt x="630" y="788"/>
                    <a:pt x="788" y="630"/>
                    <a:pt x="788" y="410"/>
                  </a:cubicBezTo>
                  <a:cubicBezTo>
                    <a:pt x="788" y="189"/>
                    <a:pt x="630" y="0"/>
                    <a:pt x="41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1923;p65">
              <a:extLst>
                <a:ext uri="{FF2B5EF4-FFF2-40B4-BE49-F238E27FC236}">
                  <a16:creationId xmlns:a16="http://schemas.microsoft.com/office/drawing/2014/main" id="{7A23DC4F-51AF-361D-5E4F-B78159B3AF2D}"/>
                </a:ext>
              </a:extLst>
            </p:cNvPr>
            <p:cNvSpPr/>
            <p:nvPr/>
          </p:nvSpPr>
          <p:spPr>
            <a:xfrm>
              <a:off x="-59428350" y="2699575"/>
              <a:ext cx="20500" cy="152825"/>
            </a:xfrm>
            <a:custGeom>
              <a:avLst/>
              <a:gdLst/>
              <a:ahLst/>
              <a:cxnLst/>
              <a:rect l="l" t="t" r="r" b="b"/>
              <a:pathLst>
                <a:path w="820" h="6113" extrusionOk="0">
                  <a:moveTo>
                    <a:pt x="442" y="0"/>
                  </a:moveTo>
                  <a:cubicBezTo>
                    <a:pt x="190" y="0"/>
                    <a:pt x="1" y="189"/>
                    <a:pt x="1" y="441"/>
                  </a:cubicBezTo>
                  <a:lnTo>
                    <a:pt x="1" y="5671"/>
                  </a:lnTo>
                  <a:cubicBezTo>
                    <a:pt x="1" y="5923"/>
                    <a:pt x="190" y="6112"/>
                    <a:pt x="442" y="6112"/>
                  </a:cubicBezTo>
                  <a:cubicBezTo>
                    <a:pt x="662" y="6112"/>
                    <a:pt x="820" y="5923"/>
                    <a:pt x="820" y="5671"/>
                  </a:cubicBezTo>
                  <a:lnTo>
                    <a:pt x="820" y="410"/>
                  </a:lnTo>
                  <a:cubicBezTo>
                    <a:pt x="820" y="158"/>
                    <a:pt x="631" y="0"/>
                    <a:pt x="44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1924;p65">
              <a:extLst>
                <a:ext uri="{FF2B5EF4-FFF2-40B4-BE49-F238E27FC236}">
                  <a16:creationId xmlns:a16="http://schemas.microsoft.com/office/drawing/2014/main" id="{0B8A9409-312E-BE3F-6242-A1B02DDCE0FB}"/>
                </a:ext>
              </a:extLst>
            </p:cNvPr>
            <p:cNvSpPr/>
            <p:nvPr/>
          </p:nvSpPr>
          <p:spPr>
            <a:xfrm>
              <a:off x="-59330675" y="2913025"/>
              <a:ext cx="19700" cy="19700"/>
            </a:xfrm>
            <a:custGeom>
              <a:avLst/>
              <a:gdLst/>
              <a:ahLst/>
              <a:cxnLst/>
              <a:rect l="l" t="t" r="r" b="b"/>
              <a:pathLst>
                <a:path w="788" h="788" extrusionOk="0">
                  <a:moveTo>
                    <a:pt x="378" y="0"/>
                  </a:moveTo>
                  <a:cubicBezTo>
                    <a:pt x="158" y="0"/>
                    <a:pt x="0" y="189"/>
                    <a:pt x="0" y="410"/>
                  </a:cubicBezTo>
                  <a:cubicBezTo>
                    <a:pt x="0" y="630"/>
                    <a:pt x="158" y="788"/>
                    <a:pt x="378" y="788"/>
                  </a:cubicBezTo>
                  <a:cubicBezTo>
                    <a:pt x="599" y="788"/>
                    <a:pt x="788" y="630"/>
                    <a:pt x="788" y="410"/>
                  </a:cubicBezTo>
                  <a:cubicBezTo>
                    <a:pt x="788" y="189"/>
                    <a:pt x="599" y="0"/>
                    <a:pt x="37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1925;p65">
              <a:extLst>
                <a:ext uri="{FF2B5EF4-FFF2-40B4-BE49-F238E27FC236}">
                  <a16:creationId xmlns:a16="http://schemas.microsoft.com/office/drawing/2014/main" id="{F0BB05BF-C102-0C01-3F95-8FCFCFE7DB08}"/>
                </a:ext>
              </a:extLst>
            </p:cNvPr>
            <p:cNvSpPr/>
            <p:nvPr/>
          </p:nvSpPr>
          <p:spPr>
            <a:xfrm>
              <a:off x="-59330675" y="2699575"/>
              <a:ext cx="20500" cy="152825"/>
            </a:xfrm>
            <a:custGeom>
              <a:avLst/>
              <a:gdLst/>
              <a:ahLst/>
              <a:cxnLst/>
              <a:rect l="l" t="t" r="r" b="b"/>
              <a:pathLst>
                <a:path w="820" h="6113" extrusionOk="0">
                  <a:moveTo>
                    <a:pt x="378" y="0"/>
                  </a:moveTo>
                  <a:cubicBezTo>
                    <a:pt x="158" y="0"/>
                    <a:pt x="0" y="189"/>
                    <a:pt x="0" y="441"/>
                  </a:cubicBezTo>
                  <a:lnTo>
                    <a:pt x="0" y="5671"/>
                  </a:lnTo>
                  <a:cubicBezTo>
                    <a:pt x="0" y="5923"/>
                    <a:pt x="189" y="6112"/>
                    <a:pt x="378" y="6112"/>
                  </a:cubicBezTo>
                  <a:cubicBezTo>
                    <a:pt x="630" y="6112"/>
                    <a:pt x="820" y="5923"/>
                    <a:pt x="820" y="5671"/>
                  </a:cubicBezTo>
                  <a:lnTo>
                    <a:pt x="820" y="410"/>
                  </a:lnTo>
                  <a:cubicBezTo>
                    <a:pt x="788" y="158"/>
                    <a:pt x="567" y="0"/>
                    <a:pt x="37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926;p65">
              <a:extLst>
                <a:ext uri="{FF2B5EF4-FFF2-40B4-BE49-F238E27FC236}">
                  <a16:creationId xmlns:a16="http://schemas.microsoft.com/office/drawing/2014/main" id="{16A7938E-5603-36E6-ACA9-075B7797B1DF}"/>
                </a:ext>
              </a:extLst>
            </p:cNvPr>
            <p:cNvSpPr/>
            <p:nvPr/>
          </p:nvSpPr>
          <p:spPr>
            <a:xfrm>
              <a:off x="-59475600" y="2658625"/>
              <a:ext cx="309550" cy="316625"/>
            </a:xfrm>
            <a:custGeom>
              <a:avLst/>
              <a:gdLst/>
              <a:ahLst/>
              <a:cxnLst/>
              <a:rect l="l" t="t" r="r" b="b"/>
              <a:pathLst>
                <a:path w="12382" h="12665" extrusionOk="0">
                  <a:moveTo>
                    <a:pt x="3372" y="788"/>
                  </a:moveTo>
                  <a:cubicBezTo>
                    <a:pt x="3624" y="788"/>
                    <a:pt x="3813" y="977"/>
                    <a:pt x="3813" y="1197"/>
                  </a:cubicBezTo>
                  <a:lnTo>
                    <a:pt x="3813" y="8538"/>
                  </a:lnTo>
                  <a:lnTo>
                    <a:pt x="788" y="8538"/>
                  </a:lnTo>
                  <a:lnTo>
                    <a:pt x="788" y="1197"/>
                  </a:lnTo>
                  <a:cubicBezTo>
                    <a:pt x="788" y="977"/>
                    <a:pt x="977" y="788"/>
                    <a:pt x="1166" y="788"/>
                  </a:cubicBezTo>
                  <a:close/>
                  <a:moveTo>
                    <a:pt x="7278" y="788"/>
                  </a:moveTo>
                  <a:cubicBezTo>
                    <a:pt x="7530" y="788"/>
                    <a:pt x="7688" y="977"/>
                    <a:pt x="7688" y="1197"/>
                  </a:cubicBezTo>
                  <a:lnTo>
                    <a:pt x="7688" y="8538"/>
                  </a:lnTo>
                  <a:lnTo>
                    <a:pt x="4632" y="8538"/>
                  </a:lnTo>
                  <a:lnTo>
                    <a:pt x="4632" y="1197"/>
                  </a:lnTo>
                  <a:cubicBezTo>
                    <a:pt x="4632" y="977"/>
                    <a:pt x="4852" y="788"/>
                    <a:pt x="5073" y="788"/>
                  </a:cubicBezTo>
                  <a:close/>
                  <a:moveTo>
                    <a:pt x="11122" y="788"/>
                  </a:moveTo>
                  <a:cubicBezTo>
                    <a:pt x="11342" y="788"/>
                    <a:pt x="11500" y="977"/>
                    <a:pt x="11500" y="1197"/>
                  </a:cubicBezTo>
                  <a:lnTo>
                    <a:pt x="11500" y="8538"/>
                  </a:lnTo>
                  <a:lnTo>
                    <a:pt x="8507" y="8538"/>
                  </a:lnTo>
                  <a:lnTo>
                    <a:pt x="8507" y="1197"/>
                  </a:lnTo>
                  <a:cubicBezTo>
                    <a:pt x="8507" y="977"/>
                    <a:pt x="8696" y="788"/>
                    <a:pt x="8885" y="788"/>
                  </a:cubicBezTo>
                  <a:close/>
                  <a:moveTo>
                    <a:pt x="3813" y="9325"/>
                  </a:moveTo>
                  <a:lnTo>
                    <a:pt x="3813" y="11405"/>
                  </a:lnTo>
                  <a:cubicBezTo>
                    <a:pt x="3813" y="11657"/>
                    <a:pt x="3624" y="11846"/>
                    <a:pt x="3372" y="11846"/>
                  </a:cubicBezTo>
                  <a:lnTo>
                    <a:pt x="1166" y="11846"/>
                  </a:lnTo>
                  <a:cubicBezTo>
                    <a:pt x="946" y="11846"/>
                    <a:pt x="788" y="11657"/>
                    <a:pt x="788" y="11405"/>
                  </a:cubicBezTo>
                  <a:lnTo>
                    <a:pt x="788" y="9325"/>
                  </a:lnTo>
                  <a:close/>
                  <a:moveTo>
                    <a:pt x="7688" y="9325"/>
                  </a:moveTo>
                  <a:lnTo>
                    <a:pt x="7688" y="11405"/>
                  </a:lnTo>
                  <a:cubicBezTo>
                    <a:pt x="7688" y="11657"/>
                    <a:pt x="7467" y="11846"/>
                    <a:pt x="7278" y="11846"/>
                  </a:cubicBezTo>
                  <a:lnTo>
                    <a:pt x="5073" y="11846"/>
                  </a:lnTo>
                  <a:cubicBezTo>
                    <a:pt x="4852" y="11846"/>
                    <a:pt x="4632" y="11657"/>
                    <a:pt x="4632" y="11405"/>
                  </a:cubicBezTo>
                  <a:lnTo>
                    <a:pt x="4632" y="9325"/>
                  </a:lnTo>
                  <a:close/>
                  <a:moveTo>
                    <a:pt x="11563" y="9325"/>
                  </a:moveTo>
                  <a:lnTo>
                    <a:pt x="11563" y="11405"/>
                  </a:lnTo>
                  <a:lnTo>
                    <a:pt x="11531" y="11405"/>
                  </a:lnTo>
                  <a:cubicBezTo>
                    <a:pt x="11531" y="11657"/>
                    <a:pt x="11342" y="11846"/>
                    <a:pt x="11153" y="11846"/>
                  </a:cubicBezTo>
                  <a:lnTo>
                    <a:pt x="8948" y="11846"/>
                  </a:lnTo>
                  <a:cubicBezTo>
                    <a:pt x="8696" y="11846"/>
                    <a:pt x="8538" y="11657"/>
                    <a:pt x="8538" y="11405"/>
                  </a:cubicBezTo>
                  <a:lnTo>
                    <a:pt x="8538" y="9325"/>
                  </a:lnTo>
                  <a:close/>
                  <a:moveTo>
                    <a:pt x="1229" y="0"/>
                  </a:moveTo>
                  <a:cubicBezTo>
                    <a:pt x="536" y="0"/>
                    <a:pt x="0" y="536"/>
                    <a:pt x="0" y="1197"/>
                  </a:cubicBezTo>
                  <a:lnTo>
                    <a:pt x="0" y="11405"/>
                  </a:lnTo>
                  <a:cubicBezTo>
                    <a:pt x="0" y="12066"/>
                    <a:pt x="536" y="12665"/>
                    <a:pt x="1229" y="12665"/>
                  </a:cubicBezTo>
                  <a:lnTo>
                    <a:pt x="3435" y="12665"/>
                  </a:lnTo>
                  <a:cubicBezTo>
                    <a:pt x="3750" y="12665"/>
                    <a:pt x="4002" y="12539"/>
                    <a:pt x="4254" y="12350"/>
                  </a:cubicBezTo>
                  <a:cubicBezTo>
                    <a:pt x="4474" y="12539"/>
                    <a:pt x="4758" y="12665"/>
                    <a:pt x="5073" y="12665"/>
                  </a:cubicBezTo>
                  <a:lnTo>
                    <a:pt x="7278" y="12665"/>
                  </a:lnTo>
                  <a:cubicBezTo>
                    <a:pt x="7593" y="12665"/>
                    <a:pt x="7877" y="12539"/>
                    <a:pt x="8097" y="12350"/>
                  </a:cubicBezTo>
                  <a:cubicBezTo>
                    <a:pt x="8349" y="12539"/>
                    <a:pt x="8633" y="12665"/>
                    <a:pt x="8948" y="12665"/>
                  </a:cubicBezTo>
                  <a:lnTo>
                    <a:pt x="11153" y="12665"/>
                  </a:lnTo>
                  <a:cubicBezTo>
                    <a:pt x="11815" y="12665"/>
                    <a:pt x="12382" y="12129"/>
                    <a:pt x="12382" y="11405"/>
                  </a:cubicBezTo>
                  <a:lnTo>
                    <a:pt x="12382" y="1197"/>
                  </a:lnTo>
                  <a:cubicBezTo>
                    <a:pt x="12350" y="536"/>
                    <a:pt x="11815" y="0"/>
                    <a:pt x="11153" y="0"/>
                  </a:cubicBezTo>
                  <a:lnTo>
                    <a:pt x="8948" y="0"/>
                  </a:lnTo>
                  <a:cubicBezTo>
                    <a:pt x="8633" y="0"/>
                    <a:pt x="8349" y="95"/>
                    <a:pt x="8097" y="315"/>
                  </a:cubicBezTo>
                  <a:cubicBezTo>
                    <a:pt x="7877" y="95"/>
                    <a:pt x="7593" y="0"/>
                    <a:pt x="7278" y="0"/>
                  </a:cubicBezTo>
                  <a:lnTo>
                    <a:pt x="5073" y="0"/>
                  </a:lnTo>
                  <a:cubicBezTo>
                    <a:pt x="4758" y="0"/>
                    <a:pt x="4474" y="95"/>
                    <a:pt x="4254" y="315"/>
                  </a:cubicBezTo>
                  <a:cubicBezTo>
                    <a:pt x="4002" y="95"/>
                    <a:pt x="3750" y="0"/>
                    <a:pt x="343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1927;p65">
              <a:extLst>
                <a:ext uri="{FF2B5EF4-FFF2-40B4-BE49-F238E27FC236}">
                  <a16:creationId xmlns:a16="http://schemas.microsoft.com/office/drawing/2014/main" id="{4680A111-C148-790A-8B0C-932D68E09FB6}"/>
                </a:ext>
              </a:extLst>
            </p:cNvPr>
            <p:cNvSpPr/>
            <p:nvPr/>
          </p:nvSpPr>
          <p:spPr>
            <a:xfrm>
              <a:off x="-59234600" y="2913025"/>
              <a:ext cx="19725" cy="19700"/>
            </a:xfrm>
            <a:custGeom>
              <a:avLst/>
              <a:gdLst/>
              <a:ahLst/>
              <a:cxnLst/>
              <a:rect l="l" t="t" r="r" b="b"/>
              <a:pathLst>
                <a:path w="789" h="788" extrusionOk="0">
                  <a:moveTo>
                    <a:pt x="411" y="0"/>
                  </a:moveTo>
                  <a:cubicBezTo>
                    <a:pt x="190" y="0"/>
                    <a:pt x="1" y="189"/>
                    <a:pt x="1" y="410"/>
                  </a:cubicBezTo>
                  <a:cubicBezTo>
                    <a:pt x="1" y="630"/>
                    <a:pt x="190" y="788"/>
                    <a:pt x="411" y="788"/>
                  </a:cubicBezTo>
                  <a:cubicBezTo>
                    <a:pt x="631" y="788"/>
                    <a:pt x="789" y="630"/>
                    <a:pt x="789" y="410"/>
                  </a:cubicBezTo>
                  <a:cubicBezTo>
                    <a:pt x="789" y="189"/>
                    <a:pt x="631" y="0"/>
                    <a:pt x="41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1928;p65">
              <a:extLst>
                <a:ext uri="{FF2B5EF4-FFF2-40B4-BE49-F238E27FC236}">
                  <a16:creationId xmlns:a16="http://schemas.microsoft.com/office/drawing/2014/main" id="{39A5A383-AE07-A04B-81DE-126587AF3939}"/>
                </a:ext>
              </a:extLst>
            </p:cNvPr>
            <p:cNvSpPr/>
            <p:nvPr/>
          </p:nvSpPr>
          <p:spPr>
            <a:xfrm>
              <a:off x="-59235375" y="2699575"/>
              <a:ext cx="20500" cy="152825"/>
            </a:xfrm>
            <a:custGeom>
              <a:avLst/>
              <a:gdLst/>
              <a:ahLst/>
              <a:cxnLst/>
              <a:rect l="l" t="t" r="r" b="b"/>
              <a:pathLst>
                <a:path w="820" h="6113" extrusionOk="0">
                  <a:moveTo>
                    <a:pt x="442" y="0"/>
                  </a:moveTo>
                  <a:cubicBezTo>
                    <a:pt x="190" y="0"/>
                    <a:pt x="0" y="189"/>
                    <a:pt x="0" y="441"/>
                  </a:cubicBezTo>
                  <a:lnTo>
                    <a:pt x="0" y="5671"/>
                  </a:lnTo>
                  <a:cubicBezTo>
                    <a:pt x="0" y="5923"/>
                    <a:pt x="190" y="6112"/>
                    <a:pt x="442" y="6112"/>
                  </a:cubicBezTo>
                  <a:cubicBezTo>
                    <a:pt x="662" y="6112"/>
                    <a:pt x="820" y="5923"/>
                    <a:pt x="820" y="5671"/>
                  </a:cubicBezTo>
                  <a:lnTo>
                    <a:pt x="820" y="410"/>
                  </a:lnTo>
                  <a:cubicBezTo>
                    <a:pt x="820" y="158"/>
                    <a:pt x="631" y="0"/>
                    <a:pt x="44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855;p24">
            <a:extLst>
              <a:ext uri="{FF2B5EF4-FFF2-40B4-BE49-F238E27FC236}">
                <a16:creationId xmlns:a16="http://schemas.microsoft.com/office/drawing/2014/main" id="{1C882001-2156-8C85-DE2B-7CC68F355ABF}"/>
              </a:ext>
            </a:extLst>
          </p:cNvPr>
          <p:cNvSpPr txBox="1">
            <a:spLocks/>
          </p:cNvSpPr>
          <p:nvPr/>
        </p:nvSpPr>
        <p:spPr>
          <a:xfrm>
            <a:off x="1402244" y="1947856"/>
            <a:ext cx="6286690" cy="31018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just"/>
            <a:r>
              <a:rPr lang="vi-VN" sz="1600">
                <a:solidFill>
                  <a:schemeClr val="bg1">
                    <a:lumMod val="50000"/>
                  </a:schemeClr>
                </a:solidFill>
                <a:latin typeface="Arial" panose="020B0604020202020204" pitchFamily="34" charset="0"/>
                <a:cs typeface="Arial" panose="020B0604020202020204" pitchFamily="34" charset="0"/>
              </a:rPr>
              <a:t>OpenCV (Open Computer Vision)</a:t>
            </a:r>
            <a:r>
              <a:rPr lang="en-US" sz="1600">
                <a:solidFill>
                  <a:schemeClr val="bg1">
                    <a:lumMod val="50000"/>
                  </a:schemeClr>
                </a:solidFill>
                <a:latin typeface="Arial" panose="020B0604020202020204" pitchFamily="34" charset="0"/>
                <a:cs typeface="Arial" panose="020B0604020202020204" pitchFamily="34" charset="0"/>
              </a:rPr>
              <a:t>:</a:t>
            </a:r>
            <a:r>
              <a:rPr lang="vi-VN" sz="1600">
                <a:solidFill>
                  <a:schemeClr val="bg1">
                    <a:lumMod val="50000"/>
                  </a:schemeClr>
                </a:solidFill>
                <a:latin typeface="Arial" panose="020B0604020202020204" pitchFamily="34" charset="0"/>
                <a:cs typeface="Arial" panose="020B0604020202020204" pitchFamily="34" charset="0"/>
              </a:rPr>
              <a:t> một bộ công cụ phần mềm để xử lý hình ảnh, video, phân tích và học máy theo thời gian thực. </a:t>
            </a:r>
            <a:r>
              <a:rPr lang="en-US" sz="1600">
                <a:solidFill>
                  <a:schemeClr val="bg1">
                    <a:lumMod val="50000"/>
                  </a:schemeClr>
                </a:solidFill>
                <a:latin typeface="Arial" panose="020B0604020202020204" pitchFamily="34" charset="0"/>
                <a:cs typeface="Arial" panose="020B0604020202020204" pitchFamily="34" charset="0"/>
              </a:rPr>
              <a:t>Gồm</a:t>
            </a:r>
            <a:r>
              <a:rPr lang="vi-VN" sz="1600">
                <a:solidFill>
                  <a:schemeClr val="bg1">
                    <a:lumMod val="50000"/>
                  </a:schemeClr>
                </a:solidFill>
                <a:latin typeface="Arial" panose="020B0604020202020204" pitchFamily="34" charset="0"/>
                <a:cs typeface="Arial" panose="020B0604020202020204" pitchFamily="34" charset="0"/>
              </a:rPr>
              <a:t> hơn 2500 thuật toán</a:t>
            </a:r>
            <a:r>
              <a:rPr lang="en-US" sz="1600">
                <a:solidFill>
                  <a:schemeClr val="bg1">
                    <a:lumMod val="50000"/>
                  </a:schemeClr>
                </a:solidFill>
                <a:latin typeface="Arial" panose="020B0604020202020204" pitchFamily="34" charset="0"/>
                <a:cs typeface="Arial" panose="020B0604020202020204" pitchFamily="34" charset="0"/>
              </a:rPr>
              <a:t>.</a:t>
            </a:r>
          </a:p>
        </p:txBody>
      </p:sp>
      <p:grpSp>
        <p:nvGrpSpPr>
          <p:cNvPr id="15" name="Google Shape;12240;p66">
            <a:extLst>
              <a:ext uri="{FF2B5EF4-FFF2-40B4-BE49-F238E27FC236}">
                <a16:creationId xmlns:a16="http://schemas.microsoft.com/office/drawing/2014/main" id="{890961A4-FA2F-830F-5CFC-38F6DD082EDD}"/>
              </a:ext>
            </a:extLst>
          </p:cNvPr>
          <p:cNvGrpSpPr/>
          <p:nvPr/>
        </p:nvGrpSpPr>
        <p:grpSpPr>
          <a:xfrm>
            <a:off x="7876105" y="2943554"/>
            <a:ext cx="672986" cy="646953"/>
            <a:chOff x="-31889075" y="2658950"/>
            <a:chExt cx="302475" cy="290775"/>
          </a:xfrm>
          <a:solidFill>
            <a:schemeClr val="bg2">
              <a:lumMod val="20000"/>
              <a:lumOff val="80000"/>
            </a:schemeClr>
          </a:solidFill>
          <a:effectLst>
            <a:outerShdw blurRad="50800" dist="38100" dir="5400000" algn="t" rotWithShape="0">
              <a:prstClr val="black">
                <a:alpha val="40000"/>
              </a:prstClr>
            </a:outerShdw>
          </a:effectLst>
        </p:grpSpPr>
        <p:sp>
          <p:nvSpPr>
            <p:cNvPr id="16" name="Google Shape;12241;p66">
              <a:extLst>
                <a:ext uri="{FF2B5EF4-FFF2-40B4-BE49-F238E27FC236}">
                  <a16:creationId xmlns:a16="http://schemas.microsoft.com/office/drawing/2014/main" id="{716D0ABF-1FDE-BB68-1055-64257B22EDE4}"/>
                </a:ext>
              </a:extLst>
            </p:cNvPr>
            <p:cNvSpPr/>
            <p:nvPr/>
          </p:nvSpPr>
          <p:spPr>
            <a:xfrm>
              <a:off x="-31889075" y="2658950"/>
              <a:ext cx="302475" cy="290775"/>
            </a:xfrm>
            <a:custGeom>
              <a:avLst/>
              <a:gdLst/>
              <a:ahLst/>
              <a:cxnLst/>
              <a:rect l="l" t="t" r="r" b="b"/>
              <a:pathLst>
                <a:path w="12099" h="11631" extrusionOk="0">
                  <a:moveTo>
                    <a:pt x="10555" y="712"/>
                  </a:moveTo>
                  <a:lnTo>
                    <a:pt x="11153" y="1310"/>
                  </a:lnTo>
                  <a:lnTo>
                    <a:pt x="10051" y="3138"/>
                  </a:lnTo>
                  <a:lnTo>
                    <a:pt x="8728" y="1814"/>
                  </a:lnTo>
                  <a:lnTo>
                    <a:pt x="10555" y="712"/>
                  </a:lnTo>
                  <a:close/>
                  <a:moveTo>
                    <a:pt x="8665" y="2696"/>
                  </a:moveTo>
                  <a:lnTo>
                    <a:pt x="9137" y="3169"/>
                  </a:lnTo>
                  <a:lnTo>
                    <a:pt x="7278" y="4996"/>
                  </a:lnTo>
                  <a:lnTo>
                    <a:pt x="6806" y="4524"/>
                  </a:lnTo>
                  <a:lnTo>
                    <a:pt x="8665" y="2696"/>
                  </a:lnTo>
                  <a:close/>
                  <a:moveTo>
                    <a:pt x="3022" y="640"/>
                  </a:moveTo>
                  <a:cubicBezTo>
                    <a:pt x="3549" y="640"/>
                    <a:pt x="4066" y="847"/>
                    <a:pt x="4443" y="1247"/>
                  </a:cubicBezTo>
                  <a:cubicBezTo>
                    <a:pt x="5010" y="1783"/>
                    <a:pt x="5199" y="2602"/>
                    <a:pt x="4915" y="3358"/>
                  </a:cubicBezTo>
                  <a:cubicBezTo>
                    <a:pt x="4884" y="3484"/>
                    <a:pt x="4915" y="3642"/>
                    <a:pt x="5010" y="3705"/>
                  </a:cubicBezTo>
                  <a:lnTo>
                    <a:pt x="8160" y="6855"/>
                  </a:lnTo>
                  <a:cubicBezTo>
                    <a:pt x="8208" y="6926"/>
                    <a:pt x="8308" y="6961"/>
                    <a:pt x="8409" y="6961"/>
                  </a:cubicBezTo>
                  <a:cubicBezTo>
                    <a:pt x="8442" y="6961"/>
                    <a:pt x="8476" y="6957"/>
                    <a:pt x="8507" y="6950"/>
                  </a:cubicBezTo>
                  <a:cubicBezTo>
                    <a:pt x="8741" y="6862"/>
                    <a:pt x="8981" y="6819"/>
                    <a:pt x="9217" y="6819"/>
                  </a:cubicBezTo>
                  <a:cubicBezTo>
                    <a:pt x="9743" y="6819"/>
                    <a:pt x="10248" y="7031"/>
                    <a:pt x="10618" y="7422"/>
                  </a:cubicBezTo>
                  <a:cubicBezTo>
                    <a:pt x="11153" y="7926"/>
                    <a:pt x="11342" y="8682"/>
                    <a:pt x="11153" y="9375"/>
                  </a:cubicBezTo>
                  <a:lnTo>
                    <a:pt x="10240" y="8493"/>
                  </a:lnTo>
                  <a:cubicBezTo>
                    <a:pt x="10035" y="8289"/>
                    <a:pt x="9767" y="8186"/>
                    <a:pt x="9503" y="8186"/>
                  </a:cubicBezTo>
                  <a:cubicBezTo>
                    <a:pt x="9240" y="8186"/>
                    <a:pt x="8980" y="8289"/>
                    <a:pt x="8791" y="8493"/>
                  </a:cubicBezTo>
                  <a:cubicBezTo>
                    <a:pt x="8381" y="8871"/>
                    <a:pt x="8381" y="9533"/>
                    <a:pt x="8791" y="9943"/>
                  </a:cubicBezTo>
                  <a:lnTo>
                    <a:pt x="9673" y="10856"/>
                  </a:lnTo>
                  <a:cubicBezTo>
                    <a:pt x="9498" y="10904"/>
                    <a:pt x="9318" y="10928"/>
                    <a:pt x="9140" y="10928"/>
                  </a:cubicBezTo>
                  <a:cubicBezTo>
                    <a:pt x="8614" y="10928"/>
                    <a:pt x="8096" y="10721"/>
                    <a:pt x="7719" y="10321"/>
                  </a:cubicBezTo>
                  <a:cubicBezTo>
                    <a:pt x="7152" y="9785"/>
                    <a:pt x="6963" y="8966"/>
                    <a:pt x="7247" y="8210"/>
                  </a:cubicBezTo>
                  <a:cubicBezTo>
                    <a:pt x="7278" y="8084"/>
                    <a:pt x="7247" y="7926"/>
                    <a:pt x="7152" y="7863"/>
                  </a:cubicBezTo>
                  <a:lnTo>
                    <a:pt x="4002" y="4713"/>
                  </a:lnTo>
                  <a:cubicBezTo>
                    <a:pt x="3960" y="4629"/>
                    <a:pt x="3876" y="4587"/>
                    <a:pt x="3787" y="4587"/>
                  </a:cubicBezTo>
                  <a:cubicBezTo>
                    <a:pt x="3743" y="4587"/>
                    <a:pt x="3697" y="4597"/>
                    <a:pt x="3655" y="4618"/>
                  </a:cubicBezTo>
                  <a:cubicBezTo>
                    <a:pt x="3421" y="4706"/>
                    <a:pt x="3181" y="4749"/>
                    <a:pt x="2945" y="4749"/>
                  </a:cubicBezTo>
                  <a:cubicBezTo>
                    <a:pt x="2419" y="4749"/>
                    <a:pt x="1914" y="4537"/>
                    <a:pt x="1544" y="4146"/>
                  </a:cubicBezTo>
                  <a:cubicBezTo>
                    <a:pt x="1009" y="3642"/>
                    <a:pt x="820" y="2885"/>
                    <a:pt x="1009" y="2192"/>
                  </a:cubicBezTo>
                  <a:lnTo>
                    <a:pt x="1009" y="2192"/>
                  </a:lnTo>
                  <a:lnTo>
                    <a:pt x="1922" y="3075"/>
                  </a:lnTo>
                  <a:cubicBezTo>
                    <a:pt x="2127" y="3279"/>
                    <a:pt x="2395" y="3382"/>
                    <a:pt x="2659" y="3382"/>
                  </a:cubicBezTo>
                  <a:cubicBezTo>
                    <a:pt x="2923" y="3382"/>
                    <a:pt x="3183" y="3279"/>
                    <a:pt x="3372" y="3075"/>
                  </a:cubicBezTo>
                  <a:cubicBezTo>
                    <a:pt x="3781" y="2696"/>
                    <a:pt x="3781" y="2035"/>
                    <a:pt x="3372" y="1625"/>
                  </a:cubicBezTo>
                  <a:lnTo>
                    <a:pt x="2490" y="712"/>
                  </a:lnTo>
                  <a:cubicBezTo>
                    <a:pt x="2665" y="664"/>
                    <a:pt x="2844" y="640"/>
                    <a:pt x="3022" y="640"/>
                  </a:cubicBezTo>
                  <a:close/>
                  <a:moveTo>
                    <a:pt x="4380" y="6036"/>
                  </a:moveTo>
                  <a:lnTo>
                    <a:pt x="5829" y="7485"/>
                  </a:lnTo>
                  <a:lnTo>
                    <a:pt x="2679" y="10636"/>
                  </a:lnTo>
                  <a:cubicBezTo>
                    <a:pt x="2474" y="10840"/>
                    <a:pt x="2206" y="10943"/>
                    <a:pt x="1942" y="10943"/>
                  </a:cubicBezTo>
                  <a:cubicBezTo>
                    <a:pt x="1678" y="10943"/>
                    <a:pt x="1418" y="10840"/>
                    <a:pt x="1229" y="10636"/>
                  </a:cubicBezTo>
                  <a:cubicBezTo>
                    <a:pt x="820" y="10226"/>
                    <a:pt x="820" y="9596"/>
                    <a:pt x="1229" y="9186"/>
                  </a:cubicBezTo>
                  <a:lnTo>
                    <a:pt x="4380" y="6036"/>
                  </a:lnTo>
                  <a:close/>
                  <a:moveTo>
                    <a:pt x="2915" y="1"/>
                  </a:moveTo>
                  <a:cubicBezTo>
                    <a:pt x="2465" y="1"/>
                    <a:pt x="2014" y="112"/>
                    <a:pt x="1607" y="334"/>
                  </a:cubicBezTo>
                  <a:cubicBezTo>
                    <a:pt x="1544" y="365"/>
                    <a:pt x="1450" y="491"/>
                    <a:pt x="1450" y="554"/>
                  </a:cubicBezTo>
                  <a:cubicBezTo>
                    <a:pt x="1450" y="680"/>
                    <a:pt x="1481" y="775"/>
                    <a:pt x="1544" y="838"/>
                  </a:cubicBezTo>
                  <a:lnTo>
                    <a:pt x="2836" y="2129"/>
                  </a:lnTo>
                  <a:cubicBezTo>
                    <a:pt x="2962" y="2255"/>
                    <a:pt x="2962" y="2507"/>
                    <a:pt x="2836" y="2602"/>
                  </a:cubicBezTo>
                  <a:cubicBezTo>
                    <a:pt x="2773" y="2665"/>
                    <a:pt x="2686" y="2696"/>
                    <a:pt x="2600" y="2696"/>
                  </a:cubicBezTo>
                  <a:cubicBezTo>
                    <a:pt x="2513" y="2696"/>
                    <a:pt x="2427" y="2665"/>
                    <a:pt x="2364" y="2602"/>
                  </a:cubicBezTo>
                  <a:lnTo>
                    <a:pt x="1072" y="1310"/>
                  </a:lnTo>
                  <a:cubicBezTo>
                    <a:pt x="1001" y="1239"/>
                    <a:pt x="912" y="1204"/>
                    <a:pt x="846" y="1204"/>
                  </a:cubicBezTo>
                  <a:cubicBezTo>
                    <a:pt x="824" y="1204"/>
                    <a:pt x="804" y="1208"/>
                    <a:pt x="788" y="1216"/>
                  </a:cubicBezTo>
                  <a:cubicBezTo>
                    <a:pt x="662" y="1216"/>
                    <a:pt x="599" y="1310"/>
                    <a:pt x="536" y="1373"/>
                  </a:cubicBezTo>
                  <a:cubicBezTo>
                    <a:pt x="1" y="2413"/>
                    <a:pt x="127" y="3736"/>
                    <a:pt x="1009" y="4618"/>
                  </a:cubicBezTo>
                  <a:cubicBezTo>
                    <a:pt x="1549" y="5135"/>
                    <a:pt x="2230" y="5407"/>
                    <a:pt x="2934" y="5407"/>
                  </a:cubicBezTo>
                  <a:cubicBezTo>
                    <a:pt x="3173" y="5407"/>
                    <a:pt x="3415" y="5375"/>
                    <a:pt x="3655" y="5311"/>
                  </a:cubicBezTo>
                  <a:lnTo>
                    <a:pt x="3907" y="5563"/>
                  </a:lnTo>
                  <a:lnTo>
                    <a:pt x="757" y="8714"/>
                  </a:lnTo>
                  <a:cubicBezTo>
                    <a:pt x="64" y="9344"/>
                    <a:pt x="64" y="10447"/>
                    <a:pt x="757" y="11108"/>
                  </a:cubicBezTo>
                  <a:cubicBezTo>
                    <a:pt x="1088" y="11455"/>
                    <a:pt x="1521" y="11628"/>
                    <a:pt x="1954" y="11628"/>
                  </a:cubicBezTo>
                  <a:cubicBezTo>
                    <a:pt x="2387" y="11628"/>
                    <a:pt x="2820" y="11455"/>
                    <a:pt x="3151" y="11108"/>
                  </a:cubicBezTo>
                  <a:lnTo>
                    <a:pt x="6302" y="7958"/>
                  </a:lnTo>
                  <a:lnTo>
                    <a:pt x="6522" y="8210"/>
                  </a:lnTo>
                  <a:cubicBezTo>
                    <a:pt x="6302" y="9155"/>
                    <a:pt x="6522" y="10132"/>
                    <a:pt x="7247" y="10825"/>
                  </a:cubicBezTo>
                  <a:cubicBezTo>
                    <a:pt x="7765" y="11362"/>
                    <a:pt x="8469" y="11630"/>
                    <a:pt x="9169" y="11630"/>
                  </a:cubicBezTo>
                  <a:cubicBezTo>
                    <a:pt x="9618" y="11630"/>
                    <a:pt x="10066" y="11519"/>
                    <a:pt x="10460" y="11297"/>
                  </a:cubicBezTo>
                  <a:cubicBezTo>
                    <a:pt x="10555" y="11266"/>
                    <a:pt x="10618" y="11140"/>
                    <a:pt x="10618" y="11077"/>
                  </a:cubicBezTo>
                  <a:cubicBezTo>
                    <a:pt x="10618" y="11014"/>
                    <a:pt x="10586" y="10888"/>
                    <a:pt x="10555" y="10793"/>
                  </a:cubicBezTo>
                  <a:lnTo>
                    <a:pt x="9263" y="9501"/>
                  </a:lnTo>
                  <a:cubicBezTo>
                    <a:pt x="9137" y="9375"/>
                    <a:pt x="9137" y="9155"/>
                    <a:pt x="9263" y="9029"/>
                  </a:cubicBezTo>
                  <a:cubicBezTo>
                    <a:pt x="9310" y="8966"/>
                    <a:pt x="9397" y="8934"/>
                    <a:pt x="9488" y="8934"/>
                  </a:cubicBezTo>
                  <a:cubicBezTo>
                    <a:pt x="9578" y="8934"/>
                    <a:pt x="9673" y="8966"/>
                    <a:pt x="9736" y="9029"/>
                  </a:cubicBezTo>
                  <a:lnTo>
                    <a:pt x="11027" y="10321"/>
                  </a:lnTo>
                  <a:cubicBezTo>
                    <a:pt x="11075" y="10392"/>
                    <a:pt x="11157" y="10427"/>
                    <a:pt x="11236" y="10427"/>
                  </a:cubicBezTo>
                  <a:cubicBezTo>
                    <a:pt x="11262" y="10427"/>
                    <a:pt x="11287" y="10423"/>
                    <a:pt x="11311" y="10415"/>
                  </a:cubicBezTo>
                  <a:cubicBezTo>
                    <a:pt x="11405" y="10415"/>
                    <a:pt x="11500" y="10321"/>
                    <a:pt x="11532" y="10258"/>
                  </a:cubicBezTo>
                  <a:cubicBezTo>
                    <a:pt x="12099" y="9218"/>
                    <a:pt x="11973" y="7895"/>
                    <a:pt x="11059" y="7013"/>
                  </a:cubicBezTo>
                  <a:cubicBezTo>
                    <a:pt x="10542" y="6496"/>
                    <a:pt x="9850" y="6224"/>
                    <a:pt x="9139" y="6224"/>
                  </a:cubicBezTo>
                  <a:cubicBezTo>
                    <a:pt x="8897" y="6224"/>
                    <a:pt x="8653" y="6255"/>
                    <a:pt x="8413" y="6320"/>
                  </a:cubicBezTo>
                  <a:lnTo>
                    <a:pt x="7719" y="5595"/>
                  </a:lnTo>
                  <a:lnTo>
                    <a:pt x="9578" y="3736"/>
                  </a:lnTo>
                  <a:lnTo>
                    <a:pt x="9799" y="3988"/>
                  </a:lnTo>
                  <a:cubicBezTo>
                    <a:pt x="9867" y="4056"/>
                    <a:pt x="9958" y="4089"/>
                    <a:pt x="10051" y="4089"/>
                  </a:cubicBezTo>
                  <a:cubicBezTo>
                    <a:pt x="10172" y="4089"/>
                    <a:pt x="10294" y="4032"/>
                    <a:pt x="10366" y="3925"/>
                  </a:cubicBezTo>
                  <a:lnTo>
                    <a:pt x="11815" y="1499"/>
                  </a:lnTo>
                  <a:cubicBezTo>
                    <a:pt x="11878" y="1373"/>
                    <a:pt x="11878" y="1184"/>
                    <a:pt x="11784" y="1090"/>
                  </a:cubicBezTo>
                  <a:lnTo>
                    <a:pt x="10775" y="82"/>
                  </a:lnTo>
                  <a:cubicBezTo>
                    <a:pt x="10723" y="30"/>
                    <a:pt x="10652" y="6"/>
                    <a:pt x="10573" y="6"/>
                  </a:cubicBezTo>
                  <a:cubicBezTo>
                    <a:pt x="10507" y="6"/>
                    <a:pt x="10437" y="22"/>
                    <a:pt x="10366" y="50"/>
                  </a:cubicBezTo>
                  <a:lnTo>
                    <a:pt x="7940" y="1499"/>
                  </a:lnTo>
                  <a:cubicBezTo>
                    <a:pt x="7751" y="1625"/>
                    <a:pt x="7719" y="1909"/>
                    <a:pt x="7877" y="2066"/>
                  </a:cubicBezTo>
                  <a:lnTo>
                    <a:pt x="8097" y="2287"/>
                  </a:lnTo>
                  <a:lnTo>
                    <a:pt x="6270" y="4146"/>
                  </a:lnTo>
                  <a:lnTo>
                    <a:pt x="5546" y="3421"/>
                  </a:lnTo>
                  <a:cubicBezTo>
                    <a:pt x="5798" y="2476"/>
                    <a:pt x="5546" y="1499"/>
                    <a:pt x="4852" y="806"/>
                  </a:cubicBezTo>
                  <a:cubicBezTo>
                    <a:pt x="4315" y="269"/>
                    <a:pt x="3615" y="1"/>
                    <a:pt x="291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2242;p66">
              <a:extLst>
                <a:ext uri="{FF2B5EF4-FFF2-40B4-BE49-F238E27FC236}">
                  <a16:creationId xmlns:a16="http://schemas.microsoft.com/office/drawing/2014/main" id="{43BA6034-F932-B555-D47F-FA96462BD2D8}"/>
                </a:ext>
              </a:extLst>
            </p:cNvPr>
            <p:cNvSpPr/>
            <p:nvPr/>
          </p:nvSpPr>
          <p:spPr>
            <a:xfrm>
              <a:off x="-31838650" y="2838200"/>
              <a:ext cx="70100" cy="68550"/>
            </a:xfrm>
            <a:custGeom>
              <a:avLst/>
              <a:gdLst/>
              <a:ahLst/>
              <a:cxnLst/>
              <a:rect l="l" t="t" r="r" b="b"/>
              <a:pathLst>
                <a:path w="2804" h="2742" extrusionOk="0">
                  <a:moveTo>
                    <a:pt x="2430" y="0"/>
                  </a:moveTo>
                  <a:cubicBezTo>
                    <a:pt x="2339" y="0"/>
                    <a:pt x="2253" y="32"/>
                    <a:pt x="2205" y="95"/>
                  </a:cubicBezTo>
                  <a:lnTo>
                    <a:pt x="95" y="2174"/>
                  </a:lnTo>
                  <a:cubicBezTo>
                    <a:pt x="0" y="2300"/>
                    <a:pt x="0" y="2521"/>
                    <a:pt x="95" y="2647"/>
                  </a:cubicBezTo>
                  <a:cubicBezTo>
                    <a:pt x="158" y="2710"/>
                    <a:pt x="236" y="2741"/>
                    <a:pt x="319" y="2741"/>
                  </a:cubicBezTo>
                  <a:cubicBezTo>
                    <a:pt x="402" y="2741"/>
                    <a:pt x="488" y="2710"/>
                    <a:pt x="567" y="2647"/>
                  </a:cubicBezTo>
                  <a:lnTo>
                    <a:pt x="2678" y="567"/>
                  </a:lnTo>
                  <a:cubicBezTo>
                    <a:pt x="2804" y="441"/>
                    <a:pt x="2804" y="221"/>
                    <a:pt x="2678" y="95"/>
                  </a:cubicBezTo>
                  <a:cubicBezTo>
                    <a:pt x="2615" y="32"/>
                    <a:pt x="2520" y="0"/>
                    <a:pt x="24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 name="Google Shape;1855;p24">
            <a:extLst>
              <a:ext uri="{FF2B5EF4-FFF2-40B4-BE49-F238E27FC236}">
                <a16:creationId xmlns:a16="http://schemas.microsoft.com/office/drawing/2014/main" id="{4C4CC875-3E59-F59A-B795-26021B98A114}"/>
              </a:ext>
            </a:extLst>
          </p:cNvPr>
          <p:cNvSpPr txBox="1">
            <a:spLocks/>
          </p:cNvSpPr>
          <p:nvPr/>
        </p:nvSpPr>
        <p:spPr>
          <a:xfrm>
            <a:off x="1481864" y="3439649"/>
            <a:ext cx="6207070" cy="31018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just"/>
            <a:r>
              <a:rPr lang="vi-VN" sz="1600">
                <a:solidFill>
                  <a:schemeClr val="bg1">
                    <a:lumMod val="50000"/>
                  </a:schemeClr>
                </a:solidFill>
                <a:latin typeface="Arial" panose="020B0604020202020204" pitchFamily="34" charset="0"/>
                <a:cs typeface="Arial" panose="020B0604020202020204" pitchFamily="34" charset="0"/>
              </a:rPr>
              <a:t>PyTorch là một bộ công cụ mã nguồn mở dành cho việc xây dựng mạng nơ-ron và huấn luyện mô hình học sâu trên Python. </a:t>
            </a:r>
            <a:r>
              <a:rPr lang="en-US" sz="1600">
                <a:solidFill>
                  <a:schemeClr val="bg1">
                    <a:lumMod val="50000"/>
                  </a:schemeClr>
                </a:solidFill>
                <a:latin typeface="Arial" panose="020B0604020202020204" pitchFamily="34" charset="0"/>
                <a:cs typeface="Arial" panose="020B0604020202020204" pitchFamily="34" charset="0"/>
              </a:rPr>
              <a:t>Phát triển b</a:t>
            </a:r>
            <a:r>
              <a:rPr lang="vi-VN" sz="1600">
                <a:solidFill>
                  <a:schemeClr val="bg1">
                    <a:lumMod val="50000"/>
                  </a:schemeClr>
                </a:solidFill>
                <a:latin typeface="Arial" panose="020B0604020202020204" pitchFamily="34" charset="0"/>
                <a:cs typeface="Arial" panose="020B0604020202020204" pitchFamily="34" charset="0"/>
              </a:rPr>
              <a:t>ởi Facebook's AI Research (FAIR</a:t>
            </a:r>
            <a:r>
              <a:rPr lang="en-US" sz="1600">
                <a:solidFill>
                  <a:schemeClr val="bg1">
                    <a:lumMod val="50000"/>
                  </a:schemeClr>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586394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10"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500"/>
                                        <p:tgtEl>
                                          <p:spTgt spid="3"/>
                                        </p:tgtEl>
                                      </p:cBhvr>
                                    </p:animEffect>
                                  </p:childTnLst>
                                </p:cTn>
                              </p:par>
                              <p:par>
                                <p:cTn id="16" presetID="12" presetClass="entr" presetSubtype="4" fill="hold" grpId="1" nodeType="with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additive="base">
                                        <p:cTn id="18" dur="500"/>
                                        <p:tgtEl>
                                          <p:spTgt spid="14"/>
                                        </p:tgtEl>
                                        <p:attrNameLst>
                                          <p:attrName>ppt_y</p:attrName>
                                        </p:attrNameLst>
                                      </p:cBhvr>
                                      <p:tavLst>
                                        <p:tav tm="0">
                                          <p:val>
                                            <p:strVal val="#ppt_y+#ppt_h*1.125000"/>
                                          </p:val>
                                        </p:tav>
                                        <p:tav tm="100000">
                                          <p:val>
                                            <p:strVal val="#ppt_y"/>
                                          </p:val>
                                        </p:tav>
                                      </p:tavLst>
                                    </p:anim>
                                    <p:animEffect transition="in" filter="wipe(up)">
                                      <p:cBhvr>
                                        <p:cTn id="19" dur="500"/>
                                        <p:tgtEl>
                                          <p:spTgt spid="14"/>
                                        </p:tgtEl>
                                      </p:cBhvr>
                                    </p:animEffect>
                                  </p:childTnLst>
                                </p:cTn>
                              </p:par>
                            </p:childTnLst>
                          </p:cTn>
                        </p:par>
                        <p:par>
                          <p:cTn id="20" fill="hold">
                            <p:stCondLst>
                              <p:cond delay="500"/>
                            </p:stCondLst>
                            <p:childTnLst>
                              <p:par>
                                <p:cTn id="21" presetID="53" presetClass="entr" presetSubtype="16" fill="hold" grpId="0" nodeType="after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p:cTn id="23" dur="500" fill="hold"/>
                                        <p:tgtEl>
                                          <p:spTgt spid="4"/>
                                        </p:tgtEl>
                                        <p:attrNameLst>
                                          <p:attrName>ppt_w</p:attrName>
                                        </p:attrNameLst>
                                      </p:cBhvr>
                                      <p:tavLst>
                                        <p:tav tm="0">
                                          <p:val>
                                            <p:fltVal val="0"/>
                                          </p:val>
                                        </p:tav>
                                        <p:tav tm="100000">
                                          <p:val>
                                            <p:strVal val="#ppt_w"/>
                                          </p:val>
                                        </p:tav>
                                      </p:tavLst>
                                    </p:anim>
                                    <p:anim calcmode="lin" valueType="num">
                                      <p:cBhvr>
                                        <p:cTn id="24" dur="500" fill="hold"/>
                                        <p:tgtEl>
                                          <p:spTgt spid="4"/>
                                        </p:tgtEl>
                                        <p:attrNameLst>
                                          <p:attrName>ppt_h</p:attrName>
                                        </p:attrNameLst>
                                      </p:cBhvr>
                                      <p:tavLst>
                                        <p:tav tm="0">
                                          <p:val>
                                            <p:fltVal val="0"/>
                                          </p:val>
                                        </p:tav>
                                        <p:tav tm="100000">
                                          <p:val>
                                            <p:strVal val="#ppt_h"/>
                                          </p:val>
                                        </p:tav>
                                      </p:tavLst>
                                    </p:anim>
                                    <p:animEffect transition="in" filter="fade">
                                      <p:cBhvr>
                                        <p:cTn id="25" dur="500"/>
                                        <p:tgtEl>
                                          <p:spTgt spid="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up)">
                                      <p:cBhvr>
                                        <p:cTn id="31" dur="500"/>
                                        <p:tgtEl>
                                          <p:spTgt spid="2"/>
                                        </p:tgtEl>
                                      </p:cBhvr>
                                    </p:animEffect>
                                  </p:childTnLst>
                                </p:cTn>
                              </p:par>
                              <p:par>
                                <p:cTn id="32" presetID="12" presetClass="entr" presetSubtype="4" fill="hold" grpId="1" nodeType="withEffect">
                                  <p:stCondLst>
                                    <p:cond delay="0"/>
                                  </p:stCondLst>
                                  <p:childTnLst>
                                    <p:set>
                                      <p:cBhvr>
                                        <p:cTn id="33" dur="1" fill="hold">
                                          <p:stCondLst>
                                            <p:cond delay="0"/>
                                          </p:stCondLst>
                                        </p:cTn>
                                        <p:tgtEl>
                                          <p:spTgt spid="19"/>
                                        </p:tgtEl>
                                        <p:attrNameLst>
                                          <p:attrName>style.visibility</p:attrName>
                                        </p:attrNameLst>
                                      </p:cBhvr>
                                      <p:to>
                                        <p:strVal val="visible"/>
                                      </p:to>
                                    </p:set>
                                    <p:anim calcmode="lin" valueType="num">
                                      <p:cBhvr additive="base">
                                        <p:cTn id="34" dur="500"/>
                                        <p:tgtEl>
                                          <p:spTgt spid="19"/>
                                        </p:tgtEl>
                                        <p:attrNameLst>
                                          <p:attrName>ppt_y</p:attrName>
                                        </p:attrNameLst>
                                      </p:cBhvr>
                                      <p:tavLst>
                                        <p:tav tm="0">
                                          <p:val>
                                            <p:strVal val="#ppt_y+#ppt_h*1.125000"/>
                                          </p:val>
                                        </p:tav>
                                        <p:tav tm="100000">
                                          <p:val>
                                            <p:strVal val="#ppt_y"/>
                                          </p:val>
                                        </p:tav>
                                      </p:tavLst>
                                    </p:anim>
                                    <p:animEffect transition="in" filter="wipe(up)">
                                      <p:cBhvr>
                                        <p:cTn id="3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 grpId="0" animBg="1"/>
      <p:bldP spid="161" grpId="0" build="p"/>
      <p:bldP spid="2" grpId="0" animBg="1"/>
      <p:bldP spid="3" grpId="0" animBg="1"/>
      <p:bldP spid="4" grpId="0" animBg="1"/>
      <p:bldP spid="5" grpId="0" animBg="1"/>
      <p:bldP spid="14" grpId="0"/>
      <p:bldP spid="14" grpId="1"/>
      <p:bldP spid="19" grpId="0"/>
      <p:bldP spid="19"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p:cNvSpPr>
            <a:spLocks noGrp="1"/>
          </p:cNvSpPr>
          <p:nvPr>
            <p:ph type="title"/>
          </p:nvPr>
        </p:nvSpPr>
        <p:spPr>
          <a:xfrm>
            <a:off x="1929584" y="2221500"/>
            <a:ext cx="5373253" cy="754800"/>
          </a:xfrm>
        </p:spPr>
        <p:txBody>
          <a:bodyPr/>
          <a:lstStyle/>
          <a:p>
            <a:r>
              <a:rPr lang="en-US" sz="3200" b="1">
                <a:solidFill>
                  <a:schemeClr val="tx2">
                    <a:lumMod val="75000"/>
                  </a:schemeClr>
                </a:solidFill>
                <a:latin typeface="Arial" panose="020B0604020202020204" pitchFamily="34" charset="0"/>
                <a:cs typeface="Arial" panose="020B0604020202020204" pitchFamily="34" charset="0"/>
              </a:rPr>
              <a:t>PHÂN TÍCH VÀ XÂY DỰNG</a:t>
            </a:r>
          </a:p>
        </p:txBody>
      </p:sp>
      <p:sp>
        <p:nvSpPr>
          <p:cNvPr id="2" name="Subtitle 1"/>
          <p:cNvSpPr>
            <a:spLocks noGrp="1"/>
          </p:cNvSpPr>
          <p:nvPr>
            <p:ph type="subTitle" idx="1"/>
          </p:nvPr>
        </p:nvSpPr>
        <p:spPr>
          <a:xfrm>
            <a:off x="2191032" y="3009602"/>
            <a:ext cx="6285088" cy="331569"/>
          </a:xfrm>
        </p:spPr>
        <p:txBody>
          <a:bodyPr/>
          <a:lstStyle/>
          <a:p>
            <a:pPr algn="l"/>
            <a:r>
              <a:rPr lang="en-US">
                <a:solidFill>
                  <a:schemeClr val="bg1">
                    <a:lumMod val="50000"/>
                  </a:schemeClr>
                </a:solidFill>
              </a:rPr>
              <a:t>Phát biểu các bài toán và các thuật toán được sử dụng trong đề tài, xây dựng mô hình</a:t>
            </a:r>
          </a:p>
        </p:txBody>
      </p:sp>
      <p:sp>
        <p:nvSpPr>
          <p:cNvPr id="17" name="Google Shape;1856;p24"/>
          <p:cNvSpPr txBox="1">
            <a:spLocks/>
          </p:cNvSpPr>
          <p:nvPr/>
        </p:nvSpPr>
        <p:spPr>
          <a:xfrm>
            <a:off x="3917317" y="1073424"/>
            <a:ext cx="1355859" cy="1189857"/>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8800" b="1">
                <a:solidFill>
                  <a:schemeClr val="tx2">
                    <a:lumMod val="75000"/>
                  </a:schemeClr>
                </a:solidFill>
                <a:latin typeface="Arial" panose="020B0604020202020204" pitchFamily="34" charset="0"/>
                <a:cs typeface="Arial" panose="020B0604020202020204" pitchFamily="34" charset="0"/>
              </a:rPr>
              <a:t>3</a:t>
            </a:r>
          </a:p>
        </p:txBody>
      </p:sp>
      <p:sp>
        <p:nvSpPr>
          <p:cNvPr id="18" name="Google Shape;10575;p61"/>
          <p:cNvSpPr/>
          <p:nvPr/>
        </p:nvSpPr>
        <p:spPr>
          <a:xfrm>
            <a:off x="939660" y="2305518"/>
            <a:ext cx="422275" cy="419100"/>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noFill/>
          <a:ln w="9525"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0576;p61"/>
          <p:cNvSpPr/>
          <p:nvPr/>
        </p:nvSpPr>
        <p:spPr>
          <a:xfrm>
            <a:off x="951725" y="2731603"/>
            <a:ext cx="398145" cy="398145"/>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noFill/>
          <a:ln w="9525" cap="flat" cmpd="sng">
            <a:solidFill>
              <a:schemeClr val="accent3">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0577;p61"/>
          <p:cNvSpPr/>
          <p:nvPr/>
        </p:nvSpPr>
        <p:spPr>
          <a:xfrm>
            <a:off x="553580" y="2565233"/>
            <a:ext cx="425450" cy="422275"/>
          </a:xfrm>
          <a:custGeom>
            <a:avLst/>
            <a:gdLst/>
            <a:ahLst/>
            <a:cxnLst/>
            <a:rect l="l" t="t" r="r" b="b"/>
            <a:pathLst>
              <a:path w="25669" h="25472" extrusionOk="0">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noFill/>
          <a:ln w="9525" cap="flat"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0578;p61"/>
          <p:cNvSpPr/>
          <p:nvPr/>
        </p:nvSpPr>
        <p:spPr>
          <a:xfrm>
            <a:off x="587870" y="2165183"/>
            <a:ext cx="379730" cy="379730"/>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noFill/>
          <a:ln w="9525" cap="flat" cmpd="sng">
            <a:solidFill>
              <a:schemeClr val="bg1">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 name="Google Shape;10579;p61"/>
          <p:cNvGrpSpPr/>
          <p:nvPr/>
        </p:nvGrpSpPr>
        <p:grpSpPr>
          <a:xfrm>
            <a:off x="1064120" y="2255988"/>
            <a:ext cx="186690" cy="38100"/>
            <a:chOff x="4644280" y="1290523"/>
            <a:chExt cx="143716" cy="29463"/>
          </a:xfrm>
        </p:grpSpPr>
        <p:sp>
          <p:nvSpPr>
            <p:cNvPr id="23" name="Google Shape;10580;p61"/>
            <p:cNvSpPr/>
            <p:nvPr/>
          </p:nvSpPr>
          <p:spPr>
            <a:xfrm>
              <a:off x="4736292" y="1294223"/>
              <a:ext cx="51704" cy="25762"/>
            </a:xfrm>
            <a:custGeom>
              <a:avLst/>
              <a:gdLst/>
              <a:ahLst/>
              <a:cxnLst/>
              <a:rect l="l" t="t" r="r" b="b"/>
              <a:pathLst>
                <a:path w="4052" h="2019" extrusionOk="0">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0581;p61"/>
            <p:cNvSpPr/>
            <p:nvPr/>
          </p:nvSpPr>
          <p:spPr>
            <a:xfrm>
              <a:off x="4700066" y="1290523"/>
              <a:ext cx="32206" cy="7988"/>
            </a:xfrm>
            <a:custGeom>
              <a:avLst/>
              <a:gdLst/>
              <a:ahLst/>
              <a:cxnLst/>
              <a:rect l="l" t="t" r="r" b="b"/>
              <a:pathLst>
                <a:path w="2524" h="626" extrusionOk="0">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0582;p61"/>
            <p:cNvSpPr/>
            <p:nvPr/>
          </p:nvSpPr>
          <p:spPr>
            <a:xfrm>
              <a:off x="4644280" y="1300641"/>
              <a:ext cx="20225" cy="13283"/>
            </a:xfrm>
            <a:custGeom>
              <a:avLst/>
              <a:gdLst/>
              <a:ahLst/>
              <a:cxnLst/>
              <a:rect l="l" t="t" r="r" b="b"/>
              <a:pathLst>
                <a:path w="1585" h="1041" extrusionOk="0">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0583;p61"/>
            <p:cNvSpPr/>
            <p:nvPr/>
          </p:nvSpPr>
          <p:spPr>
            <a:xfrm>
              <a:off x="4667822" y="1291888"/>
              <a:ext cx="27779" cy="11433"/>
            </a:xfrm>
            <a:custGeom>
              <a:avLst/>
              <a:gdLst/>
              <a:ahLst/>
              <a:cxnLst/>
              <a:rect l="l" t="t" r="r" b="b"/>
              <a:pathLst>
                <a:path w="2177" h="896" extrusionOk="0">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oogle Shape;10584;p61"/>
          <p:cNvGrpSpPr/>
          <p:nvPr/>
        </p:nvGrpSpPr>
        <p:grpSpPr>
          <a:xfrm>
            <a:off x="690740" y="2127083"/>
            <a:ext cx="186690" cy="38100"/>
            <a:chOff x="4356567" y="1191441"/>
            <a:chExt cx="143690" cy="29488"/>
          </a:xfrm>
        </p:grpSpPr>
        <p:sp>
          <p:nvSpPr>
            <p:cNvPr id="28" name="Google Shape;10585;p61"/>
            <p:cNvSpPr/>
            <p:nvPr/>
          </p:nvSpPr>
          <p:spPr>
            <a:xfrm>
              <a:off x="4448554" y="1195154"/>
              <a:ext cx="51704" cy="25775"/>
            </a:xfrm>
            <a:custGeom>
              <a:avLst/>
              <a:gdLst/>
              <a:ahLst/>
              <a:cxnLst/>
              <a:rect l="l" t="t" r="r" b="b"/>
              <a:pathLst>
                <a:path w="4052" h="2020" extrusionOk="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0586;p61"/>
            <p:cNvSpPr/>
            <p:nvPr/>
          </p:nvSpPr>
          <p:spPr>
            <a:xfrm>
              <a:off x="4412341" y="1191441"/>
              <a:ext cx="32206" cy="8013"/>
            </a:xfrm>
            <a:custGeom>
              <a:avLst/>
              <a:gdLst/>
              <a:ahLst/>
              <a:cxnLst/>
              <a:rect l="l" t="t" r="r" b="b"/>
              <a:pathLst>
                <a:path w="2524" h="628" extrusionOk="0">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0587;p61"/>
            <p:cNvSpPr/>
            <p:nvPr/>
          </p:nvSpPr>
          <p:spPr>
            <a:xfrm>
              <a:off x="4356567" y="1201573"/>
              <a:ext cx="20212" cy="13270"/>
            </a:xfrm>
            <a:custGeom>
              <a:avLst/>
              <a:gdLst/>
              <a:ahLst/>
              <a:cxnLst/>
              <a:rect l="l" t="t" r="r" b="b"/>
              <a:pathLst>
                <a:path w="1584" h="1040" extrusionOk="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0588;p61"/>
            <p:cNvSpPr/>
            <p:nvPr/>
          </p:nvSpPr>
          <p:spPr>
            <a:xfrm>
              <a:off x="4380084" y="1192832"/>
              <a:ext cx="27779" cy="11433"/>
            </a:xfrm>
            <a:custGeom>
              <a:avLst/>
              <a:gdLst/>
              <a:ahLst/>
              <a:cxnLst/>
              <a:rect l="l" t="t" r="r" b="b"/>
              <a:pathLst>
                <a:path w="2177" h="896" extrusionOk="0">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 name="Google Shape;10589;p61"/>
          <p:cNvGrpSpPr/>
          <p:nvPr/>
        </p:nvGrpSpPr>
        <p:grpSpPr>
          <a:xfrm>
            <a:off x="667880" y="3000843"/>
            <a:ext cx="186690" cy="38100"/>
            <a:chOff x="4339009" y="1863727"/>
            <a:chExt cx="143703" cy="29476"/>
          </a:xfrm>
        </p:grpSpPr>
        <p:sp>
          <p:nvSpPr>
            <p:cNvPr id="33" name="Google Shape;10590;p61"/>
            <p:cNvSpPr/>
            <p:nvPr/>
          </p:nvSpPr>
          <p:spPr>
            <a:xfrm>
              <a:off x="4339009" y="1863727"/>
              <a:ext cx="51691" cy="25762"/>
            </a:xfrm>
            <a:custGeom>
              <a:avLst/>
              <a:gdLst/>
              <a:ahLst/>
              <a:cxnLst/>
              <a:rect l="l" t="t" r="r" b="b"/>
              <a:pathLst>
                <a:path w="4051" h="2019" extrusionOk="0">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0591;p61"/>
            <p:cNvSpPr/>
            <p:nvPr/>
          </p:nvSpPr>
          <p:spPr>
            <a:xfrm>
              <a:off x="4394732" y="1885202"/>
              <a:ext cx="32193" cy="8001"/>
            </a:xfrm>
            <a:custGeom>
              <a:avLst/>
              <a:gdLst/>
              <a:ahLst/>
              <a:cxnLst/>
              <a:rect l="l" t="t" r="r" b="b"/>
              <a:pathLst>
                <a:path w="2523" h="627" extrusionOk="0">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0592;p61"/>
            <p:cNvSpPr/>
            <p:nvPr/>
          </p:nvSpPr>
          <p:spPr>
            <a:xfrm>
              <a:off x="4462488" y="1869814"/>
              <a:ext cx="20225" cy="13258"/>
            </a:xfrm>
            <a:custGeom>
              <a:avLst/>
              <a:gdLst/>
              <a:ahLst/>
              <a:cxnLst/>
              <a:rect l="l" t="t" r="r" b="b"/>
              <a:pathLst>
                <a:path w="1585" h="1039" extrusionOk="0">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0593;p61"/>
            <p:cNvSpPr/>
            <p:nvPr/>
          </p:nvSpPr>
          <p:spPr>
            <a:xfrm>
              <a:off x="4431392" y="1880392"/>
              <a:ext cx="27804" cy="11433"/>
            </a:xfrm>
            <a:custGeom>
              <a:avLst/>
              <a:gdLst/>
              <a:ahLst/>
              <a:cxnLst/>
              <a:rect l="l" t="t" r="r" b="b"/>
              <a:pathLst>
                <a:path w="2179" h="896" extrusionOk="0">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 name="Google Shape;10594;p61"/>
          <p:cNvGrpSpPr/>
          <p:nvPr/>
        </p:nvGrpSpPr>
        <p:grpSpPr>
          <a:xfrm>
            <a:off x="495795" y="2667468"/>
            <a:ext cx="38100" cy="185420"/>
            <a:chOff x="4206459" y="1607315"/>
            <a:chExt cx="29539" cy="142899"/>
          </a:xfrm>
        </p:grpSpPr>
        <p:sp>
          <p:nvSpPr>
            <p:cNvPr id="38" name="Google Shape;10595;p61"/>
            <p:cNvSpPr/>
            <p:nvPr/>
          </p:nvSpPr>
          <p:spPr>
            <a:xfrm>
              <a:off x="4209840" y="1607315"/>
              <a:ext cx="26158" cy="50989"/>
            </a:xfrm>
            <a:custGeom>
              <a:avLst/>
              <a:gdLst/>
              <a:ahLst/>
              <a:cxnLst/>
              <a:rect l="l" t="t" r="r" b="b"/>
              <a:pathLst>
                <a:path w="2050" h="3996" extrusionOk="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0596;p61"/>
            <p:cNvSpPr/>
            <p:nvPr/>
          </p:nvSpPr>
          <p:spPr>
            <a:xfrm>
              <a:off x="4206459" y="1662910"/>
              <a:ext cx="8230" cy="31785"/>
            </a:xfrm>
            <a:custGeom>
              <a:avLst/>
              <a:gdLst/>
              <a:ahLst/>
              <a:cxnLst/>
              <a:rect l="l" t="t" r="r" b="b"/>
              <a:pathLst>
                <a:path w="645" h="2491" extrusionOk="0">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0597;p61"/>
            <p:cNvSpPr/>
            <p:nvPr/>
          </p:nvSpPr>
          <p:spPr>
            <a:xfrm>
              <a:off x="4216194" y="1730768"/>
              <a:ext cx="14227" cy="19446"/>
            </a:xfrm>
            <a:custGeom>
              <a:avLst/>
              <a:gdLst/>
              <a:ahLst/>
              <a:cxnLst/>
              <a:rect l="l" t="t" r="r" b="b"/>
              <a:pathLst>
                <a:path w="1115" h="1524" extrusionOk="0">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0598;p61"/>
            <p:cNvSpPr/>
            <p:nvPr/>
          </p:nvSpPr>
          <p:spPr>
            <a:xfrm>
              <a:off x="4207607" y="1699506"/>
              <a:ext cx="12045" cy="27153"/>
            </a:xfrm>
            <a:custGeom>
              <a:avLst/>
              <a:gdLst/>
              <a:ahLst/>
              <a:cxnLst/>
              <a:rect l="l" t="t" r="r" b="b"/>
              <a:pathLst>
                <a:path w="944" h="2128" extrusionOk="0">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 name="Google Shape;10599;p61"/>
          <p:cNvSpPr/>
          <p:nvPr/>
        </p:nvSpPr>
        <p:spPr>
          <a:xfrm>
            <a:off x="552945" y="2419183"/>
            <a:ext cx="34925" cy="67945"/>
          </a:xfrm>
          <a:custGeom>
            <a:avLst/>
            <a:gdLst/>
            <a:ahLst/>
            <a:cxnLst/>
            <a:rect l="l" t="t" r="r" b="b"/>
            <a:pathLst>
              <a:path w="2099" h="4099" extrusionOk="0">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0600;p61"/>
          <p:cNvSpPr/>
          <p:nvPr/>
        </p:nvSpPr>
        <p:spPr>
          <a:xfrm>
            <a:off x="586600" y="2490938"/>
            <a:ext cx="31750" cy="33020"/>
          </a:xfrm>
          <a:custGeom>
            <a:avLst/>
            <a:gdLst/>
            <a:ahLst/>
            <a:cxnLst/>
            <a:rect l="l" t="t" r="r" b="b"/>
            <a:pathLst>
              <a:path w="1909" h="1982" extrusionOk="0">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0601;p61"/>
          <p:cNvSpPr/>
          <p:nvPr/>
        </p:nvSpPr>
        <p:spPr>
          <a:xfrm>
            <a:off x="656450" y="2544913"/>
            <a:ext cx="27940" cy="13970"/>
          </a:xfrm>
          <a:custGeom>
            <a:avLst/>
            <a:gdLst/>
            <a:ahLst/>
            <a:cxnLst/>
            <a:rect l="l" t="t" r="r" b="b"/>
            <a:pathLst>
              <a:path w="1682" h="861" extrusionOk="0">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0602;p61"/>
          <p:cNvSpPr/>
          <p:nvPr/>
        </p:nvSpPr>
        <p:spPr>
          <a:xfrm>
            <a:off x="619620" y="2524593"/>
            <a:ext cx="33020" cy="22860"/>
          </a:xfrm>
          <a:custGeom>
            <a:avLst/>
            <a:gdLst/>
            <a:ahLst/>
            <a:cxnLst/>
            <a:rect l="l" t="t" r="r" b="b"/>
            <a:pathLst>
              <a:path w="1996" h="1383" extrusionOk="0">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 name="Google Shape;10603;p61"/>
          <p:cNvGrpSpPr/>
          <p:nvPr/>
        </p:nvGrpSpPr>
        <p:grpSpPr>
          <a:xfrm>
            <a:off x="1382890" y="2428708"/>
            <a:ext cx="38100" cy="185420"/>
            <a:chOff x="4889463" y="1423737"/>
            <a:chExt cx="29552" cy="142899"/>
          </a:xfrm>
        </p:grpSpPr>
        <p:sp>
          <p:nvSpPr>
            <p:cNvPr id="47" name="Google Shape;10604;p61"/>
            <p:cNvSpPr/>
            <p:nvPr/>
          </p:nvSpPr>
          <p:spPr>
            <a:xfrm>
              <a:off x="4889463" y="1515647"/>
              <a:ext cx="26158" cy="50989"/>
            </a:xfrm>
            <a:custGeom>
              <a:avLst/>
              <a:gdLst/>
              <a:ahLst/>
              <a:cxnLst/>
              <a:rect l="l" t="t" r="r" b="b"/>
              <a:pathLst>
                <a:path w="2050" h="3996" extrusionOk="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0605;p61"/>
            <p:cNvSpPr/>
            <p:nvPr/>
          </p:nvSpPr>
          <p:spPr>
            <a:xfrm>
              <a:off x="4910772" y="1479256"/>
              <a:ext cx="8243" cy="31785"/>
            </a:xfrm>
            <a:custGeom>
              <a:avLst/>
              <a:gdLst/>
              <a:ahLst/>
              <a:cxnLst/>
              <a:rect l="l" t="t" r="r" b="b"/>
              <a:pathLst>
                <a:path w="646" h="2491" extrusionOk="0">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0606;p61"/>
            <p:cNvSpPr/>
            <p:nvPr/>
          </p:nvSpPr>
          <p:spPr>
            <a:xfrm>
              <a:off x="4895052" y="1423737"/>
              <a:ext cx="14215" cy="19446"/>
            </a:xfrm>
            <a:custGeom>
              <a:avLst/>
              <a:gdLst/>
              <a:ahLst/>
              <a:cxnLst/>
              <a:rect l="l" t="t" r="r" b="b"/>
              <a:pathLst>
                <a:path w="1114" h="1524" extrusionOk="0">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0607;p61"/>
            <p:cNvSpPr/>
            <p:nvPr/>
          </p:nvSpPr>
          <p:spPr>
            <a:xfrm>
              <a:off x="4905783" y="1447292"/>
              <a:ext cx="12071" cy="27153"/>
            </a:xfrm>
            <a:custGeom>
              <a:avLst/>
              <a:gdLst/>
              <a:ahLst/>
              <a:cxnLst/>
              <a:rect l="l" t="t" r="r" b="b"/>
              <a:pathLst>
                <a:path w="946" h="2128" extrusionOk="0">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 name="Google Shape;10608;p61"/>
          <p:cNvGrpSpPr/>
          <p:nvPr/>
        </p:nvGrpSpPr>
        <p:grpSpPr>
          <a:xfrm>
            <a:off x="1229855" y="3017353"/>
            <a:ext cx="140970" cy="130810"/>
            <a:chOff x="4771663" y="1876896"/>
            <a:chExt cx="108651" cy="100447"/>
          </a:xfrm>
        </p:grpSpPr>
        <p:sp>
          <p:nvSpPr>
            <p:cNvPr id="52" name="Google Shape;10609;p61"/>
            <p:cNvSpPr/>
            <p:nvPr/>
          </p:nvSpPr>
          <p:spPr>
            <a:xfrm>
              <a:off x="4771663" y="1951210"/>
              <a:ext cx="53184" cy="26132"/>
            </a:xfrm>
            <a:custGeom>
              <a:avLst/>
              <a:gdLst/>
              <a:ahLst/>
              <a:cxnLst/>
              <a:rect l="l" t="t" r="r" b="b"/>
              <a:pathLst>
                <a:path w="4168" h="2048" extrusionOk="0">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0610;p61"/>
            <p:cNvSpPr/>
            <p:nvPr/>
          </p:nvSpPr>
          <p:spPr>
            <a:xfrm>
              <a:off x="4826850" y="1927897"/>
              <a:ext cx="26081" cy="23529"/>
            </a:xfrm>
            <a:custGeom>
              <a:avLst/>
              <a:gdLst/>
              <a:ahLst/>
              <a:cxnLst/>
              <a:rect l="l" t="t" r="r" b="b"/>
              <a:pathLst>
                <a:path w="2044" h="1844" extrusionOk="0">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0611;p61"/>
            <p:cNvSpPr/>
            <p:nvPr/>
          </p:nvSpPr>
          <p:spPr>
            <a:xfrm>
              <a:off x="4868600" y="1876896"/>
              <a:ext cx="11714" cy="20531"/>
            </a:xfrm>
            <a:custGeom>
              <a:avLst/>
              <a:gdLst/>
              <a:ahLst/>
              <a:cxnLst/>
              <a:rect l="l" t="t" r="r" b="b"/>
              <a:pathLst>
                <a:path w="918" h="1609" extrusionOk="0">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0612;p61"/>
            <p:cNvSpPr/>
            <p:nvPr/>
          </p:nvSpPr>
          <p:spPr>
            <a:xfrm>
              <a:off x="4852804" y="1901038"/>
              <a:ext cx="18528" cy="24589"/>
            </a:xfrm>
            <a:custGeom>
              <a:avLst/>
              <a:gdLst/>
              <a:ahLst/>
              <a:cxnLst/>
              <a:rect l="l" t="t" r="r" b="b"/>
              <a:pathLst>
                <a:path w="1452" h="1927" extrusionOk="0">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2" name="Straight Connector 11"/>
          <p:cNvCxnSpPr/>
          <p:nvPr/>
        </p:nvCxnSpPr>
        <p:spPr>
          <a:xfrm>
            <a:off x="5097799" y="1983783"/>
            <a:ext cx="201478" cy="0"/>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5097799" y="1278610"/>
            <a:ext cx="404099" cy="0"/>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5097227" y="1407762"/>
            <a:ext cx="335826" cy="691"/>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4" idx="3"/>
          </p:cNvCxnSpPr>
          <p:nvPr/>
        </p:nvCxnSpPr>
        <p:spPr>
          <a:xfrm flipV="1">
            <a:off x="5097799" y="1666834"/>
            <a:ext cx="652072" cy="1"/>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3864125" y="2127083"/>
            <a:ext cx="201478" cy="0"/>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3661504" y="1468404"/>
            <a:ext cx="404099" cy="0"/>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3729777" y="1597556"/>
            <a:ext cx="335826" cy="691"/>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3413531" y="1856628"/>
            <a:ext cx="652072" cy="1"/>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5" name="Oval 64"/>
          <p:cNvSpPr/>
          <p:nvPr/>
        </p:nvSpPr>
        <p:spPr>
          <a:xfrm>
            <a:off x="5749871" y="1602536"/>
            <a:ext cx="122822" cy="122822"/>
          </a:xfrm>
          <a:prstGeom prst="ellipse">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3301721" y="1804694"/>
            <a:ext cx="122822" cy="122822"/>
          </a:xfrm>
          <a:prstGeom prst="ellipse">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Elbow Connector 67"/>
          <p:cNvCxnSpPr/>
          <p:nvPr/>
        </p:nvCxnSpPr>
        <p:spPr>
          <a:xfrm>
            <a:off x="5097969" y="1832944"/>
            <a:ext cx="1156339" cy="71765"/>
          </a:xfrm>
          <a:prstGeom prst="bentConnector3">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0" name="Elbow Connector 69"/>
          <p:cNvCxnSpPr/>
          <p:nvPr/>
        </p:nvCxnSpPr>
        <p:spPr>
          <a:xfrm rot="10800000">
            <a:off x="3049752" y="1620165"/>
            <a:ext cx="1027442" cy="108662"/>
          </a:xfrm>
          <a:prstGeom prst="bentConnector3">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4077194" y="1156532"/>
            <a:ext cx="1020605" cy="1020605"/>
          </a:xfrm>
          <a:prstGeom prst="rect">
            <a:avLst/>
          </a:prstGeom>
          <a:noFill/>
          <a:ln>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p:cNvSpPr txBox="1"/>
          <p:nvPr/>
        </p:nvSpPr>
        <p:spPr>
          <a:xfrm>
            <a:off x="8723086" y="4702628"/>
            <a:ext cx="284052" cy="307777"/>
          </a:xfrm>
          <a:prstGeom prst="rect">
            <a:avLst/>
          </a:prstGeom>
          <a:noFill/>
        </p:spPr>
        <p:txBody>
          <a:bodyPr wrap="none" rtlCol="0">
            <a:spAutoFit/>
          </a:bodyPr>
          <a:lstStyle/>
          <a:p>
            <a:fld id="{3B13CC22-955F-4C18-B43E-F8F0DA7FF5AB}" type="slidenum">
              <a:rPr lang="en-US" smtClean="0"/>
              <a:t>10</a:t>
            </a:fld>
            <a:endParaRPr lang="en-US"/>
          </a:p>
        </p:txBody>
      </p:sp>
    </p:spTree>
    <p:extLst>
      <p:ext uri="{BB962C8B-B14F-4D97-AF65-F5344CB8AC3E}">
        <p14:creationId xmlns:p14="http://schemas.microsoft.com/office/powerpoint/2010/main" val="2299252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afterEffect">
                                  <p:stCondLst>
                                    <p:cond delay="0"/>
                                  </p:stCondLst>
                                  <p:endCondLst>
                                    <p:cond evt="onNext" delay="0">
                                      <p:tgtEl>
                                        <p:sldTgt/>
                                      </p:tgtEl>
                                    </p:cond>
                                  </p:endCondLst>
                                  <p:childTnLst>
                                    <p:animRot by="21600000">
                                      <p:cBhvr>
                                        <p:cTn id="6" dur="2000" fill="hold"/>
                                        <p:tgtEl>
                                          <p:spTgt spid="21"/>
                                        </p:tgtEl>
                                        <p:attrNameLst>
                                          <p:attrName>r</p:attrName>
                                        </p:attrNameLst>
                                      </p:cBhvr>
                                    </p:animRot>
                                  </p:childTnLst>
                                </p:cTn>
                              </p:par>
                              <p:par>
                                <p:cTn id="7" presetID="8" presetClass="emph" presetSubtype="0" repeatCount="indefinite" fill="hold" grpId="0" nodeType="withEffect">
                                  <p:stCondLst>
                                    <p:cond delay="0"/>
                                  </p:stCondLst>
                                  <p:endCondLst>
                                    <p:cond evt="onNext" delay="0">
                                      <p:tgtEl>
                                        <p:sldTgt/>
                                      </p:tgtEl>
                                    </p:cond>
                                  </p:endCondLst>
                                  <p:childTnLst>
                                    <p:animRot by="-21600000">
                                      <p:cBhvr>
                                        <p:cTn id="8" dur="2000" fill="hold"/>
                                        <p:tgtEl>
                                          <p:spTgt spid="20"/>
                                        </p:tgtEl>
                                        <p:attrNameLst>
                                          <p:attrName>r</p:attrName>
                                        </p:attrNameLst>
                                      </p:cBhvr>
                                    </p:animRot>
                                  </p:childTnLst>
                                </p:cTn>
                              </p:par>
                              <p:par>
                                <p:cTn id="9" presetID="8" presetClass="emph" presetSubtype="0" repeatCount="indefinite" fill="hold" grpId="0" nodeType="withEffect">
                                  <p:stCondLst>
                                    <p:cond delay="0"/>
                                  </p:stCondLst>
                                  <p:endCondLst>
                                    <p:cond evt="onNext" delay="0">
                                      <p:tgtEl>
                                        <p:sldTgt/>
                                      </p:tgtEl>
                                    </p:cond>
                                  </p:endCondLst>
                                  <p:childTnLst>
                                    <p:animRot by="-21600000">
                                      <p:cBhvr>
                                        <p:cTn id="10" dur="2000" fill="hold"/>
                                        <p:tgtEl>
                                          <p:spTgt spid="18"/>
                                        </p:tgtEl>
                                        <p:attrNameLst>
                                          <p:attrName>r</p:attrName>
                                        </p:attrNameLst>
                                      </p:cBhvr>
                                    </p:animRot>
                                  </p:childTnLst>
                                </p:cTn>
                              </p:par>
                              <p:par>
                                <p:cTn id="11" presetID="8" presetClass="emph" presetSubtype="0" repeatCount="indefinite" fill="hold" grpId="0" nodeType="withEffect">
                                  <p:stCondLst>
                                    <p:cond delay="0"/>
                                  </p:stCondLst>
                                  <p:endCondLst>
                                    <p:cond evt="onNext" delay="0">
                                      <p:tgtEl>
                                        <p:sldTgt/>
                                      </p:tgtEl>
                                    </p:cond>
                                  </p:endCondLst>
                                  <p:childTnLst>
                                    <p:animRot by="21600000">
                                      <p:cBhvr>
                                        <p:cTn id="12" dur="2000" fill="hold"/>
                                        <p:tgtEl>
                                          <p:spTgt spid="19"/>
                                        </p:tgtEl>
                                        <p:attrNameLst>
                                          <p:attrName>r</p:attrName>
                                        </p:attrNameLst>
                                      </p:cBhvr>
                                    </p:animRot>
                                  </p:childTnLst>
                                </p:cTn>
                              </p:par>
                              <p:par>
                                <p:cTn id="13" presetID="49" presetClass="entr" presetSubtype="0" decel="10000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anim calcmode="lin" valueType="num">
                                      <p:cBhvr>
                                        <p:cTn id="17" dur="500" fill="hold"/>
                                        <p:tgtEl>
                                          <p:spTgt spid="4"/>
                                        </p:tgtEl>
                                        <p:attrNameLst>
                                          <p:attrName>style.rotation</p:attrName>
                                        </p:attrNameLst>
                                      </p:cBhvr>
                                      <p:tavLst>
                                        <p:tav tm="0">
                                          <p:val>
                                            <p:fltVal val="360"/>
                                          </p:val>
                                        </p:tav>
                                        <p:tav tm="100000">
                                          <p:val>
                                            <p:fltVal val="0"/>
                                          </p:val>
                                        </p:tav>
                                      </p:tavLst>
                                    </p:anim>
                                    <p:animEffect transition="in" filter="fade">
                                      <p:cBhvr>
                                        <p:cTn id="18" dur="500"/>
                                        <p:tgtEl>
                                          <p:spTgt spid="4"/>
                                        </p:tgtEl>
                                      </p:cBhvr>
                                    </p:animEffect>
                                  </p:childTnLst>
                                </p:cTn>
                              </p:par>
                              <p:par>
                                <p:cTn id="19" presetID="53" presetClass="entr" presetSubtype="16" fill="hold" grpId="1"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p:cTn id="21" dur="500" fill="hold"/>
                                        <p:tgtEl>
                                          <p:spTgt spid="17"/>
                                        </p:tgtEl>
                                        <p:attrNameLst>
                                          <p:attrName>ppt_w</p:attrName>
                                        </p:attrNameLst>
                                      </p:cBhvr>
                                      <p:tavLst>
                                        <p:tav tm="0">
                                          <p:val>
                                            <p:fltVal val="0"/>
                                          </p:val>
                                        </p:tav>
                                        <p:tav tm="100000">
                                          <p:val>
                                            <p:strVal val="#ppt_w"/>
                                          </p:val>
                                        </p:tav>
                                      </p:tavLst>
                                    </p:anim>
                                    <p:anim calcmode="lin" valueType="num">
                                      <p:cBhvr>
                                        <p:cTn id="22" dur="500" fill="hold"/>
                                        <p:tgtEl>
                                          <p:spTgt spid="17"/>
                                        </p:tgtEl>
                                        <p:attrNameLst>
                                          <p:attrName>ppt_h</p:attrName>
                                        </p:attrNameLst>
                                      </p:cBhvr>
                                      <p:tavLst>
                                        <p:tav tm="0">
                                          <p:val>
                                            <p:fltVal val="0"/>
                                          </p:val>
                                        </p:tav>
                                        <p:tav tm="100000">
                                          <p:val>
                                            <p:strVal val="#ppt_h"/>
                                          </p:val>
                                        </p:tav>
                                      </p:tavLst>
                                    </p:anim>
                                    <p:animEffect transition="in" filter="fade">
                                      <p:cBhvr>
                                        <p:cTn id="23" dur="500"/>
                                        <p:tgtEl>
                                          <p:spTgt spid="17"/>
                                        </p:tgtEl>
                                      </p:cBhvr>
                                    </p:animEffect>
                                  </p:childTnLst>
                                </p:cTn>
                              </p:par>
                              <p:par>
                                <p:cTn id="24" presetID="18" presetClass="entr" presetSubtype="6"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strips(downRight)">
                                      <p:cBhvr>
                                        <p:cTn id="26" dur="1000"/>
                                        <p:tgtEl>
                                          <p:spTgt spid="14"/>
                                        </p:tgtEl>
                                      </p:cBhvr>
                                    </p:animEffect>
                                  </p:childTnLst>
                                </p:cTn>
                              </p:par>
                              <p:par>
                                <p:cTn id="27" presetID="18" presetClass="entr" presetSubtype="6" fill="hold" nodeType="withEffect">
                                  <p:stCondLst>
                                    <p:cond delay="0"/>
                                  </p:stCondLst>
                                  <p:childTnLst>
                                    <p:set>
                                      <p:cBhvr>
                                        <p:cTn id="28" dur="1" fill="hold">
                                          <p:stCondLst>
                                            <p:cond delay="0"/>
                                          </p:stCondLst>
                                        </p:cTn>
                                        <p:tgtEl>
                                          <p:spTgt spid="56"/>
                                        </p:tgtEl>
                                        <p:attrNameLst>
                                          <p:attrName>style.visibility</p:attrName>
                                        </p:attrNameLst>
                                      </p:cBhvr>
                                      <p:to>
                                        <p:strVal val="visible"/>
                                      </p:to>
                                    </p:set>
                                    <p:animEffect transition="in" filter="strips(downRight)">
                                      <p:cBhvr>
                                        <p:cTn id="29" dur="1000"/>
                                        <p:tgtEl>
                                          <p:spTgt spid="56"/>
                                        </p:tgtEl>
                                      </p:cBhvr>
                                    </p:animEffect>
                                  </p:childTnLst>
                                </p:cTn>
                              </p:par>
                              <p:par>
                                <p:cTn id="30" presetID="18" presetClass="entr" presetSubtype="6"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strips(downRight)">
                                      <p:cBhvr>
                                        <p:cTn id="32" dur="1000"/>
                                        <p:tgtEl>
                                          <p:spTgt spid="12"/>
                                        </p:tgtEl>
                                      </p:cBhvr>
                                    </p:animEffect>
                                  </p:childTnLst>
                                </p:cTn>
                              </p:par>
                              <p:par>
                                <p:cTn id="33" presetID="18" presetClass="entr" presetSubtype="6" fill="hold" nodeType="with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strips(downRight)">
                                      <p:cBhvr>
                                        <p:cTn id="35" dur="1000"/>
                                        <p:tgtEl>
                                          <p:spTgt spid="60"/>
                                        </p:tgtEl>
                                      </p:cBhvr>
                                    </p:animEffect>
                                  </p:childTnLst>
                                </p:cTn>
                              </p:par>
                              <p:par>
                                <p:cTn id="36" presetID="53" presetClass="entr" presetSubtype="16" fill="hold" grpId="0" nodeType="withEffect">
                                  <p:stCondLst>
                                    <p:cond delay="250"/>
                                  </p:stCondLst>
                                  <p:childTnLst>
                                    <p:set>
                                      <p:cBhvr>
                                        <p:cTn id="37" dur="1" fill="hold">
                                          <p:stCondLst>
                                            <p:cond delay="0"/>
                                          </p:stCondLst>
                                        </p:cTn>
                                        <p:tgtEl>
                                          <p:spTgt spid="65"/>
                                        </p:tgtEl>
                                        <p:attrNameLst>
                                          <p:attrName>style.visibility</p:attrName>
                                        </p:attrNameLst>
                                      </p:cBhvr>
                                      <p:to>
                                        <p:strVal val="visible"/>
                                      </p:to>
                                    </p:set>
                                    <p:anim calcmode="lin" valueType="num">
                                      <p:cBhvr>
                                        <p:cTn id="38" dur="2000" fill="hold"/>
                                        <p:tgtEl>
                                          <p:spTgt spid="65"/>
                                        </p:tgtEl>
                                        <p:attrNameLst>
                                          <p:attrName>ppt_w</p:attrName>
                                        </p:attrNameLst>
                                      </p:cBhvr>
                                      <p:tavLst>
                                        <p:tav tm="0">
                                          <p:val>
                                            <p:fltVal val="0"/>
                                          </p:val>
                                        </p:tav>
                                        <p:tav tm="100000">
                                          <p:val>
                                            <p:strVal val="#ppt_w"/>
                                          </p:val>
                                        </p:tav>
                                      </p:tavLst>
                                    </p:anim>
                                    <p:anim calcmode="lin" valueType="num">
                                      <p:cBhvr>
                                        <p:cTn id="39" dur="2000" fill="hold"/>
                                        <p:tgtEl>
                                          <p:spTgt spid="65"/>
                                        </p:tgtEl>
                                        <p:attrNameLst>
                                          <p:attrName>ppt_h</p:attrName>
                                        </p:attrNameLst>
                                      </p:cBhvr>
                                      <p:tavLst>
                                        <p:tav tm="0">
                                          <p:val>
                                            <p:fltVal val="0"/>
                                          </p:val>
                                        </p:tav>
                                        <p:tav tm="100000">
                                          <p:val>
                                            <p:strVal val="#ppt_h"/>
                                          </p:val>
                                        </p:tav>
                                      </p:tavLst>
                                    </p:anim>
                                    <p:animEffect transition="in" filter="fade">
                                      <p:cBhvr>
                                        <p:cTn id="40" dur="2000"/>
                                        <p:tgtEl>
                                          <p:spTgt spid="65"/>
                                        </p:tgtEl>
                                      </p:cBhvr>
                                    </p:animEffect>
                                  </p:childTnLst>
                                </p:cTn>
                              </p:par>
                              <p:par>
                                <p:cTn id="41" presetID="18" presetClass="entr" presetSubtype="6" fill="hold" nodeType="withEffect">
                                  <p:stCondLst>
                                    <p:cond delay="0"/>
                                  </p:stCondLst>
                                  <p:childTnLst>
                                    <p:set>
                                      <p:cBhvr>
                                        <p:cTn id="42" dur="1" fill="hold">
                                          <p:stCondLst>
                                            <p:cond delay="0"/>
                                          </p:stCondLst>
                                        </p:cTn>
                                        <p:tgtEl>
                                          <p:spTgt spid="68"/>
                                        </p:tgtEl>
                                        <p:attrNameLst>
                                          <p:attrName>style.visibility</p:attrName>
                                        </p:attrNameLst>
                                      </p:cBhvr>
                                      <p:to>
                                        <p:strVal val="visible"/>
                                      </p:to>
                                    </p:set>
                                    <p:animEffect transition="in" filter="strips(downRight)">
                                      <p:cBhvr>
                                        <p:cTn id="43" dur="1000"/>
                                        <p:tgtEl>
                                          <p:spTgt spid="68"/>
                                        </p:tgtEl>
                                      </p:cBhvr>
                                    </p:animEffect>
                                  </p:childTnLst>
                                </p:cTn>
                              </p:par>
                              <p:par>
                                <p:cTn id="44" presetID="18" presetClass="entr" presetSubtype="9" fill="hold" nodeType="withEffect">
                                  <p:stCondLst>
                                    <p:cond delay="0"/>
                                  </p:stCondLst>
                                  <p:childTnLst>
                                    <p:set>
                                      <p:cBhvr>
                                        <p:cTn id="45" dur="1" fill="hold">
                                          <p:stCondLst>
                                            <p:cond delay="0"/>
                                          </p:stCondLst>
                                        </p:cTn>
                                        <p:tgtEl>
                                          <p:spTgt spid="62"/>
                                        </p:tgtEl>
                                        <p:attrNameLst>
                                          <p:attrName>style.visibility</p:attrName>
                                        </p:attrNameLst>
                                      </p:cBhvr>
                                      <p:to>
                                        <p:strVal val="visible"/>
                                      </p:to>
                                    </p:set>
                                    <p:animEffect transition="in" filter="strips(upLeft)">
                                      <p:cBhvr>
                                        <p:cTn id="46" dur="1000"/>
                                        <p:tgtEl>
                                          <p:spTgt spid="62"/>
                                        </p:tgtEl>
                                      </p:cBhvr>
                                    </p:animEffect>
                                  </p:childTnLst>
                                </p:cTn>
                              </p:par>
                              <p:par>
                                <p:cTn id="47" presetID="18" presetClass="entr" presetSubtype="9" fill="hold" nodeType="withEffect">
                                  <p:stCondLst>
                                    <p:cond delay="0"/>
                                  </p:stCondLst>
                                  <p:childTnLst>
                                    <p:set>
                                      <p:cBhvr>
                                        <p:cTn id="48" dur="1" fill="hold">
                                          <p:stCondLst>
                                            <p:cond delay="0"/>
                                          </p:stCondLst>
                                        </p:cTn>
                                        <p:tgtEl>
                                          <p:spTgt spid="63"/>
                                        </p:tgtEl>
                                        <p:attrNameLst>
                                          <p:attrName>style.visibility</p:attrName>
                                        </p:attrNameLst>
                                      </p:cBhvr>
                                      <p:to>
                                        <p:strVal val="visible"/>
                                      </p:to>
                                    </p:set>
                                    <p:animEffect transition="in" filter="strips(upLeft)">
                                      <p:cBhvr>
                                        <p:cTn id="49" dur="1000"/>
                                        <p:tgtEl>
                                          <p:spTgt spid="63"/>
                                        </p:tgtEl>
                                      </p:cBhvr>
                                    </p:animEffect>
                                  </p:childTnLst>
                                </p:cTn>
                              </p:par>
                              <p:par>
                                <p:cTn id="50" presetID="18" presetClass="entr" presetSubtype="9" fill="hold" nodeType="withEffect">
                                  <p:stCondLst>
                                    <p:cond delay="0"/>
                                  </p:stCondLst>
                                  <p:childTnLst>
                                    <p:set>
                                      <p:cBhvr>
                                        <p:cTn id="51" dur="1" fill="hold">
                                          <p:stCondLst>
                                            <p:cond delay="0"/>
                                          </p:stCondLst>
                                        </p:cTn>
                                        <p:tgtEl>
                                          <p:spTgt spid="61"/>
                                        </p:tgtEl>
                                        <p:attrNameLst>
                                          <p:attrName>style.visibility</p:attrName>
                                        </p:attrNameLst>
                                      </p:cBhvr>
                                      <p:to>
                                        <p:strVal val="visible"/>
                                      </p:to>
                                    </p:set>
                                    <p:animEffect transition="in" filter="strips(upLeft)">
                                      <p:cBhvr>
                                        <p:cTn id="52" dur="1000"/>
                                        <p:tgtEl>
                                          <p:spTgt spid="61"/>
                                        </p:tgtEl>
                                      </p:cBhvr>
                                    </p:animEffect>
                                  </p:childTnLst>
                                </p:cTn>
                              </p:par>
                              <p:par>
                                <p:cTn id="53" presetID="18" presetClass="entr" presetSubtype="9" fill="hold" nodeType="withEffect">
                                  <p:stCondLst>
                                    <p:cond delay="0"/>
                                  </p:stCondLst>
                                  <p:childTnLst>
                                    <p:set>
                                      <p:cBhvr>
                                        <p:cTn id="54" dur="1" fill="hold">
                                          <p:stCondLst>
                                            <p:cond delay="0"/>
                                          </p:stCondLst>
                                        </p:cTn>
                                        <p:tgtEl>
                                          <p:spTgt spid="64"/>
                                        </p:tgtEl>
                                        <p:attrNameLst>
                                          <p:attrName>style.visibility</p:attrName>
                                        </p:attrNameLst>
                                      </p:cBhvr>
                                      <p:to>
                                        <p:strVal val="visible"/>
                                      </p:to>
                                    </p:set>
                                    <p:animEffect transition="in" filter="strips(upLeft)">
                                      <p:cBhvr>
                                        <p:cTn id="55" dur="1000"/>
                                        <p:tgtEl>
                                          <p:spTgt spid="64"/>
                                        </p:tgtEl>
                                      </p:cBhvr>
                                    </p:animEffect>
                                  </p:childTnLst>
                                </p:cTn>
                              </p:par>
                              <p:par>
                                <p:cTn id="56" presetID="53" presetClass="entr" presetSubtype="16" fill="hold" grpId="0" nodeType="withEffect">
                                  <p:stCondLst>
                                    <p:cond delay="250"/>
                                  </p:stCondLst>
                                  <p:childTnLst>
                                    <p:set>
                                      <p:cBhvr>
                                        <p:cTn id="57" dur="1" fill="hold">
                                          <p:stCondLst>
                                            <p:cond delay="0"/>
                                          </p:stCondLst>
                                        </p:cTn>
                                        <p:tgtEl>
                                          <p:spTgt spid="66"/>
                                        </p:tgtEl>
                                        <p:attrNameLst>
                                          <p:attrName>style.visibility</p:attrName>
                                        </p:attrNameLst>
                                      </p:cBhvr>
                                      <p:to>
                                        <p:strVal val="visible"/>
                                      </p:to>
                                    </p:set>
                                    <p:anim calcmode="lin" valueType="num">
                                      <p:cBhvr>
                                        <p:cTn id="58" dur="2000" fill="hold"/>
                                        <p:tgtEl>
                                          <p:spTgt spid="66"/>
                                        </p:tgtEl>
                                        <p:attrNameLst>
                                          <p:attrName>ppt_w</p:attrName>
                                        </p:attrNameLst>
                                      </p:cBhvr>
                                      <p:tavLst>
                                        <p:tav tm="0">
                                          <p:val>
                                            <p:fltVal val="0"/>
                                          </p:val>
                                        </p:tav>
                                        <p:tav tm="100000">
                                          <p:val>
                                            <p:strVal val="#ppt_w"/>
                                          </p:val>
                                        </p:tav>
                                      </p:tavLst>
                                    </p:anim>
                                    <p:anim calcmode="lin" valueType="num">
                                      <p:cBhvr>
                                        <p:cTn id="59" dur="2000" fill="hold"/>
                                        <p:tgtEl>
                                          <p:spTgt spid="66"/>
                                        </p:tgtEl>
                                        <p:attrNameLst>
                                          <p:attrName>ppt_h</p:attrName>
                                        </p:attrNameLst>
                                      </p:cBhvr>
                                      <p:tavLst>
                                        <p:tav tm="0">
                                          <p:val>
                                            <p:fltVal val="0"/>
                                          </p:val>
                                        </p:tav>
                                        <p:tav tm="100000">
                                          <p:val>
                                            <p:strVal val="#ppt_h"/>
                                          </p:val>
                                        </p:tav>
                                      </p:tavLst>
                                    </p:anim>
                                    <p:animEffect transition="in" filter="fade">
                                      <p:cBhvr>
                                        <p:cTn id="60" dur="2000"/>
                                        <p:tgtEl>
                                          <p:spTgt spid="66"/>
                                        </p:tgtEl>
                                      </p:cBhvr>
                                    </p:animEffect>
                                  </p:childTnLst>
                                </p:cTn>
                              </p:par>
                              <p:par>
                                <p:cTn id="61" presetID="18" presetClass="entr" presetSubtype="9" fill="hold" nodeType="withEffect">
                                  <p:stCondLst>
                                    <p:cond delay="0"/>
                                  </p:stCondLst>
                                  <p:childTnLst>
                                    <p:set>
                                      <p:cBhvr>
                                        <p:cTn id="62" dur="1" fill="hold">
                                          <p:stCondLst>
                                            <p:cond delay="0"/>
                                          </p:stCondLst>
                                        </p:cTn>
                                        <p:tgtEl>
                                          <p:spTgt spid="70"/>
                                        </p:tgtEl>
                                        <p:attrNameLst>
                                          <p:attrName>style.visibility</p:attrName>
                                        </p:attrNameLst>
                                      </p:cBhvr>
                                      <p:to>
                                        <p:strVal val="visible"/>
                                      </p:to>
                                    </p:set>
                                    <p:animEffect transition="in" filter="strips(upLeft)">
                                      <p:cBhvr>
                                        <p:cTn id="63" dur="1000"/>
                                        <p:tgtEl>
                                          <p:spTgt spid="70"/>
                                        </p:tgtEl>
                                      </p:cBhvr>
                                    </p:animEffect>
                                  </p:childTnLst>
                                </p:cTn>
                              </p:par>
                              <p:par>
                                <p:cTn id="64" presetID="12" presetClass="entr" presetSubtype="8" fill="hold" grpId="0" nodeType="withEffect">
                                  <p:stCondLst>
                                    <p:cond delay="250"/>
                                  </p:stCondLst>
                                  <p:childTnLst>
                                    <p:set>
                                      <p:cBhvr>
                                        <p:cTn id="65" dur="1" fill="hold">
                                          <p:stCondLst>
                                            <p:cond delay="0"/>
                                          </p:stCondLst>
                                        </p:cTn>
                                        <p:tgtEl>
                                          <p:spTgt spid="15"/>
                                        </p:tgtEl>
                                        <p:attrNameLst>
                                          <p:attrName>style.visibility</p:attrName>
                                        </p:attrNameLst>
                                      </p:cBhvr>
                                      <p:to>
                                        <p:strVal val="visible"/>
                                      </p:to>
                                    </p:set>
                                    <p:anim calcmode="lin" valueType="num">
                                      <p:cBhvr additive="base">
                                        <p:cTn id="66" dur="500"/>
                                        <p:tgtEl>
                                          <p:spTgt spid="15"/>
                                        </p:tgtEl>
                                        <p:attrNameLst>
                                          <p:attrName>ppt_x</p:attrName>
                                        </p:attrNameLst>
                                      </p:cBhvr>
                                      <p:tavLst>
                                        <p:tav tm="0">
                                          <p:val>
                                            <p:strVal val="#ppt_x-#ppt_w*1.125000"/>
                                          </p:val>
                                        </p:tav>
                                        <p:tav tm="100000">
                                          <p:val>
                                            <p:strVal val="#ppt_x"/>
                                          </p:val>
                                        </p:tav>
                                      </p:tavLst>
                                    </p:anim>
                                    <p:animEffect transition="in" filter="wipe(right)">
                                      <p:cBhvr>
                                        <p:cTn id="67" dur="500"/>
                                        <p:tgtEl>
                                          <p:spTgt spid="15"/>
                                        </p:tgtEl>
                                      </p:cBhvr>
                                    </p:animEffect>
                                  </p:childTnLst>
                                </p:cTn>
                              </p:par>
                              <p:par>
                                <p:cTn id="68" presetID="12" presetClass="entr" presetSubtype="2" fill="hold" grpId="0" nodeType="withEffect">
                                  <p:stCondLst>
                                    <p:cond delay="750"/>
                                  </p:stCondLst>
                                  <p:childTnLst>
                                    <p:set>
                                      <p:cBhvr>
                                        <p:cTn id="69" dur="1" fill="hold">
                                          <p:stCondLst>
                                            <p:cond delay="0"/>
                                          </p:stCondLst>
                                        </p:cTn>
                                        <p:tgtEl>
                                          <p:spTgt spid="2">
                                            <p:txEl>
                                              <p:pRg st="0" end="0"/>
                                            </p:txEl>
                                          </p:spTgt>
                                        </p:tgtEl>
                                        <p:attrNameLst>
                                          <p:attrName>style.visibility</p:attrName>
                                        </p:attrNameLst>
                                      </p:cBhvr>
                                      <p:to>
                                        <p:strVal val="visible"/>
                                      </p:to>
                                    </p:set>
                                    <p:anim calcmode="lin" valueType="num">
                                      <p:cBhvr additive="base">
                                        <p:cTn id="70" dur="500"/>
                                        <p:tgtEl>
                                          <p:spTgt spid="2">
                                            <p:txEl>
                                              <p:pRg st="0" end="0"/>
                                            </p:txEl>
                                          </p:spTgt>
                                        </p:tgtEl>
                                        <p:attrNameLst>
                                          <p:attrName>ppt_x</p:attrName>
                                        </p:attrNameLst>
                                      </p:cBhvr>
                                      <p:tavLst>
                                        <p:tav tm="0">
                                          <p:val>
                                            <p:strVal val="#ppt_x+#ppt_w*1.125000"/>
                                          </p:val>
                                        </p:tav>
                                        <p:tav tm="100000">
                                          <p:val>
                                            <p:strVal val="#ppt_x"/>
                                          </p:val>
                                        </p:tav>
                                      </p:tavLst>
                                    </p:anim>
                                    <p:animEffect transition="in" filter="wipe(left)">
                                      <p:cBhvr>
                                        <p:cTn id="71" dur="500"/>
                                        <p:tgtEl>
                                          <p:spTgt spid="2">
                                            <p:txEl>
                                              <p:pRg st="0" end="0"/>
                                            </p:txEl>
                                          </p:spTgt>
                                        </p:tgtEl>
                                      </p:cBhvr>
                                    </p:animEffect>
                                  </p:childTnLst>
                                </p:cTn>
                              </p:par>
                              <p:par>
                                <p:cTn id="72" presetID="21" presetClass="emph" presetSubtype="0" repeatCount="indefinite" fill="hold" nodeType="withEffect">
                                  <p:stCondLst>
                                    <p:cond delay="0"/>
                                  </p:stCondLst>
                                  <p:endCondLst>
                                    <p:cond evt="onNext" delay="0">
                                      <p:tgtEl>
                                        <p:sldTgt/>
                                      </p:tgtEl>
                                    </p:cond>
                                  </p:endCondLst>
                                  <p:childTnLst>
                                    <p:animClr clrSpc="hsl" dir="cw">
                                      <p:cBhvr override="childStyle">
                                        <p:cTn id="73" dur="300" fill="hold"/>
                                        <p:tgtEl>
                                          <p:spTgt spid="4"/>
                                        </p:tgtEl>
                                        <p:attrNameLst>
                                          <p:attrName>style.color</p:attrName>
                                        </p:attrNameLst>
                                      </p:cBhvr>
                                      <p:by>
                                        <p:hsl h="7200000" s="0" l="0"/>
                                      </p:by>
                                    </p:animClr>
                                    <p:animClr clrSpc="hsl" dir="cw">
                                      <p:cBhvr>
                                        <p:cTn id="74" dur="300" fill="hold"/>
                                        <p:tgtEl>
                                          <p:spTgt spid="4"/>
                                        </p:tgtEl>
                                        <p:attrNameLst>
                                          <p:attrName>fillcolor</p:attrName>
                                        </p:attrNameLst>
                                      </p:cBhvr>
                                      <p:by>
                                        <p:hsl h="7200000" s="0" l="0"/>
                                      </p:by>
                                    </p:animClr>
                                    <p:animClr clrSpc="hsl" dir="cw">
                                      <p:cBhvr>
                                        <p:cTn id="75" dur="300" fill="hold"/>
                                        <p:tgtEl>
                                          <p:spTgt spid="4"/>
                                        </p:tgtEl>
                                        <p:attrNameLst>
                                          <p:attrName>stroke.color</p:attrName>
                                        </p:attrNameLst>
                                      </p:cBhvr>
                                      <p:by>
                                        <p:hsl h="7200000" s="0" l="0"/>
                                      </p:by>
                                    </p:animClr>
                                    <p:set>
                                      <p:cBhvr>
                                        <p:cTn id="76" dur="300" fill="hold"/>
                                        <p:tgtEl>
                                          <p:spTgt spid="4"/>
                                        </p:tgtEl>
                                        <p:attrNameLst>
                                          <p:attrName>fill.type</p:attrName>
                                        </p:attrNameLst>
                                      </p:cBhvr>
                                      <p:to>
                                        <p:strVal val="solid"/>
                                      </p:to>
                                    </p:set>
                                  </p:childTnLst>
                                </p:cTn>
                              </p:par>
                              <p:par>
                                <p:cTn id="77" presetID="21" presetClass="emph" presetSubtype="0" repeatCount="indefinite" fill="hold" nodeType="withEffect">
                                  <p:stCondLst>
                                    <p:cond delay="0"/>
                                  </p:stCondLst>
                                  <p:endCondLst>
                                    <p:cond evt="onNext" delay="0">
                                      <p:tgtEl>
                                        <p:sldTgt/>
                                      </p:tgtEl>
                                    </p:cond>
                                  </p:endCondLst>
                                  <p:childTnLst>
                                    <p:animClr clrSpc="hsl" dir="cw">
                                      <p:cBhvr override="childStyle">
                                        <p:cTn id="78" dur="1000" fill="hold"/>
                                        <p:tgtEl>
                                          <p:spTgt spid="62"/>
                                        </p:tgtEl>
                                        <p:attrNameLst>
                                          <p:attrName>style.color</p:attrName>
                                        </p:attrNameLst>
                                      </p:cBhvr>
                                      <p:by>
                                        <p:hsl h="7200000" s="0" l="0"/>
                                      </p:by>
                                    </p:animClr>
                                    <p:animClr clrSpc="hsl" dir="cw">
                                      <p:cBhvr>
                                        <p:cTn id="79" dur="1000" fill="hold"/>
                                        <p:tgtEl>
                                          <p:spTgt spid="62"/>
                                        </p:tgtEl>
                                        <p:attrNameLst>
                                          <p:attrName>fillcolor</p:attrName>
                                        </p:attrNameLst>
                                      </p:cBhvr>
                                      <p:by>
                                        <p:hsl h="7200000" s="0" l="0"/>
                                      </p:by>
                                    </p:animClr>
                                    <p:animClr clrSpc="hsl" dir="cw">
                                      <p:cBhvr>
                                        <p:cTn id="80" dur="1000" fill="hold"/>
                                        <p:tgtEl>
                                          <p:spTgt spid="62"/>
                                        </p:tgtEl>
                                        <p:attrNameLst>
                                          <p:attrName>stroke.color</p:attrName>
                                        </p:attrNameLst>
                                      </p:cBhvr>
                                      <p:by>
                                        <p:hsl h="7200000" s="0" l="0"/>
                                      </p:by>
                                    </p:animClr>
                                    <p:set>
                                      <p:cBhvr>
                                        <p:cTn id="81" dur="1000" fill="hold"/>
                                        <p:tgtEl>
                                          <p:spTgt spid="62"/>
                                        </p:tgtEl>
                                        <p:attrNameLst>
                                          <p:attrName>fill.type</p:attrName>
                                        </p:attrNameLst>
                                      </p:cBhvr>
                                      <p:to>
                                        <p:strVal val="solid"/>
                                      </p:to>
                                    </p:set>
                                  </p:childTnLst>
                                </p:cTn>
                              </p:par>
                              <p:par>
                                <p:cTn id="82" presetID="21" presetClass="emph" presetSubtype="0" repeatCount="indefinite" fill="hold" nodeType="withEffect">
                                  <p:stCondLst>
                                    <p:cond delay="0"/>
                                  </p:stCondLst>
                                  <p:endCondLst>
                                    <p:cond evt="onNext" delay="0">
                                      <p:tgtEl>
                                        <p:sldTgt/>
                                      </p:tgtEl>
                                    </p:cond>
                                  </p:endCondLst>
                                  <p:childTnLst>
                                    <p:animClr clrSpc="hsl" dir="cw">
                                      <p:cBhvr override="childStyle">
                                        <p:cTn id="83" dur="1000" fill="hold"/>
                                        <p:tgtEl>
                                          <p:spTgt spid="63"/>
                                        </p:tgtEl>
                                        <p:attrNameLst>
                                          <p:attrName>style.color</p:attrName>
                                        </p:attrNameLst>
                                      </p:cBhvr>
                                      <p:by>
                                        <p:hsl h="7200000" s="0" l="0"/>
                                      </p:by>
                                    </p:animClr>
                                    <p:animClr clrSpc="hsl" dir="cw">
                                      <p:cBhvr>
                                        <p:cTn id="84" dur="1000" fill="hold"/>
                                        <p:tgtEl>
                                          <p:spTgt spid="63"/>
                                        </p:tgtEl>
                                        <p:attrNameLst>
                                          <p:attrName>fillcolor</p:attrName>
                                        </p:attrNameLst>
                                      </p:cBhvr>
                                      <p:by>
                                        <p:hsl h="7200000" s="0" l="0"/>
                                      </p:by>
                                    </p:animClr>
                                    <p:animClr clrSpc="hsl" dir="cw">
                                      <p:cBhvr>
                                        <p:cTn id="85" dur="1000" fill="hold"/>
                                        <p:tgtEl>
                                          <p:spTgt spid="63"/>
                                        </p:tgtEl>
                                        <p:attrNameLst>
                                          <p:attrName>stroke.color</p:attrName>
                                        </p:attrNameLst>
                                      </p:cBhvr>
                                      <p:by>
                                        <p:hsl h="7200000" s="0" l="0"/>
                                      </p:by>
                                    </p:animClr>
                                    <p:set>
                                      <p:cBhvr>
                                        <p:cTn id="86" dur="1000" fill="hold"/>
                                        <p:tgtEl>
                                          <p:spTgt spid="63"/>
                                        </p:tgtEl>
                                        <p:attrNameLst>
                                          <p:attrName>fill.type</p:attrName>
                                        </p:attrNameLst>
                                      </p:cBhvr>
                                      <p:to>
                                        <p:strVal val="solid"/>
                                      </p:to>
                                    </p:set>
                                  </p:childTnLst>
                                </p:cTn>
                              </p:par>
                              <p:par>
                                <p:cTn id="87" presetID="21" presetClass="emph" presetSubtype="0" repeatCount="indefinite" fill="hold" nodeType="withEffect">
                                  <p:stCondLst>
                                    <p:cond delay="0"/>
                                  </p:stCondLst>
                                  <p:endCondLst>
                                    <p:cond evt="onNext" delay="0">
                                      <p:tgtEl>
                                        <p:sldTgt/>
                                      </p:tgtEl>
                                    </p:cond>
                                  </p:endCondLst>
                                  <p:childTnLst>
                                    <p:animClr clrSpc="hsl" dir="cw">
                                      <p:cBhvr override="childStyle">
                                        <p:cTn id="88" dur="1000" fill="hold"/>
                                        <p:tgtEl>
                                          <p:spTgt spid="61"/>
                                        </p:tgtEl>
                                        <p:attrNameLst>
                                          <p:attrName>style.color</p:attrName>
                                        </p:attrNameLst>
                                      </p:cBhvr>
                                      <p:by>
                                        <p:hsl h="7200000" s="0" l="0"/>
                                      </p:by>
                                    </p:animClr>
                                    <p:animClr clrSpc="hsl" dir="cw">
                                      <p:cBhvr>
                                        <p:cTn id="89" dur="1000" fill="hold"/>
                                        <p:tgtEl>
                                          <p:spTgt spid="61"/>
                                        </p:tgtEl>
                                        <p:attrNameLst>
                                          <p:attrName>fillcolor</p:attrName>
                                        </p:attrNameLst>
                                      </p:cBhvr>
                                      <p:by>
                                        <p:hsl h="7200000" s="0" l="0"/>
                                      </p:by>
                                    </p:animClr>
                                    <p:animClr clrSpc="hsl" dir="cw">
                                      <p:cBhvr>
                                        <p:cTn id="90" dur="1000" fill="hold"/>
                                        <p:tgtEl>
                                          <p:spTgt spid="61"/>
                                        </p:tgtEl>
                                        <p:attrNameLst>
                                          <p:attrName>stroke.color</p:attrName>
                                        </p:attrNameLst>
                                      </p:cBhvr>
                                      <p:by>
                                        <p:hsl h="7200000" s="0" l="0"/>
                                      </p:by>
                                    </p:animClr>
                                    <p:set>
                                      <p:cBhvr>
                                        <p:cTn id="91" dur="1000" fill="hold"/>
                                        <p:tgtEl>
                                          <p:spTgt spid="61"/>
                                        </p:tgtEl>
                                        <p:attrNameLst>
                                          <p:attrName>fill.type</p:attrName>
                                        </p:attrNameLst>
                                      </p:cBhvr>
                                      <p:to>
                                        <p:strVal val="solid"/>
                                      </p:to>
                                    </p:set>
                                  </p:childTnLst>
                                </p:cTn>
                              </p:par>
                              <p:par>
                                <p:cTn id="92" presetID="21" presetClass="emph" presetSubtype="0" repeatCount="indefinite" fill="hold" nodeType="withEffect">
                                  <p:stCondLst>
                                    <p:cond delay="0"/>
                                  </p:stCondLst>
                                  <p:endCondLst>
                                    <p:cond evt="onNext" delay="0">
                                      <p:tgtEl>
                                        <p:sldTgt/>
                                      </p:tgtEl>
                                    </p:cond>
                                  </p:endCondLst>
                                  <p:childTnLst>
                                    <p:animClr clrSpc="hsl" dir="cw">
                                      <p:cBhvr override="childStyle">
                                        <p:cTn id="93" dur="1000" fill="hold"/>
                                        <p:tgtEl>
                                          <p:spTgt spid="14"/>
                                        </p:tgtEl>
                                        <p:attrNameLst>
                                          <p:attrName>style.color</p:attrName>
                                        </p:attrNameLst>
                                      </p:cBhvr>
                                      <p:by>
                                        <p:hsl h="7200000" s="0" l="0"/>
                                      </p:by>
                                    </p:animClr>
                                    <p:animClr clrSpc="hsl" dir="cw">
                                      <p:cBhvr>
                                        <p:cTn id="94" dur="1000" fill="hold"/>
                                        <p:tgtEl>
                                          <p:spTgt spid="14"/>
                                        </p:tgtEl>
                                        <p:attrNameLst>
                                          <p:attrName>fillcolor</p:attrName>
                                        </p:attrNameLst>
                                      </p:cBhvr>
                                      <p:by>
                                        <p:hsl h="7200000" s="0" l="0"/>
                                      </p:by>
                                    </p:animClr>
                                    <p:animClr clrSpc="hsl" dir="cw">
                                      <p:cBhvr>
                                        <p:cTn id="95" dur="1000" fill="hold"/>
                                        <p:tgtEl>
                                          <p:spTgt spid="14"/>
                                        </p:tgtEl>
                                        <p:attrNameLst>
                                          <p:attrName>stroke.color</p:attrName>
                                        </p:attrNameLst>
                                      </p:cBhvr>
                                      <p:by>
                                        <p:hsl h="7200000" s="0" l="0"/>
                                      </p:by>
                                    </p:animClr>
                                    <p:set>
                                      <p:cBhvr>
                                        <p:cTn id="96" dur="1000" fill="hold"/>
                                        <p:tgtEl>
                                          <p:spTgt spid="14"/>
                                        </p:tgtEl>
                                        <p:attrNameLst>
                                          <p:attrName>fill.type</p:attrName>
                                        </p:attrNameLst>
                                      </p:cBhvr>
                                      <p:to>
                                        <p:strVal val="solid"/>
                                      </p:to>
                                    </p:set>
                                  </p:childTnLst>
                                </p:cTn>
                              </p:par>
                              <p:par>
                                <p:cTn id="97" presetID="21" presetClass="emph" presetSubtype="0" repeatCount="indefinite" fill="hold" nodeType="withEffect">
                                  <p:stCondLst>
                                    <p:cond delay="0"/>
                                  </p:stCondLst>
                                  <p:endCondLst>
                                    <p:cond evt="onNext" delay="0">
                                      <p:tgtEl>
                                        <p:sldTgt/>
                                      </p:tgtEl>
                                    </p:cond>
                                  </p:endCondLst>
                                  <p:childTnLst>
                                    <p:animClr clrSpc="hsl" dir="cw">
                                      <p:cBhvr override="childStyle">
                                        <p:cTn id="98" dur="1000" fill="hold"/>
                                        <p:tgtEl>
                                          <p:spTgt spid="56"/>
                                        </p:tgtEl>
                                        <p:attrNameLst>
                                          <p:attrName>style.color</p:attrName>
                                        </p:attrNameLst>
                                      </p:cBhvr>
                                      <p:by>
                                        <p:hsl h="7200000" s="0" l="0"/>
                                      </p:by>
                                    </p:animClr>
                                    <p:animClr clrSpc="hsl" dir="cw">
                                      <p:cBhvr>
                                        <p:cTn id="99" dur="1000" fill="hold"/>
                                        <p:tgtEl>
                                          <p:spTgt spid="56"/>
                                        </p:tgtEl>
                                        <p:attrNameLst>
                                          <p:attrName>fillcolor</p:attrName>
                                        </p:attrNameLst>
                                      </p:cBhvr>
                                      <p:by>
                                        <p:hsl h="7200000" s="0" l="0"/>
                                      </p:by>
                                    </p:animClr>
                                    <p:animClr clrSpc="hsl" dir="cw">
                                      <p:cBhvr>
                                        <p:cTn id="100" dur="1000" fill="hold"/>
                                        <p:tgtEl>
                                          <p:spTgt spid="56"/>
                                        </p:tgtEl>
                                        <p:attrNameLst>
                                          <p:attrName>stroke.color</p:attrName>
                                        </p:attrNameLst>
                                      </p:cBhvr>
                                      <p:by>
                                        <p:hsl h="7200000" s="0" l="0"/>
                                      </p:by>
                                    </p:animClr>
                                    <p:set>
                                      <p:cBhvr>
                                        <p:cTn id="101" dur="1000" fill="hold"/>
                                        <p:tgtEl>
                                          <p:spTgt spid="56"/>
                                        </p:tgtEl>
                                        <p:attrNameLst>
                                          <p:attrName>fill.type</p:attrName>
                                        </p:attrNameLst>
                                      </p:cBhvr>
                                      <p:to>
                                        <p:strVal val="solid"/>
                                      </p:to>
                                    </p:set>
                                  </p:childTnLst>
                                </p:cTn>
                              </p:par>
                              <p:par>
                                <p:cTn id="102" presetID="21" presetClass="emph" presetSubtype="0" repeatCount="indefinite" fill="hold" nodeType="withEffect">
                                  <p:stCondLst>
                                    <p:cond delay="0"/>
                                  </p:stCondLst>
                                  <p:endCondLst>
                                    <p:cond evt="onNext" delay="0">
                                      <p:tgtEl>
                                        <p:sldTgt/>
                                      </p:tgtEl>
                                    </p:cond>
                                  </p:endCondLst>
                                  <p:childTnLst>
                                    <p:animClr clrSpc="hsl" dir="cw">
                                      <p:cBhvr override="childStyle">
                                        <p:cTn id="103" dur="1000" fill="hold"/>
                                        <p:tgtEl>
                                          <p:spTgt spid="12"/>
                                        </p:tgtEl>
                                        <p:attrNameLst>
                                          <p:attrName>style.color</p:attrName>
                                        </p:attrNameLst>
                                      </p:cBhvr>
                                      <p:by>
                                        <p:hsl h="7200000" s="0" l="0"/>
                                      </p:by>
                                    </p:animClr>
                                    <p:animClr clrSpc="hsl" dir="cw">
                                      <p:cBhvr>
                                        <p:cTn id="104" dur="1000" fill="hold"/>
                                        <p:tgtEl>
                                          <p:spTgt spid="12"/>
                                        </p:tgtEl>
                                        <p:attrNameLst>
                                          <p:attrName>fillcolor</p:attrName>
                                        </p:attrNameLst>
                                      </p:cBhvr>
                                      <p:by>
                                        <p:hsl h="7200000" s="0" l="0"/>
                                      </p:by>
                                    </p:animClr>
                                    <p:animClr clrSpc="hsl" dir="cw">
                                      <p:cBhvr>
                                        <p:cTn id="105" dur="1000" fill="hold"/>
                                        <p:tgtEl>
                                          <p:spTgt spid="12"/>
                                        </p:tgtEl>
                                        <p:attrNameLst>
                                          <p:attrName>stroke.color</p:attrName>
                                        </p:attrNameLst>
                                      </p:cBhvr>
                                      <p:by>
                                        <p:hsl h="7200000" s="0" l="0"/>
                                      </p:by>
                                    </p:animClr>
                                    <p:set>
                                      <p:cBhvr>
                                        <p:cTn id="106" dur="1000" fill="hold"/>
                                        <p:tgtEl>
                                          <p:spTgt spid="1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 grpId="0" build="p"/>
      <p:bldP spid="17" grpId="0" build="p"/>
      <p:bldP spid="17" grpId="1"/>
      <p:bldP spid="18" grpId="0" animBg="1"/>
      <p:bldP spid="19" grpId="0" animBg="1"/>
      <p:bldP spid="20" grpId="0" animBg="1"/>
      <p:bldP spid="20" grpId="1" animBg="1"/>
      <p:bldP spid="21" grpId="0" animBg="1"/>
      <p:bldP spid="21" grpId="1" animBg="1"/>
      <p:bldP spid="65" grpId="0" animBg="1"/>
      <p:bldP spid="66" grpId="0" animBg="1"/>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1855;p24"/>
          <p:cNvSpPr txBox="1">
            <a:spLocks/>
          </p:cNvSpPr>
          <p:nvPr/>
        </p:nvSpPr>
        <p:spPr>
          <a:xfrm>
            <a:off x="294984" y="959121"/>
            <a:ext cx="3608922" cy="32763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altLang="en-GB" sz="1800">
                <a:solidFill>
                  <a:schemeClr val="bg1">
                    <a:lumMod val="50000"/>
                  </a:schemeClr>
                </a:solidFill>
                <a:latin typeface="+mn-lt"/>
                <a:cs typeface="+mn-lt"/>
              </a:rPr>
              <a:t>CÁC BÀI TOÁN CẦN GIẢI QUYẾT</a:t>
            </a:r>
          </a:p>
        </p:txBody>
      </p:sp>
      <p:grpSp>
        <p:nvGrpSpPr>
          <p:cNvPr id="151" name="Group 150"/>
          <p:cNvGrpSpPr/>
          <p:nvPr/>
        </p:nvGrpSpPr>
        <p:grpSpPr>
          <a:xfrm>
            <a:off x="304803" y="1238668"/>
            <a:ext cx="3599102" cy="95191"/>
            <a:chOff x="304803" y="1238668"/>
            <a:chExt cx="3599102" cy="95191"/>
          </a:xfrm>
        </p:grpSpPr>
        <p:cxnSp>
          <p:nvCxnSpPr>
            <p:cNvPr id="5" name="Straight Connector 4"/>
            <p:cNvCxnSpPr/>
            <p:nvPr/>
          </p:nvCxnSpPr>
          <p:spPr>
            <a:xfrm flipH="1">
              <a:off x="304803" y="1286756"/>
              <a:ext cx="3507780" cy="7257"/>
            </a:xfrm>
            <a:prstGeom prst="line">
              <a:avLst/>
            </a:prstGeom>
          </p:spPr>
          <p:style>
            <a:lnRef idx="2">
              <a:schemeClr val="accent3"/>
            </a:lnRef>
            <a:fillRef idx="0">
              <a:schemeClr val="accent3"/>
            </a:fillRef>
            <a:effectRef idx="1">
              <a:schemeClr val="accent3"/>
            </a:effectRef>
            <a:fontRef idx="minor">
              <a:schemeClr val="tx1"/>
            </a:fontRef>
          </p:style>
        </p:cxnSp>
        <p:sp>
          <p:nvSpPr>
            <p:cNvPr id="10" name="Google Shape;10105;p59"/>
            <p:cNvSpPr/>
            <p:nvPr/>
          </p:nvSpPr>
          <p:spPr>
            <a:xfrm>
              <a:off x="3804834" y="1238668"/>
              <a:ext cx="99071" cy="95191"/>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3" name="Google Shape;10808;p61"/>
          <p:cNvCxnSpPr/>
          <p:nvPr/>
        </p:nvCxnSpPr>
        <p:spPr>
          <a:xfrm flipH="1">
            <a:off x="643180" y="2412103"/>
            <a:ext cx="4038" cy="2131615"/>
          </a:xfrm>
          <a:prstGeom prst="straightConnector1">
            <a:avLst/>
          </a:prstGeom>
          <a:noFill/>
          <a:ln w="9525" cap="flat" cmpd="sng">
            <a:solidFill>
              <a:srgbClr val="213B55"/>
            </a:solidFill>
            <a:prstDash val="solid"/>
            <a:round/>
            <a:headEnd type="none" w="med" len="med"/>
            <a:tailEnd type="none" w="med" len="med"/>
          </a:ln>
        </p:spPr>
      </p:cxnSp>
      <p:sp>
        <p:nvSpPr>
          <p:cNvPr id="24" name="Google Shape;10809;p61"/>
          <p:cNvSpPr/>
          <p:nvPr/>
        </p:nvSpPr>
        <p:spPr>
          <a:xfrm>
            <a:off x="304803" y="1524655"/>
            <a:ext cx="896316" cy="896316"/>
          </a:xfrm>
          <a:prstGeom prst="ellipse">
            <a:avLst/>
          </a:prstGeom>
          <a:solidFill>
            <a:schemeClr val="accent1">
              <a:lumMod val="40000"/>
              <a:lumOff val="60000"/>
            </a:schemeClr>
          </a:solidFill>
          <a:ln w="9525" cap="flat" cmpd="sng">
            <a:solidFill>
              <a:srgbClr val="213B55"/>
            </a:solidFill>
            <a:prstDash val="solid"/>
            <a:round/>
            <a:headEnd type="none" w="sm" len="sm"/>
            <a:tailEnd type="none" w="sm" len="sm"/>
          </a:ln>
          <a:scene3d>
            <a:camera prst="orthographicFront"/>
            <a:lightRig rig="threePt" dir="t"/>
          </a:scene3d>
          <a:sp3d>
            <a:bevelT w="152400" h="50800" prst="softRound"/>
          </a:sp3d>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1" name="Google Shape;10811;p61"/>
          <p:cNvCxnSpPr/>
          <p:nvPr/>
        </p:nvCxnSpPr>
        <p:spPr>
          <a:xfrm>
            <a:off x="716693" y="2346314"/>
            <a:ext cx="4247" cy="1270088"/>
          </a:xfrm>
          <a:prstGeom prst="straightConnector1">
            <a:avLst/>
          </a:prstGeom>
          <a:noFill/>
          <a:ln w="9525" cap="flat" cmpd="sng">
            <a:solidFill>
              <a:srgbClr val="667E92"/>
            </a:solidFill>
            <a:prstDash val="solid"/>
            <a:round/>
            <a:headEnd type="none" w="med" len="med"/>
            <a:tailEnd type="none" w="med" len="med"/>
          </a:ln>
        </p:spPr>
      </p:cxnSp>
      <p:sp>
        <p:nvSpPr>
          <p:cNvPr id="22" name="Google Shape;10812;p61"/>
          <p:cNvSpPr/>
          <p:nvPr/>
        </p:nvSpPr>
        <p:spPr>
          <a:xfrm>
            <a:off x="378525" y="1598377"/>
            <a:ext cx="748657" cy="748657"/>
          </a:xfrm>
          <a:prstGeom prst="ellipse">
            <a:avLst/>
          </a:prstGeom>
          <a:solidFill>
            <a:schemeClr val="accent1">
              <a:lumMod val="60000"/>
              <a:lumOff val="40000"/>
            </a:schemeClr>
          </a:solidFill>
          <a:ln w="9525" cap="flat" cmpd="sng">
            <a:solidFill>
              <a:srgbClr val="667E92"/>
            </a:solidFill>
            <a:prstDash val="solid"/>
            <a:round/>
            <a:headEnd type="none" w="sm" len="sm"/>
            <a:tailEnd type="none" w="sm" len="sm"/>
          </a:ln>
          <a:scene3d>
            <a:camera prst="orthographicFront"/>
            <a:lightRig rig="threePt" dir="t"/>
          </a:scene3d>
          <a:sp3d>
            <a:bevelT w="152400" h="50800" prst="softRound"/>
          </a:sp3d>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9" name="Google Shape;10814;p61"/>
          <p:cNvCxnSpPr/>
          <p:nvPr/>
        </p:nvCxnSpPr>
        <p:spPr>
          <a:xfrm>
            <a:off x="775618" y="2274750"/>
            <a:ext cx="1" cy="445202"/>
          </a:xfrm>
          <a:prstGeom prst="straightConnector1">
            <a:avLst/>
          </a:prstGeom>
          <a:noFill/>
          <a:ln w="9525" cap="flat" cmpd="sng">
            <a:solidFill>
              <a:srgbClr val="445D73"/>
            </a:solidFill>
            <a:prstDash val="solid"/>
            <a:round/>
            <a:headEnd type="none" w="med" len="med"/>
            <a:tailEnd type="none" w="med" len="med"/>
          </a:ln>
        </p:spPr>
      </p:cxnSp>
      <p:sp>
        <p:nvSpPr>
          <p:cNvPr id="20" name="Google Shape;10815;p61"/>
          <p:cNvSpPr/>
          <p:nvPr/>
        </p:nvSpPr>
        <p:spPr>
          <a:xfrm>
            <a:off x="442882" y="1674220"/>
            <a:ext cx="599271" cy="599271"/>
          </a:xfrm>
          <a:prstGeom prst="ellipse">
            <a:avLst/>
          </a:prstGeom>
          <a:solidFill>
            <a:schemeClr val="tx2">
              <a:lumMod val="75000"/>
            </a:schemeClr>
          </a:solidFill>
          <a:ln w="9525" cap="flat" cmpd="sng">
            <a:solidFill>
              <a:srgbClr val="445D73"/>
            </a:solidFill>
            <a:prstDash val="solid"/>
            <a:round/>
            <a:headEnd type="none" w="sm" len="sm"/>
            <a:tailEnd type="none" w="sm" len="sm"/>
          </a:ln>
          <a:scene3d>
            <a:camera prst="orthographicFront"/>
            <a:lightRig rig="threePt" dir="t"/>
          </a:scene3d>
          <a:sp3d>
            <a:bevelT w="152400" h="50800" prst="softRound"/>
          </a:sp3d>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 name="Straight Connector 27"/>
          <p:cNvCxnSpPr/>
          <p:nvPr/>
        </p:nvCxnSpPr>
        <p:spPr>
          <a:xfrm flipH="1">
            <a:off x="786171" y="2719953"/>
            <a:ext cx="7675904" cy="0"/>
          </a:xfrm>
          <a:prstGeom prst="line">
            <a:avLst/>
          </a:prstGeom>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5" name="Google Shape;1855;p24"/>
          <p:cNvSpPr txBox="1">
            <a:spLocks/>
          </p:cNvSpPr>
          <p:nvPr/>
        </p:nvSpPr>
        <p:spPr>
          <a:xfrm>
            <a:off x="1275485" y="2125584"/>
            <a:ext cx="7071740" cy="59302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just"/>
            <a:r>
              <a:rPr lang="en-US" sz="1600" b="1" i="1">
                <a:solidFill>
                  <a:schemeClr val="bg1">
                    <a:lumMod val="50000"/>
                  </a:schemeClr>
                </a:solidFill>
                <a:latin typeface="Arial" panose="020B0604020202020204" pitchFamily="34" charset="0"/>
                <a:cs typeface="Arial" panose="020B0604020202020204" pitchFamily="34" charset="0"/>
              </a:rPr>
              <a:t>	</a:t>
            </a:r>
            <a:r>
              <a:rPr lang="vi-VN" sz="1600" b="1" i="1">
                <a:solidFill>
                  <a:schemeClr val="bg1">
                    <a:lumMod val="50000"/>
                  </a:schemeClr>
                </a:solidFill>
                <a:latin typeface="Arial" panose="020B0604020202020204" pitchFamily="34" charset="0"/>
                <a:cs typeface="Arial" panose="020B0604020202020204" pitchFamily="34" charset="0"/>
              </a:rPr>
              <a:t>Chạy theo làn đường</a:t>
            </a:r>
            <a:r>
              <a:rPr lang="en-US" sz="1600">
                <a:solidFill>
                  <a:schemeClr val="bg1">
                    <a:lumMod val="50000"/>
                  </a:schemeClr>
                </a:solidFill>
                <a:latin typeface="Arial" panose="020B0604020202020204" pitchFamily="34" charset="0"/>
                <a:cs typeface="Arial" panose="020B0604020202020204" pitchFamily="34" charset="0"/>
              </a:rPr>
              <a:t>: Xe </a:t>
            </a:r>
            <a:r>
              <a:rPr lang="vi-VN" sz="1600">
                <a:solidFill>
                  <a:schemeClr val="bg1">
                    <a:lumMod val="50000"/>
                  </a:schemeClr>
                </a:solidFill>
                <a:latin typeface="Arial" panose="020B0604020202020204" pitchFamily="34" charset="0"/>
                <a:cs typeface="Arial" panose="020B0604020202020204" pitchFamily="34" charset="0"/>
              </a:rPr>
              <a:t>tự động điều khiển và duy trì vị trí của mình trên đường bằng cách sử dụng cảm biến và thuật toán điều khiển.</a:t>
            </a:r>
            <a:endParaRPr lang="en-US" sz="1600">
              <a:solidFill>
                <a:schemeClr val="bg1">
                  <a:lumMod val="50000"/>
                </a:schemeClr>
              </a:solidFill>
              <a:latin typeface="Arial" panose="020B0604020202020204" pitchFamily="34" charset="0"/>
              <a:cs typeface="Arial" panose="020B0604020202020204" pitchFamily="34" charset="0"/>
            </a:endParaRPr>
          </a:p>
        </p:txBody>
      </p:sp>
      <p:sp>
        <p:nvSpPr>
          <p:cNvPr id="36" name="Google Shape;1855;p24"/>
          <p:cNvSpPr txBox="1">
            <a:spLocks/>
          </p:cNvSpPr>
          <p:nvPr/>
        </p:nvSpPr>
        <p:spPr>
          <a:xfrm>
            <a:off x="1021706" y="3032961"/>
            <a:ext cx="6967401" cy="57526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just"/>
            <a:r>
              <a:rPr lang="en-US" sz="1600" b="1" i="1">
                <a:solidFill>
                  <a:schemeClr val="bg1">
                    <a:lumMod val="50000"/>
                  </a:schemeClr>
                </a:solidFill>
                <a:latin typeface="Arial" panose="020B0604020202020204" pitchFamily="34" charset="0"/>
                <a:cs typeface="Arial" panose="020B0604020202020204" pitchFamily="34" charset="0"/>
              </a:rPr>
              <a:t>	Tránh vật cản</a:t>
            </a:r>
            <a:r>
              <a:rPr lang="en-US" sz="1600">
                <a:solidFill>
                  <a:schemeClr val="bg1">
                    <a:lumMod val="50000"/>
                  </a:schemeClr>
                </a:solidFill>
                <a:latin typeface="Arial" panose="020B0604020202020204" pitchFamily="34" charset="0"/>
                <a:cs typeface="Arial" panose="020B0604020202020204" pitchFamily="34" charset="0"/>
              </a:rPr>
              <a:t>: Xe </a:t>
            </a:r>
            <a:r>
              <a:rPr lang="vi-VN" sz="1600">
                <a:solidFill>
                  <a:schemeClr val="bg1">
                    <a:lumMod val="50000"/>
                  </a:schemeClr>
                </a:solidFill>
                <a:latin typeface="Arial" panose="020B0604020202020204" pitchFamily="34" charset="0"/>
                <a:cs typeface="Arial" panose="020B0604020202020204" pitchFamily="34" charset="0"/>
              </a:rPr>
              <a:t>di chuyển khi đang ở các vị trí trống có thể di chuyển và rẽ hướng di chuyển khi gặp các vị trí có vật cản. </a:t>
            </a:r>
            <a:endParaRPr lang="en-US" sz="1600">
              <a:solidFill>
                <a:schemeClr val="bg1">
                  <a:lumMod val="50000"/>
                </a:schemeClr>
              </a:solidFill>
              <a:latin typeface="Arial" panose="020B0604020202020204" pitchFamily="34" charset="0"/>
              <a:cs typeface="Arial" panose="020B0604020202020204" pitchFamily="34" charset="0"/>
            </a:endParaRPr>
          </a:p>
        </p:txBody>
      </p:sp>
      <p:cxnSp>
        <p:nvCxnSpPr>
          <p:cNvPr id="38" name="Straight Connector 37"/>
          <p:cNvCxnSpPr/>
          <p:nvPr/>
        </p:nvCxnSpPr>
        <p:spPr>
          <a:xfrm flipH="1">
            <a:off x="723669" y="3608222"/>
            <a:ext cx="7366446" cy="8180"/>
          </a:xfrm>
          <a:prstGeom prst="line">
            <a:avLst/>
          </a:prstGeom>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a:off x="643180" y="4543718"/>
            <a:ext cx="6722759" cy="0"/>
          </a:xfrm>
          <a:prstGeom prst="line">
            <a:avLst/>
          </a:prstGeom>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1" name="Google Shape;1855;p24"/>
          <p:cNvSpPr txBox="1">
            <a:spLocks/>
          </p:cNvSpPr>
          <p:nvPr/>
        </p:nvSpPr>
        <p:spPr>
          <a:xfrm>
            <a:off x="791029" y="3922577"/>
            <a:ext cx="6493174" cy="60029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just"/>
            <a:r>
              <a:rPr lang="en-US" sz="1600" b="1" i="1">
                <a:solidFill>
                  <a:schemeClr val="bg1">
                    <a:lumMod val="50000"/>
                  </a:schemeClr>
                </a:solidFill>
                <a:latin typeface="Arial" panose="020B0604020202020204" pitchFamily="34" charset="0"/>
                <a:cs typeface="Arial" panose="020B0604020202020204" pitchFamily="34" charset="0"/>
              </a:rPr>
              <a:t>	Tuân thủ đèn giao thông</a:t>
            </a:r>
            <a:r>
              <a:rPr lang="en-US" sz="1600">
                <a:solidFill>
                  <a:schemeClr val="bg1">
                    <a:lumMod val="50000"/>
                  </a:schemeClr>
                </a:solidFill>
                <a:latin typeface="Arial" panose="020B0604020202020204" pitchFamily="34" charset="0"/>
                <a:cs typeface="Arial" panose="020B0604020202020204" pitchFamily="34" charset="0"/>
              </a:rPr>
              <a:t>: Khi đèn xanh xe sẽ chạy thẳng và dừng lại khi xe gặp đèn đỏ.</a:t>
            </a:r>
          </a:p>
        </p:txBody>
      </p:sp>
      <p:grpSp>
        <p:nvGrpSpPr>
          <p:cNvPr id="47" name="Group 46"/>
          <p:cNvGrpSpPr/>
          <p:nvPr/>
        </p:nvGrpSpPr>
        <p:grpSpPr>
          <a:xfrm>
            <a:off x="8437496" y="2655999"/>
            <a:ext cx="133121" cy="127907"/>
            <a:chOff x="5794416" y="2072576"/>
            <a:chExt cx="133121" cy="127907"/>
          </a:xfrm>
        </p:grpSpPr>
        <p:sp>
          <p:nvSpPr>
            <p:cNvPr id="48" name="Google Shape;10105;p59"/>
            <p:cNvSpPr/>
            <p:nvPr/>
          </p:nvSpPr>
          <p:spPr>
            <a:xfrm>
              <a:off x="5794416" y="2072576"/>
              <a:ext cx="133121" cy="127907"/>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1"/>
            </a:solidFill>
            <a:ln>
              <a:solidFill>
                <a:schemeClr val="tx2">
                  <a:lumMod val="50000"/>
                </a:schemeClr>
              </a:solidFill>
            </a:ln>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0105;p59"/>
            <p:cNvSpPr/>
            <p:nvPr/>
          </p:nvSpPr>
          <p:spPr>
            <a:xfrm>
              <a:off x="5825126" y="2101619"/>
              <a:ext cx="79046" cy="75950"/>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 name="Group 49"/>
          <p:cNvGrpSpPr/>
          <p:nvPr/>
        </p:nvGrpSpPr>
        <p:grpSpPr>
          <a:xfrm>
            <a:off x="8074059" y="3544268"/>
            <a:ext cx="133121" cy="127907"/>
            <a:chOff x="5794416" y="2072576"/>
            <a:chExt cx="133121" cy="127907"/>
          </a:xfrm>
        </p:grpSpPr>
        <p:sp>
          <p:nvSpPr>
            <p:cNvPr id="51" name="Google Shape;10105;p59"/>
            <p:cNvSpPr/>
            <p:nvPr/>
          </p:nvSpPr>
          <p:spPr>
            <a:xfrm>
              <a:off x="5794416" y="2072576"/>
              <a:ext cx="133121" cy="127907"/>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1"/>
            </a:solidFill>
            <a:ln>
              <a:solidFill>
                <a:schemeClr val="tx2">
                  <a:lumMod val="50000"/>
                </a:schemeClr>
              </a:solidFill>
            </a:ln>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0105;p59"/>
            <p:cNvSpPr/>
            <p:nvPr/>
          </p:nvSpPr>
          <p:spPr>
            <a:xfrm>
              <a:off x="5825126" y="2101619"/>
              <a:ext cx="79046" cy="75950"/>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 name="Group 52"/>
          <p:cNvGrpSpPr/>
          <p:nvPr/>
        </p:nvGrpSpPr>
        <p:grpSpPr>
          <a:xfrm>
            <a:off x="7334116" y="4474411"/>
            <a:ext cx="133121" cy="127907"/>
            <a:chOff x="5794416" y="2072576"/>
            <a:chExt cx="133121" cy="127907"/>
          </a:xfrm>
        </p:grpSpPr>
        <p:sp>
          <p:nvSpPr>
            <p:cNvPr id="54" name="Google Shape;10105;p59"/>
            <p:cNvSpPr/>
            <p:nvPr/>
          </p:nvSpPr>
          <p:spPr>
            <a:xfrm>
              <a:off x="5794416" y="2072576"/>
              <a:ext cx="133121" cy="127907"/>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1"/>
            </a:solidFill>
            <a:ln>
              <a:solidFill>
                <a:schemeClr val="tx2">
                  <a:lumMod val="50000"/>
                </a:schemeClr>
              </a:solidFill>
            </a:ln>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0105;p59"/>
            <p:cNvSpPr/>
            <p:nvPr/>
          </p:nvSpPr>
          <p:spPr>
            <a:xfrm>
              <a:off x="5825126" y="2101619"/>
              <a:ext cx="79046" cy="75950"/>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7" name="Group 146"/>
          <p:cNvGrpSpPr/>
          <p:nvPr/>
        </p:nvGrpSpPr>
        <p:grpSpPr>
          <a:xfrm>
            <a:off x="535585" y="1737256"/>
            <a:ext cx="407164" cy="477024"/>
            <a:chOff x="6488314" y="645783"/>
            <a:chExt cx="978923" cy="1146884"/>
          </a:xfrm>
          <a:effectLst>
            <a:outerShdw blurRad="50800" dist="38100" dir="5400000" algn="t" rotWithShape="0">
              <a:prstClr val="black">
                <a:alpha val="40000"/>
              </a:prstClr>
            </a:outerShdw>
          </a:effectLst>
        </p:grpSpPr>
        <p:sp>
          <p:nvSpPr>
            <p:cNvPr id="100" name="Google Shape;2815;p51"/>
            <p:cNvSpPr/>
            <p:nvPr/>
          </p:nvSpPr>
          <p:spPr>
            <a:xfrm>
              <a:off x="6532733" y="1342976"/>
              <a:ext cx="331843" cy="99272"/>
            </a:xfrm>
            <a:custGeom>
              <a:avLst/>
              <a:gdLst/>
              <a:ahLst/>
              <a:cxnLst/>
              <a:rect l="l" t="t" r="r" b="b"/>
              <a:pathLst>
                <a:path w="8046" h="2407" fill="none" extrusionOk="0">
                  <a:moveTo>
                    <a:pt x="8046" y="1"/>
                  </a:moveTo>
                  <a:cubicBezTo>
                    <a:pt x="3986" y="2407"/>
                    <a:pt x="201" y="1"/>
                    <a:pt x="201" y="1"/>
                  </a:cubicBezTo>
                  <a:lnTo>
                    <a:pt x="1" y="126"/>
                  </a:ln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2844;p51"/>
            <p:cNvSpPr/>
            <p:nvPr/>
          </p:nvSpPr>
          <p:spPr>
            <a:xfrm>
              <a:off x="6488314" y="645783"/>
              <a:ext cx="468275" cy="1139135"/>
            </a:xfrm>
            <a:custGeom>
              <a:avLst/>
              <a:gdLst/>
              <a:ahLst/>
              <a:cxnLst/>
              <a:rect l="l" t="t" r="r" b="b"/>
              <a:pathLst>
                <a:path w="11354" h="27620" fill="none" extrusionOk="0">
                  <a:moveTo>
                    <a:pt x="11354" y="3910"/>
                  </a:moveTo>
                  <a:cubicBezTo>
                    <a:pt x="11354" y="2932"/>
                    <a:pt x="10927" y="1479"/>
                    <a:pt x="10251" y="1003"/>
                  </a:cubicBezTo>
                  <a:cubicBezTo>
                    <a:pt x="8872" y="0"/>
                    <a:pt x="6015" y="326"/>
                    <a:pt x="5689" y="2807"/>
                  </a:cubicBezTo>
                  <a:cubicBezTo>
                    <a:pt x="5689" y="2807"/>
                    <a:pt x="5439" y="3484"/>
                    <a:pt x="3684" y="4687"/>
                  </a:cubicBezTo>
                  <a:cubicBezTo>
                    <a:pt x="1955" y="5865"/>
                    <a:pt x="2832" y="7519"/>
                    <a:pt x="2832" y="7519"/>
                  </a:cubicBezTo>
                  <a:cubicBezTo>
                    <a:pt x="2832" y="7519"/>
                    <a:pt x="1780" y="8521"/>
                    <a:pt x="1905" y="9248"/>
                  </a:cubicBezTo>
                  <a:cubicBezTo>
                    <a:pt x="2030" y="9975"/>
                    <a:pt x="0" y="11228"/>
                    <a:pt x="1404" y="15213"/>
                  </a:cubicBezTo>
                  <a:cubicBezTo>
                    <a:pt x="1404" y="15213"/>
                    <a:pt x="251" y="17669"/>
                    <a:pt x="2206" y="18822"/>
                  </a:cubicBezTo>
                  <a:cubicBezTo>
                    <a:pt x="2206" y="18822"/>
                    <a:pt x="1228" y="20251"/>
                    <a:pt x="2932" y="21028"/>
                  </a:cubicBezTo>
                  <a:cubicBezTo>
                    <a:pt x="2932" y="21028"/>
                    <a:pt x="2381" y="23559"/>
                    <a:pt x="5263" y="24837"/>
                  </a:cubicBezTo>
                  <a:cubicBezTo>
                    <a:pt x="5263" y="24837"/>
                    <a:pt x="5965" y="26892"/>
                    <a:pt x="8045" y="26516"/>
                  </a:cubicBezTo>
                  <a:cubicBezTo>
                    <a:pt x="8045" y="26516"/>
                    <a:pt x="8572" y="27619"/>
                    <a:pt x="9925" y="26993"/>
                  </a:cubicBezTo>
                  <a:cubicBezTo>
                    <a:pt x="9925" y="26993"/>
                    <a:pt x="10627" y="26617"/>
                    <a:pt x="11354" y="26817"/>
                  </a:cubicBezTo>
                  <a:close/>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2845;p51"/>
            <p:cNvSpPr/>
            <p:nvPr/>
          </p:nvSpPr>
          <p:spPr>
            <a:xfrm>
              <a:off x="6692969" y="769305"/>
              <a:ext cx="153012" cy="132349"/>
            </a:xfrm>
            <a:custGeom>
              <a:avLst/>
              <a:gdLst/>
              <a:ahLst/>
              <a:cxnLst/>
              <a:rect l="l" t="t" r="r" b="b"/>
              <a:pathLst>
                <a:path w="3710" h="3209" fill="none" extrusionOk="0">
                  <a:moveTo>
                    <a:pt x="702" y="0"/>
                  </a:moveTo>
                  <a:cubicBezTo>
                    <a:pt x="702" y="0"/>
                    <a:pt x="1" y="3208"/>
                    <a:pt x="3710" y="3058"/>
                  </a:cubicBez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2846;p51"/>
            <p:cNvSpPr/>
            <p:nvPr/>
          </p:nvSpPr>
          <p:spPr>
            <a:xfrm>
              <a:off x="6756031" y="958453"/>
              <a:ext cx="200565" cy="111687"/>
            </a:xfrm>
            <a:custGeom>
              <a:avLst/>
              <a:gdLst/>
              <a:ahLst/>
              <a:cxnLst/>
              <a:rect l="l" t="t" r="r" b="b"/>
              <a:pathLst>
                <a:path w="4863" h="2708" fill="none" extrusionOk="0">
                  <a:moveTo>
                    <a:pt x="4863" y="1"/>
                  </a:moveTo>
                  <a:cubicBezTo>
                    <a:pt x="4863" y="1"/>
                    <a:pt x="3409" y="2707"/>
                    <a:pt x="0" y="1955"/>
                  </a:cubicBez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2847;p51"/>
            <p:cNvSpPr/>
            <p:nvPr/>
          </p:nvSpPr>
          <p:spPr>
            <a:xfrm>
              <a:off x="6741555" y="931561"/>
              <a:ext cx="144764" cy="96179"/>
            </a:xfrm>
            <a:custGeom>
              <a:avLst/>
              <a:gdLst/>
              <a:ahLst/>
              <a:cxnLst/>
              <a:rect l="l" t="t" r="r" b="b"/>
              <a:pathLst>
                <a:path w="3510" h="2332" fill="none" extrusionOk="0">
                  <a:moveTo>
                    <a:pt x="3359" y="2332"/>
                  </a:moveTo>
                  <a:cubicBezTo>
                    <a:pt x="3359" y="2332"/>
                    <a:pt x="3509" y="427"/>
                    <a:pt x="0" y="1"/>
                  </a:cubicBez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2848;p51"/>
            <p:cNvSpPr/>
            <p:nvPr/>
          </p:nvSpPr>
          <p:spPr>
            <a:xfrm>
              <a:off x="6566842" y="1034961"/>
              <a:ext cx="125131" cy="93045"/>
            </a:xfrm>
            <a:custGeom>
              <a:avLst/>
              <a:gdLst/>
              <a:ahLst/>
              <a:cxnLst/>
              <a:rect l="l" t="t" r="r" b="b"/>
              <a:pathLst>
                <a:path w="3034" h="2256" fill="none" extrusionOk="0">
                  <a:moveTo>
                    <a:pt x="1" y="0"/>
                  </a:moveTo>
                  <a:cubicBezTo>
                    <a:pt x="1" y="0"/>
                    <a:pt x="1329" y="2256"/>
                    <a:pt x="3033" y="1654"/>
                  </a:cubicBez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2850;p51"/>
            <p:cNvSpPr/>
            <p:nvPr/>
          </p:nvSpPr>
          <p:spPr>
            <a:xfrm>
              <a:off x="6795296" y="1059749"/>
              <a:ext cx="161301" cy="104469"/>
            </a:xfrm>
            <a:custGeom>
              <a:avLst/>
              <a:gdLst/>
              <a:ahLst/>
              <a:cxnLst/>
              <a:rect l="l" t="t" r="r" b="b"/>
              <a:pathLst>
                <a:path w="3911" h="2533" fill="none" extrusionOk="0">
                  <a:moveTo>
                    <a:pt x="3911" y="276"/>
                  </a:moveTo>
                  <a:cubicBezTo>
                    <a:pt x="3911" y="276"/>
                    <a:pt x="803" y="1"/>
                    <a:pt x="1" y="2532"/>
                  </a:cubicBez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2851;p51"/>
            <p:cNvSpPr/>
            <p:nvPr/>
          </p:nvSpPr>
          <p:spPr>
            <a:xfrm>
              <a:off x="6871806" y="1088703"/>
              <a:ext cx="47594" cy="112718"/>
            </a:xfrm>
            <a:custGeom>
              <a:avLst/>
              <a:gdLst/>
              <a:ahLst/>
              <a:cxnLst/>
              <a:rect l="l" t="t" r="r" b="b"/>
              <a:pathLst>
                <a:path w="1154" h="2733" fill="none" extrusionOk="0">
                  <a:moveTo>
                    <a:pt x="0" y="0"/>
                  </a:moveTo>
                  <a:cubicBezTo>
                    <a:pt x="0" y="0"/>
                    <a:pt x="1153" y="953"/>
                    <a:pt x="201" y="2732"/>
                  </a:cubicBez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2852;p51"/>
            <p:cNvSpPr/>
            <p:nvPr/>
          </p:nvSpPr>
          <p:spPr>
            <a:xfrm>
              <a:off x="6527577" y="1201383"/>
              <a:ext cx="181965" cy="65164"/>
            </a:xfrm>
            <a:custGeom>
              <a:avLst/>
              <a:gdLst/>
              <a:ahLst/>
              <a:cxnLst/>
              <a:rect l="l" t="t" r="r" b="b"/>
              <a:pathLst>
                <a:path w="4412" h="1580" fill="none" extrusionOk="0">
                  <a:moveTo>
                    <a:pt x="0" y="0"/>
                  </a:moveTo>
                  <a:cubicBezTo>
                    <a:pt x="0" y="0"/>
                    <a:pt x="727" y="652"/>
                    <a:pt x="1730" y="1053"/>
                  </a:cubicBezTo>
                  <a:cubicBezTo>
                    <a:pt x="2532" y="1379"/>
                    <a:pt x="3509" y="1579"/>
                    <a:pt x="4412" y="1178"/>
                  </a:cubicBez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2853;p51"/>
            <p:cNvSpPr/>
            <p:nvPr/>
          </p:nvSpPr>
          <p:spPr>
            <a:xfrm>
              <a:off x="6598889" y="1173460"/>
              <a:ext cx="73454" cy="71350"/>
            </a:xfrm>
            <a:custGeom>
              <a:avLst/>
              <a:gdLst/>
              <a:ahLst/>
              <a:cxnLst/>
              <a:rect l="l" t="t" r="r" b="b"/>
              <a:pathLst>
                <a:path w="1781" h="1730" fill="none" extrusionOk="0">
                  <a:moveTo>
                    <a:pt x="1780" y="1"/>
                  </a:moveTo>
                  <a:cubicBezTo>
                    <a:pt x="1780" y="1"/>
                    <a:pt x="251" y="527"/>
                    <a:pt x="1" y="1730"/>
                  </a:cubicBez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2854;p51"/>
            <p:cNvSpPr/>
            <p:nvPr/>
          </p:nvSpPr>
          <p:spPr>
            <a:xfrm>
              <a:off x="6845945" y="694859"/>
              <a:ext cx="72423" cy="81702"/>
            </a:xfrm>
            <a:custGeom>
              <a:avLst/>
              <a:gdLst/>
              <a:ahLst/>
              <a:cxnLst/>
              <a:rect l="l" t="t" r="r" b="b"/>
              <a:pathLst>
                <a:path w="1756" h="1981" fill="none" extrusionOk="0">
                  <a:moveTo>
                    <a:pt x="1580" y="1"/>
                  </a:moveTo>
                  <a:cubicBezTo>
                    <a:pt x="1580" y="1"/>
                    <a:pt x="1755" y="1705"/>
                    <a:pt x="1" y="1981"/>
                  </a:cubicBez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2855;p51"/>
            <p:cNvSpPr/>
            <p:nvPr/>
          </p:nvSpPr>
          <p:spPr>
            <a:xfrm>
              <a:off x="6703321" y="1259249"/>
              <a:ext cx="107520" cy="127193"/>
            </a:xfrm>
            <a:custGeom>
              <a:avLst/>
              <a:gdLst/>
              <a:ahLst/>
              <a:cxnLst/>
              <a:rect l="l" t="t" r="r" b="b"/>
              <a:pathLst>
                <a:path w="2607" h="3084" fill="none" extrusionOk="0">
                  <a:moveTo>
                    <a:pt x="2607" y="1"/>
                  </a:moveTo>
                  <a:cubicBezTo>
                    <a:pt x="2607" y="1"/>
                    <a:pt x="0" y="1104"/>
                    <a:pt x="401" y="3084"/>
                  </a:cubicBez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2856;p51"/>
            <p:cNvSpPr/>
            <p:nvPr/>
          </p:nvSpPr>
          <p:spPr>
            <a:xfrm>
              <a:off x="6845945" y="1377085"/>
              <a:ext cx="110656" cy="79641"/>
            </a:xfrm>
            <a:custGeom>
              <a:avLst/>
              <a:gdLst/>
              <a:ahLst/>
              <a:cxnLst/>
              <a:rect l="l" t="t" r="r" b="b"/>
              <a:pathLst>
                <a:path w="2683" h="1931" fill="none" extrusionOk="0">
                  <a:moveTo>
                    <a:pt x="2683" y="1"/>
                  </a:moveTo>
                  <a:cubicBezTo>
                    <a:pt x="2683" y="1"/>
                    <a:pt x="1956" y="1881"/>
                    <a:pt x="1" y="1931"/>
                  </a:cubicBez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2857;p51"/>
            <p:cNvSpPr/>
            <p:nvPr/>
          </p:nvSpPr>
          <p:spPr>
            <a:xfrm>
              <a:off x="6609243" y="1456687"/>
              <a:ext cx="132349" cy="76548"/>
            </a:xfrm>
            <a:custGeom>
              <a:avLst/>
              <a:gdLst/>
              <a:ahLst/>
              <a:cxnLst/>
              <a:rect l="l" t="t" r="r" b="b"/>
              <a:pathLst>
                <a:path w="3209" h="1856" fill="none" extrusionOk="0">
                  <a:moveTo>
                    <a:pt x="0" y="1555"/>
                  </a:moveTo>
                  <a:cubicBezTo>
                    <a:pt x="0" y="1555"/>
                    <a:pt x="2331" y="1855"/>
                    <a:pt x="3208" y="1"/>
                  </a:cubicBez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2858;p51"/>
            <p:cNvSpPr/>
            <p:nvPr/>
          </p:nvSpPr>
          <p:spPr>
            <a:xfrm>
              <a:off x="6705383" y="1549735"/>
              <a:ext cx="159199" cy="128225"/>
            </a:xfrm>
            <a:custGeom>
              <a:avLst/>
              <a:gdLst/>
              <a:ahLst/>
              <a:cxnLst/>
              <a:rect l="l" t="t" r="r" b="b"/>
              <a:pathLst>
                <a:path w="3860" h="3109" fill="none" extrusionOk="0">
                  <a:moveTo>
                    <a:pt x="0" y="3108"/>
                  </a:moveTo>
                  <a:cubicBezTo>
                    <a:pt x="0" y="3108"/>
                    <a:pt x="2582" y="2933"/>
                    <a:pt x="3860" y="0"/>
                  </a:cubicBez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2859;p51"/>
            <p:cNvSpPr/>
            <p:nvPr/>
          </p:nvSpPr>
          <p:spPr>
            <a:xfrm>
              <a:off x="6739492" y="1520781"/>
              <a:ext cx="43429" cy="128225"/>
            </a:xfrm>
            <a:custGeom>
              <a:avLst/>
              <a:gdLst/>
              <a:ahLst/>
              <a:cxnLst/>
              <a:rect l="l" t="t" r="r" b="b"/>
              <a:pathLst>
                <a:path w="1053" h="3109" fill="none" extrusionOk="0">
                  <a:moveTo>
                    <a:pt x="602" y="1"/>
                  </a:moveTo>
                  <a:cubicBezTo>
                    <a:pt x="602" y="1"/>
                    <a:pt x="0" y="2256"/>
                    <a:pt x="1053" y="3109"/>
                  </a:cubicBez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2860;p51"/>
            <p:cNvSpPr/>
            <p:nvPr/>
          </p:nvSpPr>
          <p:spPr>
            <a:xfrm>
              <a:off x="6855267" y="1624181"/>
              <a:ext cx="101335" cy="79599"/>
            </a:xfrm>
            <a:custGeom>
              <a:avLst/>
              <a:gdLst/>
              <a:ahLst/>
              <a:cxnLst/>
              <a:rect l="l" t="t" r="r" b="b"/>
              <a:pathLst>
                <a:path w="2457" h="1930" fill="none" extrusionOk="0">
                  <a:moveTo>
                    <a:pt x="2457" y="0"/>
                  </a:moveTo>
                  <a:cubicBezTo>
                    <a:pt x="2457" y="0"/>
                    <a:pt x="0" y="251"/>
                    <a:pt x="25" y="1930"/>
                  </a:cubicBez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2861;p51"/>
            <p:cNvSpPr/>
            <p:nvPr/>
          </p:nvSpPr>
          <p:spPr>
            <a:xfrm>
              <a:off x="6998962" y="653532"/>
              <a:ext cx="468275" cy="1139135"/>
            </a:xfrm>
            <a:custGeom>
              <a:avLst/>
              <a:gdLst/>
              <a:ahLst/>
              <a:cxnLst/>
              <a:rect l="l" t="t" r="r" b="b"/>
              <a:pathLst>
                <a:path w="11354" h="27620" fill="none" extrusionOk="0">
                  <a:moveTo>
                    <a:pt x="0" y="3910"/>
                  </a:moveTo>
                  <a:cubicBezTo>
                    <a:pt x="0" y="2932"/>
                    <a:pt x="426" y="1479"/>
                    <a:pt x="1103" y="1003"/>
                  </a:cubicBezTo>
                  <a:cubicBezTo>
                    <a:pt x="2481" y="0"/>
                    <a:pt x="5338" y="326"/>
                    <a:pt x="5664" y="2807"/>
                  </a:cubicBezTo>
                  <a:cubicBezTo>
                    <a:pt x="5664" y="2807"/>
                    <a:pt x="5940" y="3484"/>
                    <a:pt x="7669" y="4687"/>
                  </a:cubicBezTo>
                  <a:cubicBezTo>
                    <a:pt x="9399" y="5865"/>
                    <a:pt x="8521" y="7519"/>
                    <a:pt x="8521" y="7519"/>
                  </a:cubicBezTo>
                  <a:cubicBezTo>
                    <a:pt x="8521" y="7519"/>
                    <a:pt x="9574" y="8521"/>
                    <a:pt x="9449" y="9248"/>
                  </a:cubicBezTo>
                  <a:cubicBezTo>
                    <a:pt x="9323" y="9975"/>
                    <a:pt x="11354" y="11228"/>
                    <a:pt x="9950" y="15213"/>
                  </a:cubicBezTo>
                  <a:cubicBezTo>
                    <a:pt x="9950" y="15213"/>
                    <a:pt x="11103" y="17669"/>
                    <a:pt x="9148" y="18822"/>
                  </a:cubicBezTo>
                  <a:cubicBezTo>
                    <a:pt x="9148" y="18822"/>
                    <a:pt x="10125" y="20251"/>
                    <a:pt x="8421" y="21028"/>
                  </a:cubicBezTo>
                  <a:cubicBezTo>
                    <a:pt x="8421" y="21028"/>
                    <a:pt x="8973" y="23559"/>
                    <a:pt x="6090" y="24837"/>
                  </a:cubicBezTo>
                  <a:cubicBezTo>
                    <a:pt x="6090" y="24837"/>
                    <a:pt x="5389" y="26892"/>
                    <a:pt x="3308" y="26516"/>
                  </a:cubicBezTo>
                  <a:cubicBezTo>
                    <a:pt x="3308" y="26516"/>
                    <a:pt x="2807" y="27619"/>
                    <a:pt x="1429" y="26993"/>
                  </a:cubicBezTo>
                  <a:cubicBezTo>
                    <a:pt x="1429" y="26993"/>
                    <a:pt x="727" y="26617"/>
                    <a:pt x="0" y="26817"/>
                  </a:cubicBezTo>
                  <a:close/>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2862;p51"/>
            <p:cNvSpPr/>
            <p:nvPr/>
          </p:nvSpPr>
          <p:spPr>
            <a:xfrm>
              <a:off x="7109539" y="769305"/>
              <a:ext cx="153053" cy="132349"/>
            </a:xfrm>
            <a:custGeom>
              <a:avLst/>
              <a:gdLst/>
              <a:ahLst/>
              <a:cxnLst/>
              <a:rect l="l" t="t" r="r" b="b"/>
              <a:pathLst>
                <a:path w="3711" h="3209" fill="none" extrusionOk="0">
                  <a:moveTo>
                    <a:pt x="3008" y="0"/>
                  </a:moveTo>
                  <a:cubicBezTo>
                    <a:pt x="3008" y="0"/>
                    <a:pt x="3710" y="3208"/>
                    <a:pt x="1" y="3058"/>
                  </a:cubicBez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2863;p51"/>
            <p:cNvSpPr/>
            <p:nvPr/>
          </p:nvSpPr>
          <p:spPr>
            <a:xfrm>
              <a:off x="6998962" y="958453"/>
              <a:ext cx="201596" cy="111687"/>
            </a:xfrm>
            <a:custGeom>
              <a:avLst/>
              <a:gdLst/>
              <a:ahLst/>
              <a:cxnLst/>
              <a:rect l="l" t="t" r="r" b="b"/>
              <a:pathLst>
                <a:path w="4888" h="2708" fill="none" extrusionOk="0">
                  <a:moveTo>
                    <a:pt x="0" y="1"/>
                  </a:moveTo>
                  <a:cubicBezTo>
                    <a:pt x="0" y="1"/>
                    <a:pt x="1454" y="2707"/>
                    <a:pt x="4887" y="1955"/>
                  </a:cubicBez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2864;p51"/>
            <p:cNvSpPr/>
            <p:nvPr/>
          </p:nvSpPr>
          <p:spPr>
            <a:xfrm>
              <a:off x="7069243" y="931561"/>
              <a:ext cx="144764" cy="96179"/>
            </a:xfrm>
            <a:custGeom>
              <a:avLst/>
              <a:gdLst/>
              <a:ahLst/>
              <a:cxnLst/>
              <a:rect l="l" t="t" r="r" b="b"/>
              <a:pathLst>
                <a:path w="3510" h="2332" fill="none" extrusionOk="0">
                  <a:moveTo>
                    <a:pt x="151" y="2332"/>
                  </a:moveTo>
                  <a:cubicBezTo>
                    <a:pt x="151" y="2332"/>
                    <a:pt x="0" y="427"/>
                    <a:pt x="3509" y="1"/>
                  </a:cubicBez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2865;p51"/>
            <p:cNvSpPr/>
            <p:nvPr/>
          </p:nvSpPr>
          <p:spPr>
            <a:xfrm>
              <a:off x="7263587" y="1034961"/>
              <a:ext cx="125091" cy="93045"/>
            </a:xfrm>
            <a:custGeom>
              <a:avLst/>
              <a:gdLst/>
              <a:ahLst/>
              <a:cxnLst/>
              <a:rect l="l" t="t" r="r" b="b"/>
              <a:pathLst>
                <a:path w="3033" h="2256" fill="none" extrusionOk="0">
                  <a:moveTo>
                    <a:pt x="3033" y="0"/>
                  </a:moveTo>
                  <a:cubicBezTo>
                    <a:pt x="3033" y="0"/>
                    <a:pt x="1704" y="2256"/>
                    <a:pt x="0" y="1654"/>
                  </a:cubicBez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2866;p51"/>
            <p:cNvSpPr/>
            <p:nvPr/>
          </p:nvSpPr>
          <p:spPr>
            <a:xfrm>
              <a:off x="7250142" y="964639"/>
              <a:ext cx="98241" cy="42440"/>
            </a:xfrm>
            <a:custGeom>
              <a:avLst/>
              <a:gdLst/>
              <a:ahLst/>
              <a:cxnLst/>
              <a:rect l="l" t="t" r="r" b="b"/>
              <a:pathLst>
                <a:path w="2382" h="1029" fill="none" extrusionOk="0">
                  <a:moveTo>
                    <a:pt x="2381" y="1"/>
                  </a:moveTo>
                  <a:cubicBezTo>
                    <a:pt x="2381" y="1"/>
                    <a:pt x="1504" y="1029"/>
                    <a:pt x="0" y="176"/>
                  </a:cubicBez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2867;p51"/>
            <p:cNvSpPr/>
            <p:nvPr/>
          </p:nvSpPr>
          <p:spPr>
            <a:xfrm>
              <a:off x="6998962" y="1059749"/>
              <a:ext cx="161261" cy="104469"/>
            </a:xfrm>
            <a:custGeom>
              <a:avLst/>
              <a:gdLst/>
              <a:ahLst/>
              <a:cxnLst/>
              <a:rect l="l" t="t" r="r" b="b"/>
              <a:pathLst>
                <a:path w="3910" h="2533" fill="none" extrusionOk="0">
                  <a:moveTo>
                    <a:pt x="0" y="276"/>
                  </a:moveTo>
                  <a:cubicBezTo>
                    <a:pt x="0" y="276"/>
                    <a:pt x="3108" y="1"/>
                    <a:pt x="3910" y="2532"/>
                  </a:cubicBez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2868;p51"/>
            <p:cNvSpPr/>
            <p:nvPr/>
          </p:nvSpPr>
          <p:spPr>
            <a:xfrm>
              <a:off x="7036165" y="1088703"/>
              <a:ext cx="47594" cy="112718"/>
            </a:xfrm>
            <a:custGeom>
              <a:avLst/>
              <a:gdLst/>
              <a:ahLst/>
              <a:cxnLst/>
              <a:rect l="l" t="t" r="r" b="b"/>
              <a:pathLst>
                <a:path w="1154" h="2733" fill="none" extrusionOk="0">
                  <a:moveTo>
                    <a:pt x="1153" y="0"/>
                  </a:moveTo>
                  <a:cubicBezTo>
                    <a:pt x="1153" y="0"/>
                    <a:pt x="0" y="953"/>
                    <a:pt x="953" y="2732"/>
                  </a:cubicBez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2869;p51"/>
            <p:cNvSpPr/>
            <p:nvPr/>
          </p:nvSpPr>
          <p:spPr>
            <a:xfrm>
              <a:off x="7246017" y="1201383"/>
              <a:ext cx="181965" cy="65164"/>
            </a:xfrm>
            <a:custGeom>
              <a:avLst/>
              <a:gdLst/>
              <a:ahLst/>
              <a:cxnLst/>
              <a:rect l="l" t="t" r="r" b="b"/>
              <a:pathLst>
                <a:path w="4412" h="1580" fill="none" extrusionOk="0">
                  <a:moveTo>
                    <a:pt x="4411" y="0"/>
                  </a:moveTo>
                  <a:cubicBezTo>
                    <a:pt x="4411" y="0"/>
                    <a:pt x="3684" y="652"/>
                    <a:pt x="2682" y="1053"/>
                  </a:cubicBezTo>
                  <a:cubicBezTo>
                    <a:pt x="1880" y="1379"/>
                    <a:pt x="902" y="1579"/>
                    <a:pt x="0" y="1178"/>
                  </a:cubicBez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2870;p51"/>
            <p:cNvSpPr/>
            <p:nvPr/>
          </p:nvSpPr>
          <p:spPr>
            <a:xfrm>
              <a:off x="7283220" y="1173460"/>
              <a:ext cx="73412" cy="71350"/>
            </a:xfrm>
            <a:custGeom>
              <a:avLst/>
              <a:gdLst/>
              <a:ahLst/>
              <a:cxnLst/>
              <a:rect l="l" t="t" r="r" b="b"/>
              <a:pathLst>
                <a:path w="1780" h="1730" fill="none" extrusionOk="0">
                  <a:moveTo>
                    <a:pt x="0" y="1"/>
                  </a:moveTo>
                  <a:cubicBezTo>
                    <a:pt x="0" y="1"/>
                    <a:pt x="1529" y="527"/>
                    <a:pt x="1780" y="1730"/>
                  </a:cubicBez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2871;p51"/>
            <p:cNvSpPr/>
            <p:nvPr/>
          </p:nvSpPr>
          <p:spPr>
            <a:xfrm>
              <a:off x="7037196" y="694859"/>
              <a:ext cx="72381" cy="81702"/>
            </a:xfrm>
            <a:custGeom>
              <a:avLst/>
              <a:gdLst/>
              <a:ahLst/>
              <a:cxnLst/>
              <a:rect l="l" t="t" r="r" b="b"/>
              <a:pathLst>
                <a:path w="1755" h="1981" fill="none" extrusionOk="0">
                  <a:moveTo>
                    <a:pt x="176" y="1"/>
                  </a:moveTo>
                  <a:cubicBezTo>
                    <a:pt x="176" y="1"/>
                    <a:pt x="0" y="1705"/>
                    <a:pt x="1755" y="1981"/>
                  </a:cubicBez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2872;p51"/>
            <p:cNvSpPr/>
            <p:nvPr/>
          </p:nvSpPr>
          <p:spPr>
            <a:xfrm>
              <a:off x="7090937" y="1342976"/>
              <a:ext cx="323594" cy="99272"/>
            </a:xfrm>
            <a:custGeom>
              <a:avLst/>
              <a:gdLst/>
              <a:ahLst/>
              <a:cxnLst/>
              <a:rect l="l" t="t" r="r" b="b"/>
              <a:pathLst>
                <a:path w="7846" h="2407" fill="none" extrusionOk="0">
                  <a:moveTo>
                    <a:pt x="7845" y="1"/>
                  </a:moveTo>
                  <a:cubicBezTo>
                    <a:pt x="7845" y="1"/>
                    <a:pt x="4061" y="2407"/>
                    <a:pt x="1" y="1"/>
                  </a:cubicBez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2873;p51"/>
            <p:cNvSpPr/>
            <p:nvPr/>
          </p:nvSpPr>
          <p:spPr>
            <a:xfrm>
              <a:off x="7144679" y="1259249"/>
              <a:ext cx="107562" cy="127193"/>
            </a:xfrm>
            <a:custGeom>
              <a:avLst/>
              <a:gdLst/>
              <a:ahLst/>
              <a:cxnLst/>
              <a:rect l="l" t="t" r="r" b="b"/>
              <a:pathLst>
                <a:path w="2608" h="3084" fill="none" extrusionOk="0">
                  <a:moveTo>
                    <a:pt x="1" y="1"/>
                  </a:moveTo>
                  <a:cubicBezTo>
                    <a:pt x="1" y="1"/>
                    <a:pt x="2608" y="1104"/>
                    <a:pt x="2207" y="3084"/>
                  </a:cubicBez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2874;p51"/>
            <p:cNvSpPr/>
            <p:nvPr/>
          </p:nvSpPr>
          <p:spPr>
            <a:xfrm>
              <a:off x="6998962" y="1377085"/>
              <a:ext cx="110614" cy="79641"/>
            </a:xfrm>
            <a:custGeom>
              <a:avLst/>
              <a:gdLst/>
              <a:ahLst/>
              <a:cxnLst/>
              <a:rect l="l" t="t" r="r" b="b"/>
              <a:pathLst>
                <a:path w="2682" h="1931" fill="none" extrusionOk="0">
                  <a:moveTo>
                    <a:pt x="0" y="1"/>
                  </a:moveTo>
                  <a:cubicBezTo>
                    <a:pt x="0" y="1"/>
                    <a:pt x="727" y="1881"/>
                    <a:pt x="2682" y="1931"/>
                  </a:cubicBez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2875;p51"/>
            <p:cNvSpPr/>
            <p:nvPr/>
          </p:nvSpPr>
          <p:spPr>
            <a:xfrm>
              <a:off x="7213970" y="1456687"/>
              <a:ext cx="132349" cy="76548"/>
            </a:xfrm>
            <a:custGeom>
              <a:avLst/>
              <a:gdLst/>
              <a:ahLst/>
              <a:cxnLst/>
              <a:rect l="l" t="t" r="r" b="b"/>
              <a:pathLst>
                <a:path w="3209" h="1856" fill="none" extrusionOk="0">
                  <a:moveTo>
                    <a:pt x="3208" y="1555"/>
                  </a:moveTo>
                  <a:cubicBezTo>
                    <a:pt x="3208" y="1555"/>
                    <a:pt x="877" y="1855"/>
                    <a:pt x="0" y="1"/>
                  </a:cubicBez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2876;p51"/>
            <p:cNvSpPr/>
            <p:nvPr/>
          </p:nvSpPr>
          <p:spPr>
            <a:xfrm>
              <a:off x="7090937" y="1549735"/>
              <a:ext cx="159240" cy="128225"/>
            </a:xfrm>
            <a:custGeom>
              <a:avLst/>
              <a:gdLst/>
              <a:ahLst/>
              <a:cxnLst/>
              <a:rect l="l" t="t" r="r" b="b"/>
              <a:pathLst>
                <a:path w="3861" h="3109" fill="none" extrusionOk="0">
                  <a:moveTo>
                    <a:pt x="3860" y="3108"/>
                  </a:moveTo>
                  <a:cubicBezTo>
                    <a:pt x="3860" y="3108"/>
                    <a:pt x="1279" y="2933"/>
                    <a:pt x="1" y="0"/>
                  </a:cubicBez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2877;p51"/>
            <p:cNvSpPr/>
            <p:nvPr/>
          </p:nvSpPr>
          <p:spPr>
            <a:xfrm>
              <a:off x="7172601" y="1520781"/>
              <a:ext cx="43471" cy="128225"/>
            </a:xfrm>
            <a:custGeom>
              <a:avLst/>
              <a:gdLst/>
              <a:ahLst/>
              <a:cxnLst/>
              <a:rect l="l" t="t" r="r" b="b"/>
              <a:pathLst>
                <a:path w="1054" h="3109" fill="none" extrusionOk="0">
                  <a:moveTo>
                    <a:pt x="452" y="1"/>
                  </a:moveTo>
                  <a:cubicBezTo>
                    <a:pt x="452" y="1"/>
                    <a:pt x="1053" y="2256"/>
                    <a:pt x="1" y="3109"/>
                  </a:cubicBez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2878;p51"/>
            <p:cNvSpPr/>
            <p:nvPr/>
          </p:nvSpPr>
          <p:spPr>
            <a:xfrm>
              <a:off x="6998962" y="1624181"/>
              <a:ext cx="101335" cy="79599"/>
            </a:xfrm>
            <a:custGeom>
              <a:avLst/>
              <a:gdLst/>
              <a:ahLst/>
              <a:cxnLst/>
              <a:rect l="l" t="t" r="r" b="b"/>
              <a:pathLst>
                <a:path w="2457" h="1930" fill="none" extrusionOk="0">
                  <a:moveTo>
                    <a:pt x="0" y="0"/>
                  </a:moveTo>
                  <a:cubicBezTo>
                    <a:pt x="0" y="0"/>
                    <a:pt x="2456" y="251"/>
                    <a:pt x="2431" y="1930"/>
                  </a:cubicBezTo>
                </a:path>
              </a:pathLst>
            </a:custGeom>
            <a:noFill/>
            <a:ln w="10650" cap="rnd"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 name="Google Shape;2879;p51"/>
            <p:cNvGrpSpPr/>
            <p:nvPr/>
          </p:nvGrpSpPr>
          <p:grpSpPr>
            <a:xfrm>
              <a:off x="6683648" y="869571"/>
              <a:ext cx="588228" cy="680204"/>
              <a:chOff x="5676170" y="2647424"/>
              <a:chExt cx="507137" cy="586433"/>
            </a:xfrm>
          </p:grpSpPr>
          <p:sp>
            <p:nvSpPr>
              <p:cNvPr id="136" name="Google Shape;2880;p51"/>
              <p:cNvSpPr/>
              <p:nvPr/>
            </p:nvSpPr>
            <p:spPr>
              <a:xfrm>
                <a:off x="5793833" y="2647424"/>
                <a:ext cx="44589" cy="44589"/>
              </a:xfrm>
              <a:custGeom>
                <a:avLst/>
                <a:gdLst/>
                <a:ahLst/>
                <a:cxnLst/>
                <a:rect l="l" t="t" r="r" b="b"/>
                <a:pathLst>
                  <a:path w="1254" h="1254" extrusionOk="0">
                    <a:moveTo>
                      <a:pt x="627" y="0"/>
                    </a:moveTo>
                    <a:cubicBezTo>
                      <a:pt x="276" y="0"/>
                      <a:pt x="0" y="276"/>
                      <a:pt x="0" y="627"/>
                    </a:cubicBezTo>
                    <a:cubicBezTo>
                      <a:pt x="0" y="978"/>
                      <a:pt x="276" y="1253"/>
                      <a:pt x="627" y="1253"/>
                    </a:cubicBezTo>
                    <a:cubicBezTo>
                      <a:pt x="978" y="1253"/>
                      <a:pt x="1253" y="978"/>
                      <a:pt x="1253" y="627"/>
                    </a:cubicBezTo>
                    <a:cubicBezTo>
                      <a:pt x="1253" y="276"/>
                      <a:pt x="978" y="0"/>
                      <a:pt x="627" y="0"/>
                    </a:cubicBezTo>
                    <a:close/>
                  </a:path>
                </a:pathLst>
              </a:custGeom>
              <a:solidFill>
                <a:schemeClr val="accent4"/>
              </a:solidFill>
              <a:ln>
                <a:solidFill>
                  <a:schemeClr val="bg2">
                    <a:lumMod val="40000"/>
                    <a:lumOff val="6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2881;p51"/>
              <p:cNvSpPr/>
              <p:nvPr/>
            </p:nvSpPr>
            <p:spPr>
              <a:xfrm>
                <a:off x="6021089" y="2647424"/>
                <a:ext cx="45478" cy="44589"/>
              </a:xfrm>
              <a:custGeom>
                <a:avLst/>
                <a:gdLst/>
                <a:ahLst/>
                <a:cxnLst/>
                <a:rect l="l" t="t" r="r" b="b"/>
                <a:pathLst>
                  <a:path w="1279" h="1254" extrusionOk="0">
                    <a:moveTo>
                      <a:pt x="627" y="0"/>
                    </a:moveTo>
                    <a:cubicBezTo>
                      <a:pt x="276" y="0"/>
                      <a:pt x="0" y="276"/>
                      <a:pt x="0" y="627"/>
                    </a:cubicBezTo>
                    <a:cubicBezTo>
                      <a:pt x="0" y="978"/>
                      <a:pt x="276" y="1253"/>
                      <a:pt x="627" y="1253"/>
                    </a:cubicBezTo>
                    <a:cubicBezTo>
                      <a:pt x="978" y="1253"/>
                      <a:pt x="1278" y="978"/>
                      <a:pt x="1278" y="627"/>
                    </a:cubicBezTo>
                    <a:cubicBezTo>
                      <a:pt x="1278" y="276"/>
                      <a:pt x="978" y="0"/>
                      <a:pt x="627" y="0"/>
                    </a:cubicBezTo>
                    <a:close/>
                  </a:path>
                </a:pathLst>
              </a:custGeom>
              <a:solidFill>
                <a:schemeClr val="accent4"/>
              </a:solidFill>
              <a:ln>
                <a:solidFill>
                  <a:schemeClr val="bg2">
                    <a:lumMod val="40000"/>
                    <a:lumOff val="6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2882;p51"/>
              <p:cNvSpPr/>
              <p:nvPr/>
            </p:nvSpPr>
            <p:spPr>
              <a:xfrm>
                <a:off x="5719871" y="2771275"/>
                <a:ext cx="45478" cy="44625"/>
              </a:xfrm>
              <a:custGeom>
                <a:avLst/>
                <a:gdLst/>
                <a:ahLst/>
                <a:cxnLst/>
                <a:rect l="l" t="t" r="r" b="b"/>
                <a:pathLst>
                  <a:path w="1279" h="1255" extrusionOk="0">
                    <a:moveTo>
                      <a:pt x="627" y="1"/>
                    </a:moveTo>
                    <a:cubicBezTo>
                      <a:pt x="276" y="1"/>
                      <a:pt x="0" y="277"/>
                      <a:pt x="0" y="627"/>
                    </a:cubicBezTo>
                    <a:cubicBezTo>
                      <a:pt x="0" y="978"/>
                      <a:pt x="276" y="1254"/>
                      <a:pt x="627" y="1254"/>
                    </a:cubicBezTo>
                    <a:cubicBezTo>
                      <a:pt x="977" y="1254"/>
                      <a:pt x="1278" y="978"/>
                      <a:pt x="1278" y="627"/>
                    </a:cubicBezTo>
                    <a:cubicBezTo>
                      <a:pt x="1278" y="277"/>
                      <a:pt x="977" y="1"/>
                      <a:pt x="627" y="1"/>
                    </a:cubicBezTo>
                    <a:close/>
                  </a:path>
                </a:pathLst>
              </a:custGeom>
              <a:solidFill>
                <a:schemeClr val="accent4"/>
              </a:solidFill>
              <a:ln>
                <a:solidFill>
                  <a:schemeClr val="bg2">
                    <a:lumMod val="40000"/>
                    <a:lumOff val="6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2883;p51"/>
              <p:cNvSpPr/>
              <p:nvPr/>
            </p:nvSpPr>
            <p:spPr>
              <a:xfrm>
                <a:off x="5676170" y="2948642"/>
                <a:ext cx="44625" cy="44589"/>
              </a:xfrm>
              <a:custGeom>
                <a:avLst/>
                <a:gdLst/>
                <a:ahLst/>
                <a:cxnLst/>
                <a:rect l="l" t="t" r="r" b="b"/>
                <a:pathLst>
                  <a:path w="1255" h="1254" extrusionOk="0">
                    <a:moveTo>
                      <a:pt x="628" y="0"/>
                    </a:moveTo>
                    <a:cubicBezTo>
                      <a:pt x="277" y="0"/>
                      <a:pt x="1" y="276"/>
                      <a:pt x="1" y="627"/>
                    </a:cubicBezTo>
                    <a:cubicBezTo>
                      <a:pt x="1" y="978"/>
                      <a:pt x="277" y="1254"/>
                      <a:pt x="628" y="1254"/>
                    </a:cubicBezTo>
                    <a:cubicBezTo>
                      <a:pt x="978" y="1254"/>
                      <a:pt x="1254" y="978"/>
                      <a:pt x="1254" y="627"/>
                    </a:cubicBezTo>
                    <a:cubicBezTo>
                      <a:pt x="1254" y="276"/>
                      <a:pt x="978" y="0"/>
                      <a:pt x="628" y="0"/>
                    </a:cubicBezTo>
                    <a:close/>
                  </a:path>
                </a:pathLst>
              </a:custGeom>
              <a:solidFill>
                <a:schemeClr val="accent4"/>
              </a:solidFill>
              <a:ln>
                <a:solidFill>
                  <a:schemeClr val="bg2">
                    <a:lumMod val="40000"/>
                    <a:lumOff val="6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2884;p51"/>
              <p:cNvSpPr/>
              <p:nvPr/>
            </p:nvSpPr>
            <p:spPr>
              <a:xfrm>
                <a:off x="5796500" y="3126862"/>
                <a:ext cx="45478" cy="45514"/>
              </a:xfrm>
              <a:custGeom>
                <a:avLst/>
                <a:gdLst/>
                <a:ahLst/>
                <a:cxnLst/>
                <a:rect l="l" t="t" r="r" b="b"/>
                <a:pathLst>
                  <a:path w="1279" h="1280" extrusionOk="0">
                    <a:moveTo>
                      <a:pt x="652" y="1"/>
                    </a:moveTo>
                    <a:cubicBezTo>
                      <a:pt x="301" y="1"/>
                      <a:pt x="0" y="277"/>
                      <a:pt x="0" y="628"/>
                    </a:cubicBezTo>
                    <a:cubicBezTo>
                      <a:pt x="0" y="978"/>
                      <a:pt x="301" y="1279"/>
                      <a:pt x="652" y="1279"/>
                    </a:cubicBezTo>
                    <a:cubicBezTo>
                      <a:pt x="1003" y="1279"/>
                      <a:pt x="1279" y="978"/>
                      <a:pt x="1279" y="628"/>
                    </a:cubicBezTo>
                    <a:cubicBezTo>
                      <a:pt x="1279" y="277"/>
                      <a:pt x="1003" y="1"/>
                      <a:pt x="652" y="1"/>
                    </a:cubicBezTo>
                    <a:close/>
                  </a:path>
                </a:pathLst>
              </a:custGeom>
              <a:solidFill>
                <a:schemeClr val="accent4"/>
              </a:solidFill>
              <a:ln>
                <a:solidFill>
                  <a:schemeClr val="bg2">
                    <a:lumMod val="40000"/>
                    <a:lumOff val="6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2885;p51"/>
              <p:cNvSpPr/>
              <p:nvPr/>
            </p:nvSpPr>
            <p:spPr>
              <a:xfrm>
                <a:off x="5723427" y="3188378"/>
                <a:ext cx="44589" cy="45478"/>
              </a:xfrm>
              <a:custGeom>
                <a:avLst/>
                <a:gdLst/>
                <a:ahLst/>
                <a:cxnLst/>
                <a:rect l="l" t="t" r="r" b="b"/>
                <a:pathLst>
                  <a:path w="1254" h="1279" extrusionOk="0">
                    <a:moveTo>
                      <a:pt x="627" y="0"/>
                    </a:moveTo>
                    <a:cubicBezTo>
                      <a:pt x="276" y="0"/>
                      <a:pt x="0" y="301"/>
                      <a:pt x="0" y="652"/>
                    </a:cubicBezTo>
                    <a:cubicBezTo>
                      <a:pt x="0" y="1003"/>
                      <a:pt x="276" y="1278"/>
                      <a:pt x="627" y="1278"/>
                    </a:cubicBezTo>
                    <a:cubicBezTo>
                      <a:pt x="978" y="1278"/>
                      <a:pt x="1253" y="1003"/>
                      <a:pt x="1253" y="652"/>
                    </a:cubicBezTo>
                    <a:cubicBezTo>
                      <a:pt x="1253" y="301"/>
                      <a:pt x="978" y="0"/>
                      <a:pt x="627" y="0"/>
                    </a:cubicBezTo>
                    <a:close/>
                  </a:path>
                </a:pathLst>
              </a:custGeom>
              <a:solidFill>
                <a:schemeClr val="accent4"/>
              </a:solidFill>
              <a:ln>
                <a:solidFill>
                  <a:schemeClr val="bg2">
                    <a:lumMod val="40000"/>
                    <a:lumOff val="6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2886;p51"/>
              <p:cNvSpPr/>
              <p:nvPr/>
            </p:nvSpPr>
            <p:spPr>
              <a:xfrm>
                <a:off x="6095051" y="2771275"/>
                <a:ext cx="44589" cy="44625"/>
              </a:xfrm>
              <a:custGeom>
                <a:avLst/>
                <a:gdLst/>
                <a:ahLst/>
                <a:cxnLst/>
                <a:rect l="l" t="t" r="r" b="b"/>
                <a:pathLst>
                  <a:path w="1254" h="1255" extrusionOk="0">
                    <a:moveTo>
                      <a:pt x="627" y="1"/>
                    </a:moveTo>
                    <a:cubicBezTo>
                      <a:pt x="276" y="1"/>
                      <a:pt x="0" y="277"/>
                      <a:pt x="0" y="627"/>
                    </a:cubicBezTo>
                    <a:cubicBezTo>
                      <a:pt x="0" y="978"/>
                      <a:pt x="276" y="1254"/>
                      <a:pt x="627" y="1254"/>
                    </a:cubicBezTo>
                    <a:cubicBezTo>
                      <a:pt x="978" y="1254"/>
                      <a:pt x="1254" y="978"/>
                      <a:pt x="1254" y="627"/>
                    </a:cubicBezTo>
                    <a:cubicBezTo>
                      <a:pt x="1254" y="277"/>
                      <a:pt x="978" y="1"/>
                      <a:pt x="627" y="1"/>
                    </a:cubicBezTo>
                    <a:close/>
                  </a:path>
                </a:pathLst>
              </a:custGeom>
              <a:solidFill>
                <a:schemeClr val="accent4"/>
              </a:solidFill>
              <a:ln>
                <a:solidFill>
                  <a:schemeClr val="bg2">
                    <a:lumMod val="40000"/>
                    <a:lumOff val="6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2887;p51"/>
              <p:cNvSpPr/>
              <p:nvPr/>
            </p:nvSpPr>
            <p:spPr>
              <a:xfrm>
                <a:off x="6138718" y="2948642"/>
                <a:ext cx="44589" cy="44589"/>
              </a:xfrm>
              <a:custGeom>
                <a:avLst/>
                <a:gdLst/>
                <a:ahLst/>
                <a:cxnLst/>
                <a:rect l="l" t="t" r="r" b="b"/>
                <a:pathLst>
                  <a:path w="1254" h="1254" extrusionOk="0">
                    <a:moveTo>
                      <a:pt x="627" y="0"/>
                    </a:moveTo>
                    <a:cubicBezTo>
                      <a:pt x="276" y="0"/>
                      <a:pt x="1" y="276"/>
                      <a:pt x="1" y="627"/>
                    </a:cubicBezTo>
                    <a:cubicBezTo>
                      <a:pt x="1" y="978"/>
                      <a:pt x="276" y="1254"/>
                      <a:pt x="627" y="1254"/>
                    </a:cubicBezTo>
                    <a:cubicBezTo>
                      <a:pt x="978" y="1254"/>
                      <a:pt x="1254" y="978"/>
                      <a:pt x="1254" y="627"/>
                    </a:cubicBezTo>
                    <a:cubicBezTo>
                      <a:pt x="1254" y="276"/>
                      <a:pt x="978" y="0"/>
                      <a:pt x="627" y="0"/>
                    </a:cubicBezTo>
                    <a:close/>
                  </a:path>
                </a:pathLst>
              </a:custGeom>
              <a:solidFill>
                <a:schemeClr val="accent4"/>
              </a:solidFill>
              <a:ln>
                <a:solidFill>
                  <a:schemeClr val="bg2">
                    <a:lumMod val="40000"/>
                    <a:lumOff val="6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2888;p51"/>
              <p:cNvSpPr/>
              <p:nvPr/>
            </p:nvSpPr>
            <p:spPr>
              <a:xfrm>
                <a:off x="6017533" y="3126862"/>
                <a:ext cx="45478" cy="45514"/>
              </a:xfrm>
              <a:custGeom>
                <a:avLst/>
                <a:gdLst/>
                <a:ahLst/>
                <a:cxnLst/>
                <a:rect l="l" t="t" r="r" b="b"/>
                <a:pathLst>
                  <a:path w="1279" h="1280" extrusionOk="0">
                    <a:moveTo>
                      <a:pt x="627" y="1"/>
                    </a:moveTo>
                    <a:cubicBezTo>
                      <a:pt x="276" y="1"/>
                      <a:pt x="0" y="277"/>
                      <a:pt x="0" y="628"/>
                    </a:cubicBezTo>
                    <a:cubicBezTo>
                      <a:pt x="0" y="978"/>
                      <a:pt x="276" y="1279"/>
                      <a:pt x="627" y="1279"/>
                    </a:cubicBezTo>
                    <a:cubicBezTo>
                      <a:pt x="977" y="1279"/>
                      <a:pt x="1278" y="978"/>
                      <a:pt x="1278" y="628"/>
                    </a:cubicBezTo>
                    <a:cubicBezTo>
                      <a:pt x="1278" y="277"/>
                      <a:pt x="977" y="1"/>
                      <a:pt x="627" y="1"/>
                    </a:cubicBezTo>
                    <a:close/>
                  </a:path>
                </a:pathLst>
              </a:custGeom>
              <a:solidFill>
                <a:schemeClr val="accent4"/>
              </a:solidFill>
              <a:ln>
                <a:solidFill>
                  <a:schemeClr val="bg2">
                    <a:lumMod val="40000"/>
                    <a:lumOff val="6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2889;p51"/>
              <p:cNvSpPr/>
              <p:nvPr/>
            </p:nvSpPr>
            <p:spPr>
              <a:xfrm>
                <a:off x="6091496" y="3188378"/>
                <a:ext cx="44589" cy="45478"/>
              </a:xfrm>
              <a:custGeom>
                <a:avLst/>
                <a:gdLst/>
                <a:ahLst/>
                <a:cxnLst/>
                <a:rect l="l" t="t" r="r" b="b"/>
                <a:pathLst>
                  <a:path w="1254" h="1279" extrusionOk="0">
                    <a:moveTo>
                      <a:pt x="627" y="0"/>
                    </a:moveTo>
                    <a:cubicBezTo>
                      <a:pt x="276" y="0"/>
                      <a:pt x="0" y="301"/>
                      <a:pt x="0" y="652"/>
                    </a:cubicBezTo>
                    <a:cubicBezTo>
                      <a:pt x="0" y="1003"/>
                      <a:pt x="276" y="1278"/>
                      <a:pt x="627" y="1278"/>
                    </a:cubicBezTo>
                    <a:cubicBezTo>
                      <a:pt x="978" y="1278"/>
                      <a:pt x="1253" y="1003"/>
                      <a:pt x="1253" y="652"/>
                    </a:cubicBezTo>
                    <a:cubicBezTo>
                      <a:pt x="1253" y="301"/>
                      <a:pt x="978" y="0"/>
                      <a:pt x="627" y="0"/>
                    </a:cubicBezTo>
                    <a:close/>
                  </a:path>
                </a:pathLst>
              </a:custGeom>
              <a:solidFill>
                <a:schemeClr val="accent4"/>
              </a:solidFill>
              <a:ln>
                <a:solidFill>
                  <a:schemeClr val="bg2">
                    <a:lumMod val="40000"/>
                    <a:lumOff val="6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8" name="Group 147"/>
          <p:cNvGrpSpPr/>
          <p:nvPr/>
        </p:nvGrpSpPr>
        <p:grpSpPr>
          <a:xfrm>
            <a:off x="2194296" y="433071"/>
            <a:ext cx="3930733" cy="343445"/>
            <a:chOff x="2194296" y="433071"/>
            <a:chExt cx="3930733" cy="343445"/>
          </a:xfrm>
        </p:grpSpPr>
        <p:sp>
          <p:nvSpPr>
            <p:cNvPr id="149" name="Parallelogram 148"/>
            <p:cNvSpPr/>
            <p:nvPr/>
          </p:nvSpPr>
          <p:spPr>
            <a:xfrm>
              <a:off x="2194296" y="433071"/>
              <a:ext cx="3930733" cy="343444"/>
            </a:xfrm>
            <a:prstGeom prst="parallelogram">
              <a:avLst>
                <a:gd name="adj" fmla="val 9962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Google Shape;1856;p24"/>
            <p:cNvSpPr txBox="1">
              <a:spLocks/>
            </p:cNvSpPr>
            <p:nvPr/>
          </p:nvSpPr>
          <p:spPr>
            <a:xfrm>
              <a:off x="2532743" y="433072"/>
              <a:ext cx="3169969" cy="3434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2000" b="1">
                  <a:solidFill>
                    <a:schemeClr val="tx1"/>
                  </a:solidFill>
                  <a:latin typeface="Arial" panose="020B0604020202020204" pitchFamily="34" charset="0"/>
                  <a:cs typeface="Arial" panose="020B0604020202020204" pitchFamily="34" charset="0"/>
                </a:rPr>
                <a:t>PHÂN TÍCH THIẾT KẾ</a:t>
              </a:r>
            </a:p>
          </p:txBody>
        </p:sp>
      </p:grpSp>
      <p:sp>
        <p:nvSpPr>
          <p:cNvPr id="77" name="TextBox 76"/>
          <p:cNvSpPr txBox="1"/>
          <p:nvPr/>
        </p:nvSpPr>
        <p:spPr>
          <a:xfrm>
            <a:off x="8723086" y="4702628"/>
            <a:ext cx="284052" cy="307777"/>
          </a:xfrm>
          <a:prstGeom prst="rect">
            <a:avLst/>
          </a:prstGeom>
          <a:noFill/>
        </p:spPr>
        <p:txBody>
          <a:bodyPr wrap="none" rtlCol="0">
            <a:spAutoFit/>
          </a:bodyPr>
          <a:lstStyle/>
          <a:p>
            <a:fld id="{3B13CC22-955F-4C18-B43E-F8F0DA7FF5AB}" type="slidenum">
              <a:rPr lang="en-US" smtClean="0"/>
              <a:t>11</a:t>
            </a:fld>
            <a:endParaRPr lang="en-US"/>
          </a:p>
        </p:txBody>
      </p:sp>
    </p:spTree>
    <p:extLst>
      <p:ext uri="{BB962C8B-B14F-4D97-AF65-F5344CB8AC3E}">
        <p14:creationId xmlns:p14="http://schemas.microsoft.com/office/powerpoint/2010/main" val="3264168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151"/>
                                        </p:tgtEl>
                                        <p:attrNameLst>
                                          <p:attrName>style.visibility</p:attrName>
                                        </p:attrNameLst>
                                      </p:cBhvr>
                                      <p:to>
                                        <p:strVal val="visible"/>
                                      </p:to>
                                    </p:set>
                                    <p:anim calcmode="lin" valueType="num">
                                      <p:cBhvr additive="base">
                                        <p:cTn id="7" dur="500"/>
                                        <p:tgtEl>
                                          <p:spTgt spid="151"/>
                                        </p:tgtEl>
                                        <p:attrNameLst>
                                          <p:attrName>ppt_x</p:attrName>
                                        </p:attrNameLst>
                                      </p:cBhvr>
                                      <p:tavLst>
                                        <p:tav tm="0">
                                          <p:val>
                                            <p:strVal val="#ppt_x-#ppt_w*1.125000"/>
                                          </p:val>
                                        </p:tav>
                                        <p:tav tm="100000">
                                          <p:val>
                                            <p:strVal val="#ppt_x"/>
                                          </p:val>
                                        </p:tav>
                                      </p:tavLst>
                                    </p:anim>
                                    <p:animEffect transition="in" filter="wipe(right)">
                                      <p:cBhvr>
                                        <p:cTn id="8" dur="500"/>
                                        <p:tgtEl>
                                          <p:spTgt spid="151"/>
                                        </p:tgtEl>
                                      </p:cBhvr>
                                    </p:animEffect>
                                  </p:childTnLst>
                                </p:cTn>
                              </p:par>
                            </p:childTnLst>
                          </p:cTn>
                        </p:par>
                        <p:par>
                          <p:cTn id="9" fill="hold">
                            <p:stCondLst>
                              <p:cond delay="500"/>
                            </p:stCondLst>
                            <p:childTnLst>
                              <p:par>
                                <p:cTn id="10" presetID="12" presetClass="entr" presetSubtype="8" fill="hold" grpId="1"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p:tgtEl>
                                          <p:spTgt spid="6"/>
                                        </p:tgtEl>
                                        <p:attrNameLst>
                                          <p:attrName>ppt_x</p:attrName>
                                        </p:attrNameLst>
                                      </p:cBhvr>
                                      <p:tavLst>
                                        <p:tav tm="0">
                                          <p:val>
                                            <p:strVal val="#ppt_x-#ppt_w*1.125000"/>
                                          </p:val>
                                        </p:tav>
                                        <p:tav tm="100000">
                                          <p:val>
                                            <p:strVal val="#ppt_x"/>
                                          </p:val>
                                        </p:tav>
                                      </p:tavLst>
                                    </p:anim>
                                    <p:animEffect transition="in" filter="wipe(right)">
                                      <p:cBhvr>
                                        <p:cTn id="13" dur="500"/>
                                        <p:tgtEl>
                                          <p:spTgt spid="6"/>
                                        </p:tgtEl>
                                      </p:cBhvr>
                                    </p:animEffect>
                                  </p:childTnLst>
                                </p:cTn>
                              </p:par>
                            </p:childTnLst>
                          </p:cTn>
                        </p:par>
                        <p:par>
                          <p:cTn id="14"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300" fill="hold"/>
                                        <p:tgtEl>
                                          <p:spTgt spid="20"/>
                                        </p:tgtEl>
                                        <p:attrNameLst>
                                          <p:attrName>ppt_w</p:attrName>
                                        </p:attrNameLst>
                                      </p:cBhvr>
                                      <p:tavLst>
                                        <p:tav tm="0">
                                          <p:val>
                                            <p:fltVal val="0"/>
                                          </p:val>
                                        </p:tav>
                                        <p:tav tm="100000">
                                          <p:val>
                                            <p:strVal val="#ppt_w"/>
                                          </p:val>
                                        </p:tav>
                                      </p:tavLst>
                                    </p:anim>
                                    <p:anim calcmode="lin" valueType="num">
                                      <p:cBhvr>
                                        <p:cTn id="18" dur="300" fill="hold"/>
                                        <p:tgtEl>
                                          <p:spTgt spid="20"/>
                                        </p:tgtEl>
                                        <p:attrNameLst>
                                          <p:attrName>ppt_h</p:attrName>
                                        </p:attrNameLst>
                                      </p:cBhvr>
                                      <p:tavLst>
                                        <p:tav tm="0">
                                          <p:val>
                                            <p:fltVal val="0"/>
                                          </p:val>
                                        </p:tav>
                                        <p:tav tm="100000">
                                          <p:val>
                                            <p:strVal val="#ppt_h"/>
                                          </p:val>
                                        </p:tav>
                                      </p:tavLst>
                                    </p:anim>
                                    <p:animEffect transition="in" filter="fade">
                                      <p:cBhvr>
                                        <p:cTn id="19" dur="300"/>
                                        <p:tgtEl>
                                          <p:spTgt spid="20"/>
                                        </p:tgtEl>
                                      </p:cBhvr>
                                    </p:animEffect>
                                  </p:childTnLst>
                                </p:cTn>
                              </p:par>
                            </p:childTnLst>
                          </p:cTn>
                        </p:par>
                        <p:par>
                          <p:cTn id="20" fill="hold">
                            <p:stCondLst>
                              <p:cond delay="1300"/>
                            </p:stCondLst>
                            <p:childTnLst>
                              <p:par>
                                <p:cTn id="21" presetID="53" presetClass="entr" presetSubtype="16" fill="hold" grpId="0" nodeType="afterEffect">
                                  <p:stCondLst>
                                    <p:cond delay="0"/>
                                  </p:stCondLst>
                                  <p:childTnLst>
                                    <p:set>
                                      <p:cBhvr>
                                        <p:cTn id="22" dur="1" fill="hold">
                                          <p:stCondLst>
                                            <p:cond delay="0"/>
                                          </p:stCondLst>
                                        </p:cTn>
                                        <p:tgtEl>
                                          <p:spTgt spid="22"/>
                                        </p:tgtEl>
                                        <p:attrNameLst>
                                          <p:attrName>style.visibility</p:attrName>
                                        </p:attrNameLst>
                                      </p:cBhvr>
                                      <p:to>
                                        <p:strVal val="visible"/>
                                      </p:to>
                                    </p:set>
                                    <p:anim calcmode="lin" valueType="num">
                                      <p:cBhvr>
                                        <p:cTn id="23" dur="300" fill="hold"/>
                                        <p:tgtEl>
                                          <p:spTgt spid="22"/>
                                        </p:tgtEl>
                                        <p:attrNameLst>
                                          <p:attrName>ppt_w</p:attrName>
                                        </p:attrNameLst>
                                      </p:cBhvr>
                                      <p:tavLst>
                                        <p:tav tm="0">
                                          <p:val>
                                            <p:fltVal val="0"/>
                                          </p:val>
                                        </p:tav>
                                        <p:tav tm="100000">
                                          <p:val>
                                            <p:strVal val="#ppt_w"/>
                                          </p:val>
                                        </p:tav>
                                      </p:tavLst>
                                    </p:anim>
                                    <p:anim calcmode="lin" valueType="num">
                                      <p:cBhvr>
                                        <p:cTn id="24" dur="300" fill="hold"/>
                                        <p:tgtEl>
                                          <p:spTgt spid="22"/>
                                        </p:tgtEl>
                                        <p:attrNameLst>
                                          <p:attrName>ppt_h</p:attrName>
                                        </p:attrNameLst>
                                      </p:cBhvr>
                                      <p:tavLst>
                                        <p:tav tm="0">
                                          <p:val>
                                            <p:fltVal val="0"/>
                                          </p:val>
                                        </p:tav>
                                        <p:tav tm="100000">
                                          <p:val>
                                            <p:strVal val="#ppt_h"/>
                                          </p:val>
                                        </p:tav>
                                      </p:tavLst>
                                    </p:anim>
                                    <p:animEffect transition="in" filter="fade">
                                      <p:cBhvr>
                                        <p:cTn id="25" dur="300"/>
                                        <p:tgtEl>
                                          <p:spTgt spid="22"/>
                                        </p:tgtEl>
                                      </p:cBhvr>
                                    </p:animEffect>
                                  </p:childTnLst>
                                </p:cTn>
                              </p:par>
                            </p:childTnLst>
                          </p:cTn>
                        </p:par>
                        <p:par>
                          <p:cTn id="26" fill="hold">
                            <p:stCondLst>
                              <p:cond delay="1600"/>
                            </p:stCondLst>
                            <p:childTnLst>
                              <p:par>
                                <p:cTn id="27" presetID="53" presetClass="entr" presetSubtype="16" fill="hold" grpId="0" nodeType="afterEffect">
                                  <p:stCondLst>
                                    <p:cond delay="0"/>
                                  </p:stCondLst>
                                  <p:childTnLst>
                                    <p:set>
                                      <p:cBhvr>
                                        <p:cTn id="28" dur="1" fill="hold">
                                          <p:stCondLst>
                                            <p:cond delay="0"/>
                                          </p:stCondLst>
                                        </p:cTn>
                                        <p:tgtEl>
                                          <p:spTgt spid="24"/>
                                        </p:tgtEl>
                                        <p:attrNameLst>
                                          <p:attrName>style.visibility</p:attrName>
                                        </p:attrNameLst>
                                      </p:cBhvr>
                                      <p:to>
                                        <p:strVal val="visible"/>
                                      </p:to>
                                    </p:set>
                                    <p:anim calcmode="lin" valueType="num">
                                      <p:cBhvr>
                                        <p:cTn id="29" dur="300" fill="hold"/>
                                        <p:tgtEl>
                                          <p:spTgt spid="24"/>
                                        </p:tgtEl>
                                        <p:attrNameLst>
                                          <p:attrName>ppt_w</p:attrName>
                                        </p:attrNameLst>
                                      </p:cBhvr>
                                      <p:tavLst>
                                        <p:tav tm="0">
                                          <p:val>
                                            <p:fltVal val="0"/>
                                          </p:val>
                                        </p:tav>
                                        <p:tav tm="100000">
                                          <p:val>
                                            <p:strVal val="#ppt_w"/>
                                          </p:val>
                                        </p:tav>
                                      </p:tavLst>
                                    </p:anim>
                                    <p:anim calcmode="lin" valueType="num">
                                      <p:cBhvr>
                                        <p:cTn id="30" dur="300" fill="hold"/>
                                        <p:tgtEl>
                                          <p:spTgt spid="24"/>
                                        </p:tgtEl>
                                        <p:attrNameLst>
                                          <p:attrName>ppt_h</p:attrName>
                                        </p:attrNameLst>
                                      </p:cBhvr>
                                      <p:tavLst>
                                        <p:tav tm="0">
                                          <p:val>
                                            <p:fltVal val="0"/>
                                          </p:val>
                                        </p:tav>
                                        <p:tav tm="100000">
                                          <p:val>
                                            <p:strVal val="#ppt_h"/>
                                          </p:val>
                                        </p:tav>
                                      </p:tavLst>
                                    </p:anim>
                                    <p:animEffect transition="in" filter="fade">
                                      <p:cBhvr>
                                        <p:cTn id="31" dur="300"/>
                                        <p:tgtEl>
                                          <p:spTgt spid="24"/>
                                        </p:tgtEl>
                                      </p:cBhvr>
                                    </p:animEffect>
                                  </p:childTnLst>
                                </p:cTn>
                              </p:par>
                            </p:childTnLst>
                          </p:cTn>
                        </p:par>
                        <p:par>
                          <p:cTn id="32" fill="hold">
                            <p:stCondLst>
                              <p:cond delay="1900"/>
                            </p:stCondLst>
                            <p:childTnLst>
                              <p:par>
                                <p:cTn id="33" presetID="10" presetClass="entr" presetSubtype="0" fill="hold" nodeType="afterEffect">
                                  <p:stCondLst>
                                    <p:cond delay="0"/>
                                  </p:stCondLst>
                                  <p:childTnLst>
                                    <p:set>
                                      <p:cBhvr>
                                        <p:cTn id="34" dur="1" fill="hold">
                                          <p:stCondLst>
                                            <p:cond delay="0"/>
                                          </p:stCondLst>
                                        </p:cTn>
                                        <p:tgtEl>
                                          <p:spTgt spid="147"/>
                                        </p:tgtEl>
                                        <p:attrNameLst>
                                          <p:attrName>style.visibility</p:attrName>
                                        </p:attrNameLst>
                                      </p:cBhvr>
                                      <p:to>
                                        <p:strVal val="visible"/>
                                      </p:to>
                                    </p:set>
                                    <p:animEffect transition="in" filter="fade">
                                      <p:cBhvr>
                                        <p:cTn id="35" dur="300"/>
                                        <p:tgtEl>
                                          <p:spTgt spid="147"/>
                                        </p:tgtEl>
                                      </p:cBhvr>
                                    </p:animEffect>
                                  </p:childTnLst>
                                </p:cTn>
                              </p:par>
                            </p:childTnLst>
                          </p:cTn>
                        </p:par>
                        <p:par>
                          <p:cTn id="36" fill="hold">
                            <p:stCondLst>
                              <p:cond delay="2200"/>
                            </p:stCondLst>
                            <p:childTnLst>
                              <p:par>
                                <p:cTn id="37" presetID="22" presetClass="entr" presetSubtype="1" fill="hold" nodeType="after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ipe(up)">
                                      <p:cBhvr>
                                        <p:cTn id="39" dur="300"/>
                                        <p:tgtEl>
                                          <p:spTgt spid="19"/>
                                        </p:tgtEl>
                                      </p:cBhvr>
                                    </p:animEffect>
                                  </p:childTnLst>
                                </p:cTn>
                              </p:par>
                            </p:childTnLst>
                          </p:cTn>
                        </p:par>
                        <p:par>
                          <p:cTn id="40" fill="hold">
                            <p:stCondLst>
                              <p:cond delay="2500"/>
                            </p:stCondLst>
                            <p:childTnLst>
                              <p:par>
                                <p:cTn id="41" presetID="22" presetClass="entr" presetSubtype="8" fill="hold" nodeType="after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wipe(left)">
                                      <p:cBhvr>
                                        <p:cTn id="43" dur="300"/>
                                        <p:tgtEl>
                                          <p:spTgt spid="28"/>
                                        </p:tgtEl>
                                      </p:cBhvr>
                                    </p:animEffect>
                                  </p:childTnLst>
                                </p:cTn>
                              </p:par>
                              <p:par>
                                <p:cTn id="44" presetID="12" presetClass="entr" presetSubtype="1" fill="hold" grpId="1" nodeType="withEffect">
                                  <p:stCondLst>
                                    <p:cond delay="0"/>
                                  </p:stCondLst>
                                  <p:childTnLst>
                                    <p:set>
                                      <p:cBhvr>
                                        <p:cTn id="45" dur="1" fill="hold">
                                          <p:stCondLst>
                                            <p:cond delay="0"/>
                                          </p:stCondLst>
                                        </p:cTn>
                                        <p:tgtEl>
                                          <p:spTgt spid="35"/>
                                        </p:tgtEl>
                                        <p:attrNameLst>
                                          <p:attrName>style.visibility</p:attrName>
                                        </p:attrNameLst>
                                      </p:cBhvr>
                                      <p:to>
                                        <p:strVal val="visible"/>
                                      </p:to>
                                    </p:set>
                                    <p:anim calcmode="lin" valueType="num">
                                      <p:cBhvr additive="base">
                                        <p:cTn id="46" dur="300"/>
                                        <p:tgtEl>
                                          <p:spTgt spid="35"/>
                                        </p:tgtEl>
                                        <p:attrNameLst>
                                          <p:attrName>ppt_y</p:attrName>
                                        </p:attrNameLst>
                                      </p:cBhvr>
                                      <p:tavLst>
                                        <p:tav tm="0">
                                          <p:val>
                                            <p:strVal val="#ppt_y-#ppt_h*1.125000"/>
                                          </p:val>
                                        </p:tav>
                                        <p:tav tm="100000">
                                          <p:val>
                                            <p:strVal val="#ppt_y"/>
                                          </p:val>
                                        </p:tav>
                                      </p:tavLst>
                                    </p:anim>
                                    <p:animEffect transition="in" filter="wipe(down)">
                                      <p:cBhvr>
                                        <p:cTn id="47" dur="300"/>
                                        <p:tgtEl>
                                          <p:spTgt spid="35"/>
                                        </p:tgtEl>
                                      </p:cBhvr>
                                    </p:animEffect>
                                  </p:childTnLst>
                                </p:cTn>
                              </p:par>
                            </p:childTnLst>
                          </p:cTn>
                        </p:par>
                        <p:par>
                          <p:cTn id="48" fill="hold">
                            <p:stCondLst>
                              <p:cond delay="2800"/>
                            </p:stCondLst>
                            <p:childTnLst>
                              <p:par>
                                <p:cTn id="49" presetID="53" presetClass="entr" presetSubtype="16" fill="hold" nodeType="afterEffect">
                                  <p:stCondLst>
                                    <p:cond delay="0"/>
                                  </p:stCondLst>
                                  <p:childTnLst>
                                    <p:set>
                                      <p:cBhvr>
                                        <p:cTn id="50" dur="1" fill="hold">
                                          <p:stCondLst>
                                            <p:cond delay="0"/>
                                          </p:stCondLst>
                                        </p:cTn>
                                        <p:tgtEl>
                                          <p:spTgt spid="47"/>
                                        </p:tgtEl>
                                        <p:attrNameLst>
                                          <p:attrName>style.visibility</p:attrName>
                                        </p:attrNameLst>
                                      </p:cBhvr>
                                      <p:to>
                                        <p:strVal val="visible"/>
                                      </p:to>
                                    </p:set>
                                    <p:anim calcmode="lin" valueType="num">
                                      <p:cBhvr>
                                        <p:cTn id="51" dur="300" fill="hold"/>
                                        <p:tgtEl>
                                          <p:spTgt spid="47"/>
                                        </p:tgtEl>
                                        <p:attrNameLst>
                                          <p:attrName>ppt_w</p:attrName>
                                        </p:attrNameLst>
                                      </p:cBhvr>
                                      <p:tavLst>
                                        <p:tav tm="0">
                                          <p:val>
                                            <p:fltVal val="0"/>
                                          </p:val>
                                        </p:tav>
                                        <p:tav tm="100000">
                                          <p:val>
                                            <p:strVal val="#ppt_w"/>
                                          </p:val>
                                        </p:tav>
                                      </p:tavLst>
                                    </p:anim>
                                    <p:anim calcmode="lin" valueType="num">
                                      <p:cBhvr>
                                        <p:cTn id="52" dur="300" fill="hold"/>
                                        <p:tgtEl>
                                          <p:spTgt spid="47"/>
                                        </p:tgtEl>
                                        <p:attrNameLst>
                                          <p:attrName>ppt_h</p:attrName>
                                        </p:attrNameLst>
                                      </p:cBhvr>
                                      <p:tavLst>
                                        <p:tav tm="0">
                                          <p:val>
                                            <p:fltVal val="0"/>
                                          </p:val>
                                        </p:tav>
                                        <p:tav tm="100000">
                                          <p:val>
                                            <p:strVal val="#ppt_h"/>
                                          </p:val>
                                        </p:tav>
                                      </p:tavLst>
                                    </p:anim>
                                    <p:animEffect transition="in" filter="fade">
                                      <p:cBhvr>
                                        <p:cTn id="53" dur="300"/>
                                        <p:tgtEl>
                                          <p:spTgt spid="47"/>
                                        </p:tgtEl>
                                      </p:cBhvr>
                                    </p:animEffect>
                                  </p:childTnLst>
                                </p:cTn>
                              </p:par>
                            </p:childTnLst>
                          </p:cTn>
                        </p:par>
                        <p:par>
                          <p:cTn id="54" fill="hold">
                            <p:stCondLst>
                              <p:cond delay="3100"/>
                            </p:stCondLst>
                            <p:childTnLst>
                              <p:par>
                                <p:cTn id="55" presetID="22" presetClass="entr" presetSubtype="1" fill="hold" nodeType="after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wipe(up)">
                                      <p:cBhvr>
                                        <p:cTn id="57" dur="300"/>
                                        <p:tgtEl>
                                          <p:spTgt spid="21"/>
                                        </p:tgtEl>
                                      </p:cBhvr>
                                    </p:animEffect>
                                  </p:childTnLst>
                                </p:cTn>
                              </p:par>
                            </p:childTnLst>
                          </p:cTn>
                        </p:par>
                        <p:par>
                          <p:cTn id="58" fill="hold">
                            <p:stCondLst>
                              <p:cond delay="3400"/>
                            </p:stCondLst>
                            <p:childTnLst>
                              <p:par>
                                <p:cTn id="59" presetID="22" presetClass="entr" presetSubtype="8" fill="hold" nodeType="afterEffect">
                                  <p:stCondLst>
                                    <p:cond delay="0"/>
                                  </p:stCondLst>
                                  <p:childTnLst>
                                    <p:set>
                                      <p:cBhvr>
                                        <p:cTn id="60" dur="1" fill="hold">
                                          <p:stCondLst>
                                            <p:cond delay="0"/>
                                          </p:stCondLst>
                                        </p:cTn>
                                        <p:tgtEl>
                                          <p:spTgt spid="38"/>
                                        </p:tgtEl>
                                        <p:attrNameLst>
                                          <p:attrName>style.visibility</p:attrName>
                                        </p:attrNameLst>
                                      </p:cBhvr>
                                      <p:to>
                                        <p:strVal val="visible"/>
                                      </p:to>
                                    </p:set>
                                    <p:animEffect transition="in" filter="wipe(left)">
                                      <p:cBhvr>
                                        <p:cTn id="61" dur="300"/>
                                        <p:tgtEl>
                                          <p:spTgt spid="38"/>
                                        </p:tgtEl>
                                      </p:cBhvr>
                                    </p:animEffect>
                                  </p:childTnLst>
                                </p:cTn>
                              </p:par>
                              <p:par>
                                <p:cTn id="62" presetID="12" presetClass="entr" presetSubtype="1" fill="hold" grpId="1" nodeType="withEffect">
                                  <p:stCondLst>
                                    <p:cond delay="0"/>
                                  </p:stCondLst>
                                  <p:childTnLst>
                                    <p:set>
                                      <p:cBhvr>
                                        <p:cTn id="63" dur="1" fill="hold">
                                          <p:stCondLst>
                                            <p:cond delay="0"/>
                                          </p:stCondLst>
                                        </p:cTn>
                                        <p:tgtEl>
                                          <p:spTgt spid="36"/>
                                        </p:tgtEl>
                                        <p:attrNameLst>
                                          <p:attrName>style.visibility</p:attrName>
                                        </p:attrNameLst>
                                      </p:cBhvr>
                                      <p:to>
                                        <p:strVal val="visible"/>
                                      </p:to>
                                    </p:set>
                                    <p:anim calcmode="lin" valueType="num">
                                      <p:cBhvr additive="base">
                                        <p:cTn id="64" dur="300"/>
                                        <p:tgtEl>
                                          <p:spTgt spid="36"/>
                                        </p:tgtEl>
                                        <p:attrNameLst>
                                          <p:attrName>ppt_y</p:attrName>
                                        </p:attrNameLst>
                                      </p:cBhvr>
                                      <p:tavLst>
                                        <p:tav tm="0">
                                          <p:val>
                                            <p:strVal val="#ppt_y-#ppt_h*1.125000"/>
                                          </p:val>
                                        </p:tav>
                                        <p:tav tm="100000">
                                          <p:val>
                                            <p:strVal val="#ppt_y"/>
                                          </p:val>
                                        </p:tav>
                                      </p:tavLst>
                                    </p:anim>
                                    <p:animEffect transition="in" filter="wipe(down)">
                                      <p:cBhvr>
                                        <p:cTn id="65" dur="300"/>
                                        <p:tgtEl>
                                          <p:spTgt spid="36"/>
                                        </p:tgtEl>
                                      </p:cBhvr>
                                    </p:animEffect>
                                  </p:childTnLst>
                                </p:cTn>
                              </p:par>
                            </p:childTnLst>
                          </p:cTn>
                        </p:par>
                        <p:par>
                          <p:cTn id="66" fill="hold">
                            <p:stCondLst>
                              <p:cond delay="3700"/>
                            </p:stCondLst>
                            <p:childTnLst>
                              <p:par>
                                <p:cTn id="67" presetID="53" presetClass="entr" presetSubtype="16" fill="hold" nodeType="afterEffect">
                                  <p:stCondLst>
                                    <p:cond delay="0"/>
                                  </p:stCondLst>
                                  <p:childTnLst>
                                    <p:set>
                                      <p:cBhvr>
                                        <p:cTn id="68" dur="1" fill="hold">
                                          <p:stCondLst>
                                            <p:cond delay="0"/>
                                          </p:stCondLst>
                                        </p:cTn>
                                        <p:tgtEl>
                                          <p:spTgt spid="50"/>
                                        </p:tgtEl>
                                        <p:attrNameLst>
                                          <p:attrName>style.visibility</p:attrName>
                                        </p:attrNameLst>
                                      </p:cBhvr>
                                      <p:to>
                                        <p:strVal val="visible"/>
                                      </p:to>
                                    </p:set>
                                    <p:anim calcmode="lin" valueType="num">
                                      <p:cBhvr>
                                        <p:cTn id="69" dur="300" fill="hold"/>
                                        <p:tgtEl>
                                          <p:spTgt spid="50"/>
                                        </p:tgtEl>
                                        <p:attrNameLst>
                                          <p:attrName>ppt_w</p:attrName>
                                        </p:attrNameLst>
                                      </p:cBhvr>
                                      <p:tavLst>
                                        <p:tav tm="0">
                                          <p:val>
                                            <p:fltVal val="0"/>
                                          </p:val>
                                        </p:tav>
                                        <p:tav tm="100000">
                                          <p:val>
                                            <p:strVal val="#ppt_w"/>
                                          </p:val>
                                        </p:tav>
                                      </p:tavLst>
                                    </p:anim>
                                    <p:anim calcmode="lin" valueType="num">
                                      <p:cBhvr>
                                        <p:cTn id="70" dur="300" fill="hold"/>
                                        <p:tgtEl>
                                          <p:spTgt spid="50"/>
                                        </p:tgtEl>
                                        <p:attrNameLst>
                                          <p:attrName>ppt_h</p:attrName>
                                        </p:attrNameLst>
                                      </p:cBhvr>
                                      <p:tavLst>
                                        <p:tav tm="0">
                                          <p:val>
                                            <p:fltVal val="0"/>
                                          </p:val>
                                        </p:tav>
                                        <p:tav tm="100000">
                                          <p:val>
                                            <p:strVal val="#ppt_h"/>
                                          </p:val>
                                        </p:tav>
                                      </p:tavLst>
                                    </p:anim>
                                    <p:animEffect transition="in" filter="fade">
                                      <p:cBhvr>
                                        <p:cTn id="71" dur="300"/>
                                        <p:tgtEl>
                                          <p:spTgt spid="50"/>
                                        </p:tgtEl>
                                      </p:cBhvr>
                                    </p:animEffect>
                                  </p:childTnLst>
                                </p:cTn>
                              </p:par>
                            </p:childTnLst>
                          </p:cTn>
                        </p:par>
                        <p:par>
                          <p:cTn id="72" fill="hold">
                            <p:stCondLst>
                              <p:cond delay="4000"/>
                            </p:stCondLst>
                            <p:childTnLst>
                              <p:par>
                                <p:cTn id="73" presetID="22" presetClass="entr" presetSubtype="1" fill="hold" nodeType="after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wipe(up)">
                                      <p:cBhvr>
                                        <p:cTn id="75" dur="300"/>
                                        <p:tgtEl>
                                          <p:spTgt spid="23"/>
                                        </p:tgtEl>
                                      </p:cBhvr>
                                    </p:animEffect>
                                  </p:childTnLst>
                                </p:cTn>
                              </p:par>
                            </p:childTnLst>
                          </p:cTn>
                        </p:par>
                        <p:par>
                          <p:cTn id="76" fill="hold">
                            <p:stCondLst>
                              <p:cond delay="4300"/>
                            </p:stCondLst>
                            <p:childTnLst>
                              <p:par>
                                <p:cTn id="77" presetID="22" presetClass="entr" presetSubtype="8" fill="hold" nodeType="afterEffect">
                                  <p:stCondLst>
                                    <p:cond delay="0"/>
                                  </p:stCondLst>
                                  <p:childTnLst>
                                    <p:set>
                                      <p:cBhvr>
                                        <p:cTn id="78" dur="1" fill="hold">
                                          <p:stCondLst>
                                            <p:cond delay="0"/>
                                          </p:stCondLst>
                                        </p:cTn>
                                        <p:tgtEl>
                                          <p:spTgt spid="40"/>
                                        </p:tgtEl>
                                        <p:attrNameLst>
                                          <p:attrName>style.visibility</p:attrName>
                                        </p:attrNameLst>
                                      </p:cBhvr>
                                      <p:to>
                                        <p:strVal val="visible"/>
                                      </p:to>
                                    </p:set>
                                    <p:animEffect transition="in" filter="wipe(left)">
                                      <p:cBhvr>
                                        <p:cTn id="79" dur="300"/>
                                        <p:tgtEl>
                                          <p:spTgt spid="40"/>
                                        </p:tgtEl>
                                      </p:cBhvr>
                                    </p:animEffect>
                                  </p:childTnLst>
                                </p:cTn>
                              </p:par>
                              <p:par>
                                <p:cTn id="80" presetID="12" presetClass="entr" presetSubtype="1" fill="hold" grpId="1" nodeType="withEffect">
                                  <p:stCondLst>
                                    <p:cond delay="0"/>
                                  </p:stCondLst>
                                  <p:childTnLst>
                                    <p:set>
                                      <p:cBhvr>
                                        <p:cTn id="81" dur="1" fill="hold">
                                          <p:stCondLst>
                                            <p:cond delay="0"/>
                                          </p:stCondLst>
                                        </p:cTn>
                                        <p:tgtEl>
                                          <p:spTgt spid="41"/>
                                        </p:tgtEl>
                                        <p:attrNameLst>
                                          <p:attrName>style.visibility</p:attrName>
                                        </p:attrNameLst>
                                      </p:cBhvr>
                                      <p:to>
                                        <p:strVal val="visible"/>
                                      </p:to>
                                    </p:set>
                                    <p:anim calcmode="lin" valueType="num">
                                      <p:cBhvr additive="base">
                                        <p:cTn id="82" dur="300"/>
                                        <p:tgtEl>
                                          <p:spTgt spid="41"/>
                                        </p:tgtEl>
                                        <p:attrNameLst>
                                          <p:attrName>ppt_y</p:attrName>
                                        </p:attrNameLst>
                                      </p:cBhvr>
                                      <p:tavLst>
                                        <p:tav tm="0">
                                          <p:val>
                                            <p:strVal val="#ppt_y-#ppt_h*1.125000"/>
                                          </p:val>
                                        </p:tav>
                                        <p:tav tm="100000">
                                          <p:val>
                                            <p:strVal val="#ppt_y"/>
                                          </p:val>
                                        </p:tav>
                                      </p:tavLst>
                                    </p:anim>
                                    <p:animEffect transition="in" filter="wipe(down)">
                                      <p:cBhvr>
                                        <p:cTn id="83" dur="300"/>
                                        <p:tgtEl>
                                          <p:spTgt spid="41"/>
                                        </p:tgtEl>
                                      </p:cBhvr>
                                    </p:animEffect>
                                  </p:childTnLst>
                                </p:cTn>
                              </p:par>
                            </p:childTnLst>
                          </p:cTn>
                        </p:par>
                        <p:par>
                          <p:cTn id="84" fill="hold">
                            <p:stCondLst>
                              <p:cond delay="4600"/>
                            </p:stCondLst>
                            <p:childTnLst>
                              <p:par>
                                <p:cTn id="85" presetID="53" presetClass="entr" presetSubtype="16" fill="hold" nodeType="afterEffect">
                                  <p:stCondLst>
                                    <p:cond delay="0"/>
                                  </p:stCondLst>
                                  <p:childTnLst>
                                    <p:set>
                                      <p:cBhvr>
                                        <p:cTn id="86" dur="1" fill="hold">
                                          <p:stCondLst>
                                            <p:cond delay="0"/>
                                          </p:stCondLst>
                                        </p:cTn>
                                        <p:tgtEl>
                                          <p:spTgt spid="53"/>
                                        </p:tgtEl>
                                        <p:attrNameLst>
                                          <p:attrName>style.visibility</p:attrName>
                                        </p:attrNameLst>
                                      </p:cBhvr>
                                      <p:to>
                                        <p:strVal val="visible"/>
                                      </p:to>
                                    </p:set>
                                    <p:anim calcmode="lin" valueType="num">
                                      <p:cBhvr>
                                        <p:cTn id="87" dur="300" fill="hold"/>
                                        <p:tgtEl>
                                          <p:spTgt spid="53"/>
                                        </p:tgtEl>
                                        <p:attrNameLst>
                                          <p:attrName>ppt_w</p:attrName>
                                        </p:attrNameLst>
                                      </p:cBhvr>
                                      <p:tavLst>
                                        <p:tav tm="0">
                                          <p:val>
                                            <p:fltVal val="0"/>
                                          </p:val>
                                        </p:tav>
                                        <p:tav tm="100000">
                                          <p:val>
                                            <p:strVal val="#ppt_w"/>
                                          </p:val>
                                        </p:tav>
                                      </p:tavLst>
                                    </p:anim>
                                    <p:anim calcmode="lin" valueType="num">
                                      <p:cBhvr>
                                        <p:cTn id="88" dur="300" fill="hold"/>
                                        <p:tgtEl>
                                          <p:spTgt spid="53"/>
                                        </p:tgtEl>
                                        <p:attrNameLst>
                                          <p:attrName>ppt_h</p:attrName>
                                        </p:attrNameLst>
                                      </p:cBhvr>
                                      <p:tavLst>
                                        <p:tav tm="0">
                                          <p:val>
                                            <p:fltVal val="0"/>
                                          </p:val>
                                        </p:tav>
                                        <p:tav tm="100000">
                                          <p:val>
                                            <p:strVal val="#ppt_h"/>
                                          </p:val>
                                        </p:tav>
                                      </p:tavLst>
                                    </p:anim>
                                    <p:animEffect transition="in" filter="fade">
                                      <p:cBhvr>
                                        <p:cTn id="89" dur="3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24" grpId="0" animBg="1"/>
      <p:bldP spid="22" grpId="0" animBg="1"/>
      <p:bldP spid="20" grpId="0" animBg="1"/>
      <p:bldP spid="35" grpId="0"/>
      <p:bldP spid="35" grpId="1"/>
      <p:bldP spid="36" grpId="0"/>
      <p:bldP spid="36" grpId="1"/>
      <p:bldP spid="41" grpId="0"/>
      <p:bldP spid="41" grpId="1"/>
      <p:bldP spid="149" grpId="0" animBg="1"/>
      <p:bldP spid="15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nip Single Corner Rectangle 22"/>
          <p:cNvSpPr/>
          <p:nvPr/>
        </p:nvSpPr>
        <p:spPr>
          <a:xfrm>
            <a:off x="597256" y="1569823"/>
            <a:ext cx="7580176" cy="739654"/>
          </a:xfrm>
          <a:prstGeom prst="snip1Rect">
            <a:avLst/>
          </a:prstGeom>
          <a:noFill/>
          <a:ln w="3175">
            <a:solidFill>
              <a:schemeClr val="accent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Google Shape;1855;p24"/>
          <p:cNvSpPr txBox="1">
            <a:spLocks/>
          </p:cNvSpPr>
          <p:nvPr/>
        </p:nvSpPr>
        <p:spPr>
          <a:xfrm>
            <a:off x="294983" y="1016273"/>
            <a:ext cx="6284048" cy="32763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altLang="en-GB" sz="1800">
                <a:solidFill>
                  <a:schemeClr val="bg1">
                    <a:lumMod val="50000"/>
                  </a:schemeClr>
                </a:solidFill>
                <a:latin typeface="+mn-lt"/>
                <a:cs typeface="+mn-lt"/>
              </a:rPr>
              <a:t>HỒI QUY TUYẾN TÍNH TRONG PHÁT HIỆN LÀN ĐƯỜNG</a:t>
            </a:r>
          </a:p>
        </p:txBody>
      </p:sp>
      <p:grpSp>
        <p:nvGrpSpPr>
          <p:cNvPr id="30" name="Group 29"/>
          <p:cNvGrpSpPr/>
          <p:nvPr/>
        </p:nvGrpSpPr>
        <p:grpSpPr>
          <a:xfrm>
            <a:off x="304803" y="1296312"/>
            <a:ext cx="6133073" cy="95191"/>
            <a:chOff x="304803" y="1239160"/>
            <a:chExt cx="6133073" cy="95191"/>
          </a:xfrm>
        </p:grpSpPr>
        <p:cxnSp>
          <p:nvCxnSpPr>
            <p:cNvPr id="10" name="Straight Connector 9"/>
            <p:cNvCxnSpPr/>
            <p:nvPr/>
          </p:nvCxnSpPr>
          <p:spPr>
            <a:xfrm flipH="1">
              <a:off x="304803" y="1286755"/>
              <a:ext cx="6083537" cy="7258"/>
            </a:xfrm>
            <a:prstGeom prst="line">
              <a:avLst/>
            </a:prstGeom>
          </p:spPr>
          <p:style>
            <a:lnRef idx="2">
              <a:schemeClr val="accent3"/>
            </a:lnRef>
            <a:fillRef idx="0">
              <a:schemeClr val="accent3"/>
            </a:fillRef>
            <a:effectRef idx="1">
              <a:schemeClr val="accent3"/>
            </a:effectRef>
            <a:fontRef idx="minor">
              <a:schemeClr val="tx1"/>
            </a:fontRef>
          </p:style>
        </p:cxnSp>
        <p:sp>
          <p:nvSpPr>
            <p:cNvPr id="12" name="Google Shape;10105;p59"/>
            <p:cNvSpPr/>
            <p:nvPr/>
          </p:nvSpPr>
          <p:spPr>
            <a:xfrm>
              <a:off x="6338805" y="1239160"/>
              <a:ext cx="99071" cy="95191"/>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 name="Group 40">
            <a:extLst>
              <a:ext uri="{FF2B5EF4-FFF2-40B4-BE49-F238E27FC236}">
                <a16:creationId xmlns:a16="http://schemas.microsoft.com/office/drawing/2014/main" id="{D69C089A-3A08-C799-7106-488B2C49707A}"/>
              </a:ext>
            </a:extLst>
          </p:cNvPr>
          <p:cNvGrpSpPr/>
          <p:nvPr/>
        </p:nvGrpSpPr>
        <p:grpSpPr>
          <a:xfrm>
            <a:off x="277387" y="1524023"/>
            <a:ext cx="790759" cy="789582"/>
            <a:chOff x="7910267" y="1281828"/>
            <a:chExt cx="790759" cy="789582"/>
          </a:xfrm>
        </p:grpSpPr>
        <p:sp>
          <p:nvSpPr>
            <p:cNvPr id="22" name="Regular Pentagon 21"/>
            <p:cNvSpPr/>
            <p:nvPr/>
          </p:nvSpPr>
          <p:spPr>
            <a:xfrm>
              <a:off x="7910267" y="1281828"/>
              <a:ext cx="790759" cy="789582"/>
            </a:xfrm>
            <a:prstGeom prst="pentagon">
              <a:avLst/>
            </a:prstGeom>
            <a:solidFill>
              <a:schemeClr val="tx2">
                <a:lumMod val="75000"/>
              </a:schemeClr>
            </a:solidFill>
            <a:ln>
              <a:noFill/>
            </a:ln>
            <a:effectLst>
              <a:outerShdw blurRad="50800" dist="38100" dir="5400000" algn="t" rotWithShape="0">
                <a:prstClr val="black">
                  <a:alpha val="4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oogle Shape;11345;p63"/>
            <p:cNvGrpSpPr/>
            <p:nvPr/>
          </p:nvGrpSpPr>
          <p:grpSpPr>
            <a:xfrm>
              <a:off x="8074085" y="1521186"/>
              <a:ext cx="469587" cy="412726"/>
              <a:chOff x="2081650" y="2050750"/>
              <a:chExt cx="483125" cy="424625"/>
            </a:xfrm>
            <a:solidFill>
              <a:schemeClr val="bg2">
                <a:lumMod val="40000"/>
                <a:lumOff val="60000"/>
              </a:schemeClr>
            </a:solidFill>
            <a:effectLst>
              <a:outerShdw blurRad="50800" dist="38100" dir="5400000" algn="t" rotWithShape="0">
                <a:prstClr val="black">
                  <a:alpha val="40000"/>
                </a:prstClr>
              </a:outerShdw>
            </a:effectLst>
          </p:grpSpPr>
          <p:sp>
            <p:nvSpPr>
              <p:cNvPr id="16" name="Google Shape;11346;p63"/>
              <p:cNvSpPr/>
              <p:nvPr/>
            </p:nvSpPr>
            <p:spPr>
              <a:xfrm>
                <a:off x="2081650" y="2050750"/>
                <a:ext cx="483125" cy="424625"/>
              </a:xfrm>
              <a:custGeom>
                <a:avLst/>
                <a:gdLst/>
                <a:ahLst/>
                <a:cxnLst/>
                <a:rect l="l" t="t" r="r" b="b"/>
                <a:pathLst>
                  <a:path w="19325" h="16985" extrusionOk="0">
                    <a:moveTo>
                      <a:pt x="5662" y="1402"/>
                    </a:moveTo>
                    <a:lnTo>
                      <a:pt x="5662" y="13770"/>
                    </a:lnTo>
                    <a:lnTo>
                      <a:pt x="1133" y="15581"/>
                    </a:lnTo>
                    <a:lnTo>
                      <a:pt x="1133" y="3214"/>
                    </a:lnTo>
                    <a:lnTo>
                      <a:pt x="5662" y="1402"/>
                    </a:lnTo>
                    <a:close/>
                    <a:moveTo>
                      <a:pt x="18192" y="1402"/>
                    </a:moveTo>
                    <a:lnTo>
                      <a:pt x="18192" y="13770"/>
                    </a:lnTo>
                    <a:lnTo>
                      <a:pt x="13663" y="15581"/>
                    </a:lnTo>
                    <a:lnTo>
                      <a:pt x="13663" y="3214"/>
                    </a:lnTo>
                    <a:lnTo>
                      <a:pt x="18192" y="1402"/>
                    </a:lnTo>
                    <a:close/>
                    <a:moveTo>
                      <a:pt x="6794" y="1348"/>
                    </a:moveTo>
                    <a:lnTo>
                      <a:pt x="12531" y="3241"/>
                    </a:lnTo>
                    <a:lnTo>
                      <a:pt x="12531" y="9464"/>
                    </a:lnTo>
                    <a:lnTo>
                      <a:pt x="12510" y="9461"/>
                    </a:lnTo>
                    <a:cubicBezTo>
                      <a:pt x="12205" y="9437"/>
                      <a:pt x="11903" y="9364"/>
                      <a:pt x="11619" y="9244"/>
                    </a:cubicBezTo>
                    <a:cubicBezTo>
                      <a:pt x="11548" y="9214"/>
                      <a:pt x="11474" y="9200"/>
                      <a:pt x="11401" y="9200"/>
                    </a:cubicBezTo>
                    <a:cubicBezTo>
                      <a:pt x="11181" y="9200"/>
                      <a:pt x="10970" y="9330"/>
                      <a:pt x="10879" y="9546"/>
                    </a:cubicBezTo>
                    <a:cubicBezTo>
                      <a:pt x="10759" y="9832"/>
                      <a:pt x="10891" y="10165"/>
                      <a:pt x="11178" y="10288"/>
                    </a:cubicBezTo>
                    <a:cubicBezTo>
                      <a:pt x="11574" y="10454"/>
                      <a:pt x="11994" y="10557"/>
                      <a:pt x="12422" y="10590"/>
                    </a:cubicBezTo>
                    <a:lnTo>
                      <a:pt x="12468" y="10590"/>
                    </a:lnTo>
                    <a:cubicBezTo>
                      <a:pt x="12489" y="10590"/>
                      <a:pt x="12510" y="10587"/>
                      <a:pt x="12531" y="10584"/>
                    </a:cubicBezTo>
                    <a:lnTo>
                      <a:pt x="12531" y="15633"/>
                    </a:lnTo>
                    <a:lnTo>
                      <a:pt x="6794" y="13746"/>
                    </a:lnTo>
                    <a:lnTo>
                      <a:pt x="6794" y="6774"/>
                    </a:lnTo>
                    <a:cubicBezTo>
                      <a:pt x="6951" y="6777"/>
                      <a:pt x="7105" y="6795"/>
                      <a:pt x="7259" y="6822"/>
                    </a:cubicBezTo>
                    <a:cubicBezTo>
                      <a:pt x="7295" y="6828"/>
                      <a:pt x="7331" y="6834"/>
                      <a:pt x="7368" y="6834"/>
                    </a:cubicBezTo>
                    <a:cubicBezTo>
                      <a:pt x="7658" y="6831"/>
                      <a:pt x="7902" y="6611"/>
                      <a:pt x="7929" y="6321"/>
                    </a:cubicBezTo>
                    <a:cubicBezTo>
                      <a:pt x="7957" y="6028"/>
                      <a:pt x="7760" y="5765"/>
                      <a:pt x="7473" y="5711"/>
                    </a:cubicBezTo>
                    <a:cubicBezTo>
                      <a:pt x="7250" y="5669"/>
                      <a:pt x="7020" y="5644"/>
                      <a:pt x="6794" y="5641"/>
                    </a:cubicBezTo>
                    <a:lnTo>
                      <a:pt x="6794" y="1348"/>
                    </a:lnTo>
                    <a:close/>
                    <a:moveTo>
                      <a:pt x="18757" y="0"/>
                    </a:moveTo>
                    <a:cubicBezTo>
                      <a:pt x="18687" y="0"/>
                      <a:pt x="18616" y="13"/>
                      <a:pt x="18549" y="40"/>
                    </a:cubicBezTo>
                    <a:lnTo>
                      <a:pt x="13077" y="2229"/>
                    </a:lnTo>
                    <a:lnTo>
                      <a:pt x="6405" y="28"/>
                    </a:lnTo>
                    <a:cubicBezTo>
                      <a:pt x="6395" y="25"/>
                      <a:pt x="6386" y="25"/>
                      <a:pt x="6380" y="22"/>
                    </a:cubicBezTo>
                    <a:cubicBezTo>
                      <a:pt x="6371" y="19"/>
                      <a:pt x="6359" y="16"/>
                      <a:pt x="6347" y="13"/>
                    </a:cubicBezTo>
                    <a:lnTo>
                      <a:pt x="6311" y="7"/>
                    </a:lnTo>
                    <a:cubicBezTo>
                      <a:pt x="6302" y="7"/>
                      <a:pt x="6290" y="4"/>
                      <a:pt x="6281" y="4"/>
                    </a:cubicBezTo>
                    <a:lnTo>
                      <a:pt x="6211" y="4"/>
                    </a:lnTo>
                    <a:cubicBezTo>
                      <a:pt x="6199" y="4"/>
                      <a:pt x="6187" y="4"/>
                      <a:pt x="6172" y="7"/>
                    </a:cubicBezTo>
                    <a:cubicBezTo>
                      <a:pt x="6166" y="9"/>
                      <a:pt x="6161" y="9"/>
                      <a:pt x="6157" y="9"/>
                    </a:cubicBezTo>
                    <a:cubicBezTo>
                      <a:pt x="6152" y="9"/>
                      <a:pt x="6148" y="9"/>
                      <a:pt x="6142" y="10"/>
                    </a:cubicBezTo>
                    <a:cubicBezTo>
                      <a:pt x="6133" y="13"/>
                      <a:pt x="6118" y="13"/>
                      <a:pt x="6106" y="16"/>
                    </a:cubicBezTo>
                    <a:lnTo>
                      <a:pt x="6075" y="22"/>
                    </a:lnTo>
                    <a:cubicBezTo>
                      <a:pt x="6063" y="28"/>
                      <a:pt x="6048" y="31"/>
                      <a:pt x="6036" y="37"/>
                    </a:cubicBezTo>
                    <a:cubicBezTo>
                      <a:pt x="6027" y="40"/>
                      <a:pt x="6021" y="40"/>
                      <a:pt x="6015" y="43"/>
                    </a:cubicBezTo>
                    <a:lnTo>
                      <a:pt x="354" y="2308"/>
                    </a:lnTo>
                    <a:cubicBezTo>
                      <a:pt x="139" y="2396"/>
                      <a:pt x="0" y="2601"/>
                      <a:pt x="0" y="2830"/>
                    </a:cubicBezTo>
                    <a:lnTo>
                      <a:pt x="0" y="16418"/>
                    </a:lnTo>
                    <a:cubicBezTo>
                      <a:pt x="0" y="16744"/>
                      <a:pt x="267" y="16984"/>
                      <a:pt x="566" y="16984"/>
                    </a:cubicBezTo>
                    <a:cubicBezTo>
                      <a:pt x="635" y="16984"/>
                      <a:pt x="706" y="16971"/>
                      <a:pt x="776" y="16943"/>
                    </a:cubicBezTo>
                    <a:lnTo>
                      <a:pt x="6248" y="14754"/>
                    </a:lnTo>
                    <a:lnTo>
                      <a:pt x="12917" y="16952"/>
                    </a:lnTo>
                    <a:cubicBezTo>
                      <a:pt x="12933" y="16958"/>
                      <a:pt x="12951" y="16964"/>
                      <a:pt x="12966" y="16967"/>
                    </a:cubicBezTo>
                    <a:cubicBezTo>
                      <a:pt x="13008" y="16976"/>
                      <a:pt x="13050" y="16983"/>
                      <a:pt x="13096" y="16983"/>
                    </a:cubicBezTo>
                    <a:lnTo>
                      <a:pt x="13099" y="16983"/>
                    </a:lnTo>
                    <a:cubicBezTo>
                      <a:pt x="13156" y="16983"/>
                      <a:pt x="13213" y="16973"/>
                      <a:pt x="13271" y="16955"/>
                    </a:cubicBezTo>
                    <a:cubicBezTo>
                      <a:pt x="13283" y="16952"/>
                      <a:pt x="13295" y="16946"/>
                      <a:pt x="13307" y="16940"/>
                    </a:cubicBezTo>
                    <a:lnTo>
                      <a:pt x="18965" y="14676"/>
                    </a:lnTo>
                    <a:cubicBezTo>
                      <a:pt x="19183" y="14591"/>
                      <a:pt x="19325" y="14386"/>
                      <a:pt x="19325" y="14153"/>
                    </a:cubicBezTo>
                    <a:lnTo>
                      <a:pt x="19325" y="566"/>
                    </a:lnTo>
                    <a:cubicBezTo>
                      <a:pt x="19325" y="379"/>
                      <a:pt x="19231" y="203"/>
                      <a:pt x="19077" y="98"/>
                    </a:cubicBezTo>
                    <a:cubicBezTo>
                      <a:pt x="18981" y="33"/>
                      <a:pt x="18869" y="0"/>
                      <a:pt x="1875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7" name="Google Shape;11347;p63"/>
              <p:cNvSpPr/>
              <p:nvPr/>
            </p:nvSpPr>
            <p:spPr>
              <a:xfrm>
                <a:off x="2136375" y="2292025"/>
                <a:ext cx="36400" cy="41975"/>
              </a:xfrm>
              <a:custGeom>
                <a:avLst/>
                <a:gdLst/>
                <a:ahLst/>
                <a:cxnLst/>
                <a:rect l="l" t="t" r="r" b="b"/>
                <a:pathLst>
                  <a:path w="1456" h="1679" extrusionOk="0">
                    <a:moveTo>
                      <a:pt x="820" y="1"/>
                    </a:moveTo>
                    <a:cubicBezTo>
                      <a:pt x="583" y="1"/>
                      <a:pt x="361" y="151"/>
                      <a:pt x="284" y="390"/>
                    </a:cubicBezTo>
                    <a:lnTo>
                      <a:pt x="103" y="927"/>
                    </a:lnTo>
                    <a:cubicBezTo>
                      <a:pt x="0" y="1223"/>
                      <a:pt x="160" y="1549"/>
                      <a:pt x="459" y="1649"/>
                    </a:cubicBezTo>
                    <a:cubicBezTo>
                      <a:pt x="519" y="1669"/>
                      <a:pt x="579" y="1678"/>
                      <a:pt x="639" y="1678"/>
                    </a:cubicBezTo>
                    <a:cubicBezTo>
                      <a:pt x="878" y="1678"/>
                      <a:pt x="1101" y="1525"/>
                      <a:pt x="1178" y="1284"/>
                    </a:cubicBezTo>
                    <a:lnTo>
                      <a:pt x="1356" y="746"/>
                    </a:lnTo>
                    <a:cubicBezTo>
                      <a:pt x="1456" y="450"/>
                      <a:pt x="1296" y="130"/>
                      <a:pt x="1000" y="30"/>
                    </a:cubicBezTo>
                    <a:cubicBezTo>
                      <a:pt x="940" y="10"/>
                      <a:pt x="880" y="1"/>
                      <a:pt x="82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8" name="Google Shape;11348;p63"/>
              <p:cNvSpPr/>
              <p:nvPr/>
            </p:nvSpPr>
            <p:spPr>
              <a:xfrm>
                <a:off x="2296850" y="2220800"/>
                <a:ext cx="46075" cy="51650"/>
              </a:xfrm>
              <a:custGeom>
                <a:avLst/>
                <a:gdLst/>
                <a:ahLst/>
                <a:cxnLst/>
                <a:rect l="l" t="t" r="r" b="b"/>
                <a:pathLst>
                  <a:path w="1843" h="2066" extrusionOk="0">
                    <a:moveTo>
                      <a:pt x="634" y="1"/>
                    </a:moveTo>
                    <a:cubicBezTo>
                      <a:pt x="506" y="1"/>
                      <a:pt x="378" y="44"/>
                      <a:pt x="272" y="132"/>
                    </a:cubicBezTo>
                    <a:cubicBezTo>
                      <a:pt x="37" y="331"/>
                      <a:pt x="1" y="681"/>
                      <a:pt x="194" y="920"/>
                    </a:cubicBezTo>
                    <a:cubicBezTo>
                      <a:pt x="354" y="1113"/>
                      <a:pt x="487" y="1327"/>
                      <a:pt x="593" y="1557"/>
                    </a:cubicBezTo>
                    <a:cubicBezTo>
                      <a:pt x="626" y="1626"/>
                      <a:pt x="662" y="1696"/>
                      <a:pt x="698" y="1765"/>
                    </a:cubicBezTo>
                    <a:cubicBezTo>
                      <a:pt x="798" y="1957"/>
                      <a:pt x="993" y="2065"/>
                      <a:pt x="1195" y="2065"/>
                    </a:cubicBezTo>
                    <a:cubicBezTo>
                      <a:pt x="1285" y="2065"/>
                      <a:pt x="1377" y="2044"/>
                      <a:pt x="1462" y="1998"/>
                    </a:cubicBezTo>
                    <a:cubicBezTo>
                      <a:pt x="1740" y="1853"/>
                      <a:pt x="1843" y="1509"/>
                      <a:pt x="1698" y="1234"/>
                    </a:cubicBezTo>
                    <a:cubicBezTo>
                      <a:pt x="1670" y="1183"/>
                      <a:pt x="1643" y="1131"/>
                      <a:pt x="1622" y="1083"/>
                    </a:cubicBezTo>
                    <a:cubicBezTo>
                      <a:pt x="1474" y="763"/>
                      <a:pt x="1287" y="464"/>
                      <a:pt x="1061" y="195"/>
                    </a:cubicBezTo>
                    <a:cubicBezTo>
                      <a:pt x="949" y="67"/>
                      <a:pt x="792" y="1"/>
                      <a:pt x="63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9" name="Google Shape;11349;p63"/>
              <p:cNvSpPr/>
              <p:nvPr/>
            </p:nvSpPr>
            <p:spPr>
              <a:xfrm>
                <a:off x="2158650" y="2216775"/>
                <a:ext cx="47275" cy="51425"/>
              </a:xfrm>
              <a:custGeom>
                <a:avLst/>
                <a:gdLst/>
                <a:ahLst/>
                <a:cxnLst/>
                <a:rect l="l" t="t" r="r" b="b"/>
                <a:pathLst>
                  <a:path w="1891" h="2057" extrusionOk="0">
                    <a:moveTo>
                      <a:pt x="1264" y="1"/>
                    </a:moveTo>
                    <a:cubicBezTo>
                      <a:pt x="1109" y="1"/>
                      <a:pt x="955" y="63"/>
                      <a:pt x="843" y="187"/>
                    </a:cubicBezTo>
                    <a:lnTo>
                      <a:pt x="846" y="184"/>
                    </a:lnTo>
                    <a:lnTo>
                      <a:pt x="846" y="184"/>
                    </a:lnTo>
                    <a:cubicBezTo>
                      <a:pt x="547" y="498"/>
                      <a:pt x="305" y="860"/>
                      <a:pt x="130" y="1256"/>
                    </a:cubicBezTo>
                    <a:cubicBezTo>
                      <a:pt x="0" y="1543"/>
                      <a:pt x="127" y="1878"/>
                      <a:pt x="414" y="2005"/>
                    </a:cubicBezTo>
                    <a:cubicBezTo>
                      <a:pt x="486" y="2038"/>
                      <a:pt x="565" y="2056"/>
                      <a:pt x="643" y="2056"/>
                    </a:cubicBezTo>
                    <a:cubicBezTo>
                      <a:pt x="867" y="2056"/>
                      <a:pt x="1069" y="1923"/>
                      <a:pt x="1163" y="1721"/>
                    </a:cubicBezTo>
                    <a:cubicBezTo>
                      <a:pt x="1286" y="1443"/>
                      <a:pt x="1455" y="1187"/>
                      <a:pt x="1664" y="966"/>
                    </a:cubicBezTo>
                    <a:cubicBezTo>
                      <a:pt x="1890" y="740"/>
                      <a:pt x="1884" y="374"/>
                      <a:pt x="1655" y="157"/>
                    </a:cubicBezTo>
                    <a:cubicBezTo>
                      <a:pt x="1544" y="52"/>
                      <a:pt x="1404" y="1"/>
                      <a:pt x="126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0" name="Google Shape;11350;p63"/>
              <p:cNvSpPr/>
              <p:nvPr/>
            </p:nvSpPr>
            <p:spPr>
              <a:xfrm>
                <a:off x="2426475" y="2255725"/>
                <a:ext cx="55875" cy="46900"/>
              </a:xfrm>
              <a:custGeom>
                <a:avLst/>
                <a:gdLst/>
                <a:ahLst/>
                <a:cxnLst/>
                <a:rect l="l" t="t" r="r" b="b"/>
                <a:pathLst>
                  <a:path w="2235" h="1876" extrusionOk="0">
                    <a:moveTo>
                      <a:pt x="1592" y="1"/>
                    </a:moveTo>
                    <a:cubicBezTo>
                      <a:pt x="1423" y="1"/>
                      <a:pt x="1257" y="76"/>
                      <a:pt x="1144" y="220"/>
                    </a:cubicBezTo>
                    <a:cubicBezTo>
                      <a:pt x="960" y="462"/>
                      <a:pt x="734" y="667"/>
                      <a:pt x="477" y="830"/>
                    </a:cubicBezTo>
                    <a:cubicBezTo>
                      <a:pt x="0" y="1135"/>
                      <a:pt x="218" y="1875"/>
                      <a:pt x="782" y="1875"/>
                    </a:cubicBezTo>
                    <a:cubicBezTo>
                      <a:pt x="891" y="1875"/>
                      <a:pt x="997" y="1845"/>
                      <a:pt x="1087" y="1784"/>
                    </a:cubicBezTo>
                    <a:cubicBezTo>
                      <a:pt x="1452" y="1552"/>
                      <a:pt x="1776" y="1256"/>
                      <a:pt x="2041" y="912"/>
                    </a:cubicBezTo>
                    <a:cubicBezTo>
                      <a:pt x="2234" y="667"/>
                      <a:pt x="2186" y="311"/>
                      <a:pt x="1939" y="121"/>
                    </a:cubicBezTo>
                    <a:cubicBezTo>
                      <a:pt x="1835" y="40"/>
                      <a:pt x="1713" y="1"/>
                      <a:pt x="15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1" name="Google Shape;11351;p63"/>
              <p:cNvSpPr/>
              <p:nvPr/>
            </p:nvSpPr>
            <p:spPr>
              <a:xfrm>
                <a:off x="2473050" y="2192325"/>
                <a:ext cx="37000" cy="41500"/>
              </a:xfrm>
              <a:custGeom>
                <a:avLst/>
                <a:gdLst/>
                <a:ahLst/>
                <a:cxnLst/>
                <a:rect l="l" t="t" r="r" b="b"/>
                <a:pathLst>
                  <a:path w="1480" h="1660" extrusionOk="0">
                    <a:moveTo>
                      <a:pt x="838" y="0"/>
                    </a:moveTo>
                    <a:cubicBezTo>
                      <a:pt x="609" y="0"/>
                      <a:pt x="393" y="140"/>
                      <a:pt x="308" y="368"/>
                    </a:cubicBezTo>
                    <a:lnTo>
                      <a:pt x="109" y="896"/>
                    </a:lnTo>
                    <a:cubicBezTo>
                      <a:pt x="0" y="1189"/>
                      <a:pt x="148" y="1515"/>
                      <a:pt x="441" y="1624"/>
                    </a:cubicBezTo>
                    <a:cubicBezTo>
                      <a:pt x="506" y="1648"/>
                      <a:pt x="573" y="1660"/>
                      <a:pt x="639" y="1660"/>
                    </a:cubicBezTo>
                    <a:cubicBezTo>
                      <a:pt x="868" y="1660"/>
                      <a:pt x="1084" y="1520"/>
                      <a:pt x="1169" y="1292"/>
                    </a:cubicBezTo>
                    <a:lnTo>
                      <a:pt x="1368" y="764"/>
                    </a:lnTo>
                    <a:cubicBezTo>
                      <a:pt x="1480" y="471"/>
                      <a:pt x="1329" y="145"/>
                      <a:pt x="1036" y="36"/>
                    </a:cubicBezTo>
                    <a:cubicBezTo>
                      <a:pt x="971" y="12"/>
                      <a:pt x="904" y="0"/>
                      <a:pt x="83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sp>
        <p:nvSpPr>
          <p:cNvPr id="24" name="Google Shape;1855;p24"/>
          <p:cNvSpPr txBox="1">
            <a:spLocks/>
          </p:cNvSpPr>
          <p:nvPr/>
        </p:nvSpPr>
        <p:spPr>
          <a:xfrm>
            <a:off x="1156497" y="1659085"/>
            <a:ext cx="6885203" cy="596887"/>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just"/>
            <a:r>
              <a:rPr lang="en-US" sz="1600">
                <a:solidFill>
                  <a:schemeClr val="bg1">
                    <a:lumMod val="50000"/>
                  </a:schemeClr>
                </a:solidFill>
                <a:latin typeface="Arial" panose="020B0604020202020204" pitchFamily="34" charset="0"/>
                <a:cs typeface="Arial" panose="020B0604020202020204" pitchFamily="34" charset="0"/>
              </a:rPr>
              <a:t>Được </a:t>
            </a:r>
            <a:r>
              <a:rPr lang="vi-VN" sz="1600">
                <a:solidFill>
                  <a:schemeClr val="bg1">
                    <a:lumMod val="50000"/>
                  </a:schemeClr>
                </a:solidFill>
                <a:latin typeface="Arial" panose="020B0604020202020204" pitchFamily="34" charset="0"/>
                <a:cs typeface="Arial" panose="020B0604020202020204" pitchFamily="34" charset="0"/>
              </a:rPr>
              <a:t>sử dụng để dự đoán tọa độ của các điểm trên đường </a:t>
            </a:r>
            <a:r>
              <a:rPr lang="en-US" sz="1600">
                <a:solidFill>
                  <a:schemeClr val="bg1">
                    <a:lumMod val="50000"/>
                  </a:schemeClr>
                </a:solidFill>
                <a:latin typeface="Arial" panose="020B0604020202020204" pitchFamily="34" charset="0"/>
                <a:cs typeface="Arial" panose="020B0604020202020204" pitchFamily="34" charset="0"/>
              </a:rPr>
              <a:t>từ</a:t>
            </a:r>
            <a:r>
              <a:rPr lang="vi-VN" sz="1600">
                <a:solidFill>
                  <a:schemeClr val="bg1">
                    <a:lumMod val="50000"/>
                  </a:schemeClr>
                </a:solidFill>
                <a:latin typeface="Arial" panose="020B0604020202020204" pitchFamily="34" charset="0"/>
                <a:cs typeface="Arial" panose="020B0604020202020204" pitchFamily="34" charset="0"/>
              </a:rPr>
              <a:t> các hình ảnh mới</a:t>
            </a:r>
            <a:r>
              <a:rPr lang="en-US" sz="1600">
                <a:solidFill>
                  <a:schemeClr val="bg1">
                    <a:lumMod val="50000"/>
                  </a:schemeClr>
                </a:solidFill>
                <a:latin typeface="Arial" panose="020B0604020202020204" pitchFamily="34" charset="0"/>
                <a:cs typeface="Arial" panose="020B0604020202020204" pitchFamily="34" charset="0"/>
              </a:rPr>
              <a:t> dựa trên các hình ảnh làn đường và tọa độ điểm đã được đào tạo.</a:t>
            </a:r>
          </a:p>
        </p:txBody>
      </p:sp>
      <p:grpSp>
        <p:nvGrpSpPr>
          <p:cNvPr id="27" name="Group 26"/>
          <p:cNvGrpSpPr/>
          <p:nvPr/>
        </p:nvGrpSpPr>
        <p:grpSpPr>
          <a:xfrm>
            <a:off x="2194296" y="433071"/>
            <a:ext cx="3930733" cy="343445"/>
            <a:chOff x="2194296" y="433071"/>
            <a:chExt cx="3930733" cy="343445"/>
          </a:xfrm>
        </p:grpSpPr>
        <p:sp>
          <p:nvSpPr>
            <p:cNvPr id="28" name="Parallelogram 27"/>
            <p:cNvSpPr/>
            <p:nvPr/>
          </p:nvSpPr>
          <p:spPr>
            <a:xfrm>
              <a:off x="2194296" y="433071"/>
              <a:ext cx="3930733" cy="343444"/>
            </a:xfrm>
            <a:prstGeom prst="parallelogram">
              <a:avLst>
                <a:gd name="adj" fmla="val 9962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Google Shape;1856;p24"/>
            <p:cNvSpPr txBox="1">
              <a:spLocks/>
            </p:cNvSpPr>
            <p:nvPr/>
          </p:nvSpPr>
          <p:spPr>
            <a:xfrm>
              <a:off x="2532743" y="433072"/>
              <a:ext cx="3169969" cy="3434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2000" b="1">
                  <a:solidFill>
                    <a:schemeClr val="tx1"/>
                  </a:solidFill>
                  <a:latin typeface="Arial" panose="020B0604020202020204" pitchFamily="34" charset="0"/>
                  <a:cs typeface="Arial" panose="020B0604020202020204" pitchFamily="34" charset="0"/>
                </a:rPr>
                <a:t>PHÂN TÍCH THIẾT KẾ</a:t>
              </a:r>
            </a:p>
          </p:txBody>
        </p:sp>
      </p:grpSp>
      <p:sp>
        <p:nvSpPr>
          <p:cNvPr id="25" name="TextBox 24"/>
          <p:cNvSpPr txBox="1"/>
          <p:nvPr/>
        </p:nvSpPr>
        <p:spPr>
          <a:xfrm>
            <a:off x="8723086" y="4702628"/>
            <a:ext cx="284052" cy="307777"/>
          </a:xfrm>
          <a:prstGeom prst="rect">
            <a:avLst/>
          </a:prstGeom>
          <a:noFill/>
        </p:spPr>
        <p:txBody>
          <a:bodyPr wrap="none" rtlCol="0">
            <a:spAutoFit/>
          </a:bodyPr>
          <a:lstStyle/>
          <a:p>
            <a:fld id="{3B13CC22-955F-4C18-B43E-F8F0DA7FF5AB}" type="slidenum">
              <a:rPr lang="en-US" smtClean="0"/>
              <a:t>12</a:t>
            </a:fld>
            <a:endParaRPr lang="en-US"/>
          </a:p>
        </p:txBody>
      </p:sp>
      <p:sp>
        <p:nvSpPr>
          <p:cNvPr id="2" name="Google Shape;1855;p24">
            <a:extLst>
              <a:ext uri="{FF2B5EF4-FFF2-40B4-BE49-F238E27FC236}">
                <a16:creationId xmlns:a16="http://schemas.microsoft.com/office/drawing/2014/main" id="{9B5E2261-060C-CEC3-D8EF-EBBA1FD15318}"/>
              </a:ext>
            </a:extLst>
          </p:cNvPr>
          <p:cNvSpPr txBox="1">
            <a:spLocks/>
          </p:cNvSpPr>
          <p:nvPr/>
        </p:nvSpPr>
        <p:spPr>
          <a:xfrm>
            <a:off x="1469085" y="2934358"/>
            <a:ext cx="7144203" cy="32763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altLang="en-GB" sz="1800">
                <a:solidFill>
                  <a:schemeClr val="bg1">
                    <a:lumMod val="50000"/>
                  </a:schemeClr>
                </a:solidFill>
                <a:latin typeface="+mn-lt"/>
                <a:cs typeface="+mn-lt"/>
              </a:rPr>
              <a:t>CONVOLUTIONAL NEURAL NETWORK CHO BÀI TOÁN PHÂN LỚP</a:t>
            </a:r>
          </a:p>
        </p:txBody>
      </p:sp>
      <p:grpSp>
        <p:nvGrpSpPr>
          <p:cNvPr id="40" name="Group 39">
            <a:extLst>
              <a:ext uri="{FF2B5EF4-FFF2-40B4-BE49-F238E27FC236}">
                <a16:creationId xmlns:a16="http://schemas.microsoft.com/office/drawing/2014/main" id="{36A71233-4834-FE67-04CC-5DC40C713DB3}"/>
              </a:ext>
            </a:extLst>
          </p:cNvPr>
          <p:cNvGrpSpPr/>
          <p:nvPr/>
        </p:nvGrpSpPr>
        <p:grpSpPr>
          <a:xfrm>
            <a:off x="1421783" y="3221541"/>
            <a:ext cx="7201325" cy="95191"/>
            <a:chOff x="257501" y="3013638"/>
            <a:chExt cx="7201325" cy="95191"/>
          </a:xfrm>
        </p:grpSpPr>
        <p:cxnSp>
          <p:nvCxnSpPr>
            <p:cNvPr id="6" name="Straight Connector 5">
              <a:extLst>
                <a:ext uri="{FF2B5EF4-FFF2-40B4-BE49-F238E27FC236}">
                  <a16:creationId xmlns:a16="http://schemas.microsoft.com/office/drawing/2014/main" id="{875DD46E-8930-6AC5-CECC-3A2967289809}"/>
                </a:ext>
              </a:extLst>
            </p:cNvPr>
            <p:cNvCxnSpPr/>
            <p:nvPr/>
          </p:nvCxnSpPr>
          <p:spPr>
            <a:xfrm flipH="1">
              <a:off x="314624" y="3054090"/>
              <a:ext cx="7144202" cy="7257"/>
            </a:xfrm>
            <a:prstGeom prst="line">
              <a:avLst/>
            </a:prstGeom>
          </p:spPr>
          <p:style>
            <a:lnRef idx="2">
              <a:schemeClr val="accent3"/>
            </a:lnRef>
            <a:fillRef idx="0">
              <a:schemeClr val="accent3"/>
            </a:fillRef>
            <a:effectRef idx="1">
              <a:schemeClr val="accent3"/>
            </a:effectRef>
            <a:fontRef idx="minor">
              <a:schemeClr val="tx1"/>
            </a:fontRef>
          </p:style>
        </p:cxnSp>
        <p:sp>
          <p:nvSpPr>
            <p:cNvPr id="7" name="Google Shape;10105;p59">
              <a:extLst>
                <a:ext uri="{FF2B5EF4-FFF2-40B4-BE49-F238E27FC236}">
                  <a16:creationId xmlns:a16="http://schemas.microsoft.com/office/drawing/2014/main" id="{D0655641-2691-0FF8-F410-745F5FD8D603}"/>
                </a:ext>
              </a:extLst>
            </p:cNvPr>
            <p:cNvSpPr/>
            <p:nvPr/>
          </p:nvSpPr>
          <p:spPr>
            <a:xfrm>
              <a:off x="257501" y="3013638"/>
              <a:ext cx="99071" cy="95191"/>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 name="Snip Single Corner Rectangle 61">
            <a:extLst>
              <a:ext uri="{FF2B5EF4-FFF2-40B4-BE49-F238E27FC236}">
                <a16:creationId xmlns:a16="http://schemas.microsoft.com/office/drawing/2014/main" id="{59E0902F-BE7E-A9B9-A9C5-271792BFBC67}"/>
              </a:ext>
            </a:extLst>
          </p:cNvPr>
          <p:cNvSpPr/>
          <p:nvPr/>
        </p:nvSpPr>
        <p:spPr>
          <a:xfrm flipH="1">
            <a:off x="946701" y="3508756"/>
            <a:ext cx="7606471" cy="654000"/>
          </a:xfrm>
          <a:prstGeom prst="snip1Rect">
            <a:avLst/>
          </a:prstGeom>
          <a:noFill/>
          <a:ln w="3175">
            <a:solidFill>
              <a:schemeClr val="accent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Google Shape;1855;p24">
            <a:extLst>
              <a:ext uri="{FF2B5EF4-FFF2-40B4-BE49-F238E27FC236}">
                <a16:creationId xmlns:a16="http://schemas.microsoft.com/office/drawing/2014/main" id="{54256324-8ED3-8DC9-050F-A5D42187C6B7}"/>
              </a:ext>
            </a:extLst>
          </p:cNvPr>
          <p:cNvSpPr txBox="1">
            <a:spLocks/>
          </p:cNvSpPr>
          <p:nvPr/>
        </p:nvSpPr>
        <p:spPr>
          <a:xfrm>
            <a:off x="1068146" y="3598268"/>
            <a:ext cx="6973554" cy="482293"/>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just"/>
            <a:r>
              <a:rPr lang="en-US" sz="1600">
                <a:solidFill>
                  <a:schemeClr val="bg1">
                    <a:lumMod val="50000"/>
                  </a:schemeClr>
                </a:solidFill>
                <a:latin typeface="Arial" panose="020B0604020202020204" pitchFamily="34" charset="0"/>
                <a:cs typeface="Arial" panose="020B0604020202020204" pitchFamily="34" charset="0"/>
              </a:rPr>
              <a:t>Phân loại </a:t>
            </a:r>
            <a:r>
              <a:rPr lang="vi-VN" sz="1600">
                <a:solidFill>
                  <a:schemeClr val="bg1">
                    <a:lumMod val="50000"/>
                  </a:schemeClr>
                </a:solidFill>
                <a:latin typeface="Arial" panose="020B0604020202020204" pitchFamily="34" charset="0"/>
                <a:cs typeface="Arial" panose="020B0604020202020204" pitchFamily="34" charset="0"/>
              </a:rPr>
              <a:t>hình ảnh của hai lớp vật cản và khoảng trống với bài toán tránh vật cản và hai lớp đèn xanh</a:t>
            </a:r>
            <a:r>
              <a:rPr lang="en-US" sz="1600">
                <a:solidFill>
                  <a:schemeClr val="bg1">
                    <a:lumMod val="50000"/>
                  </a:schemeClr>
                </a:solidFill>
                <a:latin typeface="Arial" panose="020B0604020202020204" pitchFamily="34" charset="0"/>
                <a:cs typeface="Arial" panose="020B0604020202020204" pitchFamily="34" charset="0"/>
              </a:rPr>
              <a:t>, </a:t>
            </a:r>
            <a:r>
              <a:rPr lang="vi-VN" sz="1600">
                <a:solidFill>
                  <a:schemeClr val="bg1">
                    <a:lumMod val="50000"/>
                  </a:schemeClr>
                </a:solidFill>
                <a:latin typeface="Arial" panose="020B0604020202020204" pitchFamily="34" charset="0"/>
                <a:cs typeface="Arial" panose="020B0604020202020204" pitchFamily="34" charset="0"/>
              </a:rPr>
              <a:t>đèn đỏ đối với bài toán phân loại đèn giao thông.</a:t>
            </a:r>
            <a:endParaRPr lang="en-US" sz="1600">
              <a:solidFill>
                <a:schemeClr val="bg1">
                  <a:lumMod val="50000"/>
                </a:schemeClr>
              </a:solidFill>
              <a:latin typeface="Arial" panose="020B0604020202020204" pitchFamily="34" charset="0"/>
              <a:cs typeface="Arial" panose="020B0604020202020204" pitchFamily="34" charset="0"/>
            </a:endParaRPr>
          </a:p>
        </p:txBody>
      </p:sp>
      <p:grpSp>
        <p:nvGrpSpPr>
          <p:cNvPr id="42" name="Group 41">
            <a:extLst>
              <a:ext uri="{FF2B5EF4-FFF2-40B4-BE49-F238E27FC236}">
                <a16:creationId xmlns:a16="http://schemas.microsoft.com/office/drawing/2014/main" id="{9E97A7CF-0E1D-926F-A491-B71283B0C148}"/>
              </a:ext>
            </a:extLst>
          </p:cNvPr>
          <p:cNvGrpSpPr/>
          <p:nvPr/>
        </p:nvGrpSpPr>
        <p:grpSpPr>
          <a:xfrm>
            <a:off x="8027617" y="3380431"/>
            <a:ext cx="790759" cy="789582"/>
            <a:chOff x="8118105" y="3166124"/>
            <a:chExt cx="790759" cy="789582"/>
          </a:xfrm>
        </p:grpSpPr>
        <p:sp>
          <p:nvSpPr>
            <p:cNvPr id="9" name="Regular Pentagon 62">
              <a:extLst>
                <a:ext uri="{FF2B5EF4-FFF2-40B4-BE49-F238E27FC236}">
                  <a16:creationId xmlns:a16="http://schemas.microsoft.com/office/drawing/2014/main" id="{5DB14AF7-3119-F26E-A6F6-6D54EEA0F26F}"/>
                </a:ext>
              </a:extLst>
            </p:cNvPr>
            <p:cNvSpPr/>
            <p:nvPr/>
          </p:nvSpPr>
          <p:spPr>
            <a:xfrm>
              <a:off x="8118105" y="3166124"/>
              <a:ext cx="790759" cy="789582"/>
            </a:xfrm>
            <a:prstGeom prst="pentagon">
              <a:avLst/>
            </a:prstGeom>
            <a:solidFill>
              <a:schemeClr val="tx2">
                <a:lumMod val="20000"/>
                <a:lumOff val="80000"/>
              </a:schemeClr>
            </a:solidFill>
            <a:ln>
              <a:noFill/>
            </a:ln>
            <a:effectLst>
              <a:outerShdw blurRad="50800" dist="38100" dir="5400000" algn="t" rotWithShape="0">
                <a:prstClr val="black">
                  <a:alpha val="4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oogle Shape;10734;p61">
              <a:extLst>
                <a:ext uri="{FF2B5EF4-FFF2-40B4-BE49-F238E27FC236}">
                  <a16:creationId xmlns:a16="http://schemas.microsoft.com/office/drawing/2014/main" id="{A6F581DD-2D5E-9D49-9591-D6157231DB3F}"/>
                </a:ext>
              </a:extLst>
            </p:cNvPr>
            <p:cNvGrpSpPr/>
            <p:nvPr/>
          </p:nvGrpSpPr>
          <p:grpSpPr>
            <a:xfrm>
              <a:off x="8261670" y="3336098"/>
              <a:ext cx="538101" cy="530156"/>
              <a:chOff x="951975" y="315800"/>
              <a:chExt cx="5860325" cy="4933550"/>
            </a:xfrm>
            <a:solidFill>
              <a:schemeClr val="bg2">
                <a:lumMod val="40000"/>
                <a:lumOff val="60000"/>
              </a:schemeClr>
            </a:solidFill>
            <a:effectLst>
              <a:outerShdw blurRad="50800" dist="38100" dir="5400000" algn="t" rotWithShape="0">
                <a:prstClr val="black">
                  <a:alpha val="40000"/>
                </a:prstClr>
              </a:outerShdw>
            </a:effectLst>
          </p:grpSpPr>
          <p:sp>
            <p:nvSpPr>
              <p:cNvPr id="32" name="Google Shape;10735;p61">
                <a:extLst>
                  <a:ext uri="{FF2B5EF4-FFF2-40B4-BE49-F238E27FC236}">
                    <a16:creationId xmlns:a16="http://schemas.microsoft.com/office/drawing/2014/main" id="{A8571D35-F638-BC2F-AEEA-3019A3F44928}"/>
                  </a:ext>
                </a:extLst>
              </p:cNvPr>
              <p:cNvSpPr/>
              <p:nvPr/>
            </p:nvSpPr>
            <p:spPr>
              <a:xfrm>
                <a:off x="6501500" y="3684025"/>
                <a:ext cx="310800" cy="261200"/>
              </a:xfrm>
              <a:custGeom>
                <a:avLst/>
                <a:gdLst/>
                <a:ahLst/>
                <a:cxnLst/>
                <a:rect l="l" t="t" r="r" b="b"/>
                <a:pathLst>
                  <a:path w="12432" h="10448" extrusionOk="0">
                    <a:moveTo>
                      <a:pt x="4963" y="0"/>
                    </a:moveTo>
                    <a:cubicBezTo>
                      <a:pt x="2239" y="0"/>
                      <a:pt x="0" y="2356"/>
                      <a:pt x="0" y="5120"/>
                    </a:cubicBezTo>
                    <a:cubicBezTo>
                      <a:pt x="0" y="8227"/>
                      <a:pt x="2220" y="10447"/>
                      <a:pt x="5328" y="10447"/>
                    </a:cubicBezTo>
                    <a:cubicBezTo>
                      <a:pt x="9989" y="10447"/>
                      <a:pt x="12431" y="4898"/>
                      <a:pt x="8879" y="1568"/>
                    </a:cubicBezTo>
                    <a:cubicBezTo>
                      <a:pt x="7991" y="458"/>
                      <a:pt x="6660" y="14"/>
                      <a:pt x="5328" y="14"/>
                    </a:cubicBezTo>
                    <a:cubicBezTo>
                      <a:pt x="5205" y="5"/>
                      <a:pt x="5084" y="0"/>
                      <a:pt x="4963" y="0"/>
                    </a:cubicBezTo>
                    <a:close/>
                  </a:path>
                </a:pathLst>
              </a:custGeom>
              <a:grpFill/>
              <a:ln w="19050" cap="flat"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0736;p61">
                <a:extLst>
                  <a:ext uri="{FF2B5EF4-FFF2-40B4-BE49-F238E27FC236}">
                    <a16:creationId xmlns:a16="http://schemas.microsoft.com/office/drawing/2014/main" id="{F9E194C0-9630-43D4-79D0-46CDCCC3136C}"/>
                  </a:ext>
                </a:extLst>
              </p:cNvPr>
              <p:cNvSpPr/>
              <p:nvPr/>
            </p:nvSpPr>
            <p:spPr>
              <a:xfrm>
                <a:off x="6501500" y="2945200"/>
                <a:ext cx="310800" cy="261925"/>
              </a:xfrm>
              <a:custGeom>
                <a:avLst/>
                <a:gdLst/>
                <a:ahLst/>
                <a:cxnLst/>
                <a:rect l="l" t="t" r="r" b="b"/>
                <a:pathLst>
                  <a:path w="12432" h="10477" extrusionOk="0">
                    <a:moveTo>
                      <a:pt x="5852" y="1"/>
                    </a:moveTo>
                    <a:cubicBezTo>
                      <a:pt x="5678" y="1"/>
                      <a:pt x="5503" y="15"/>
                      <a:pt x="5328" y="44"/>
                    </a:cubicBezTo>
                    <a:cubicBezTo>
                      <a:pt x="5205" y="34"/>
                      <a:pt x="5084" y="30"/>
                      <a:pt x="4963" y="30"/>
                    </a:cubicBezTo>
                    <a:cubicBezTo>
                      <a:pt x="2239" y="30"/>
                      <a:pt x="0" y="2386"/>
                      <a:pt x="0" y="5149"/>
                    </a:cubicBezTo>
                    <a:cubicBezTo>
                      <a:pt x="0" y="8035"/>
                      <a:pt x="2220" y="10477"/>
                      <a:pt x="5328" y="10477"/>
                    </a:cubicBezTo>
                    <a:cubicBezTo>
                      <a:pt x="9989" y="10477"/>
                      <a:pt x="12431" y="4705"/>
                      <a:pt x="8879" y="1376"/>
                    </a:cubicBezTo>
                    <a:cubicBezTo>
                      <a:pt x="8108" y="604"/>
                      <a:pt x="7002" y="1"/>
                      <a:pt x="5852" y="1"/>
                    </a:cubicBezTo>
                    <a:close/>
                  </a:path>
                </a:pathLst>
              </a:custGeom>
              <a:grpFill/>
              <a:ln w="19050" cap="flat"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0737;p61">
                <a:extLst>
                  <a:ext uri="{FF2B5EF4-FFF2-40B4-BE49-F238E27FC236}">
                    <a16:creationId xmlns:a16="http://schemas.microsoft.com/office/drawing/2014/main" id="{990A9A1D-BFAA-7B43-5E6E-AFA43822911F}"/>
                  </a:ext>
                </a:extLst>
              </p:cNvPr>
              <p:cNvSpPr/>
              <p:nvPr/>
            </p:nvSpPr>
            <p:spPr>
              <a:xfrm>
                <a:off x="6501500" y="2202650"/>
                <a:ext cx="310800" cy="266400"/>
              </a:xfrm>
              <a:custGeom>
                <a:avLst/>
                <a:gdLst/>
                <a:ahLst/>
                <a:cxnLst/>
                <a:rect l="l" t="t" r="r" b="b"/>
                <a:pathLst>
                  <a:path w="12432" h="10656" extrusionOk="0">
                    <a:moveTo>
                      <a:pt x="5328" y="0"/>
                    </a:moveTo>
                    <a:cubicBezTo>
                      <a:pt x="2442" y="0"/>
                      <a:pt x="0" y="2442"/>
                      <a:pt x="0" y="5328"/>
                    </a:cubicBezTo>
                    <a:cubicBezTo>
                      <a:pt x="0" y="8214"/>
                      <a:pt x="2220" y="10655"/>
                      <a:pt x="5328" y="10655"/>
                    </a:cubicBezTo>
                    <a:cubicBezTo>
                      <a:pt x="9989" y="10655"/>
                      <a:pt x="12431" y="4884"/>
                      <a:pt x="8879" y="1554"/>
                    </a:cubicBezTo>
                    <a:cubicBezTo>
                      <a:pt x="7991" y="444"/>
                      <a:pt x="6660" y="0"/>
                      <a:pt x="5328" y="0"/>
                    </a:cubicBezTo>
                    <a:close/>
                  </a:path>
                </a:pathLst>
              </a:custGeom>
              <a:grpFill/>
              <a:ln w="19050" cap="flat"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0738;p61">
                <a:extLst>
                  <a:ext uri="{FF2B5EF4-FFF2-40B4-BE49-F238E27FC236}">
                    <a16:creationId xmlns:a16="http://schemas.microsoft.com/office/drawing/2014/main" id="{F2986B6C-DE8D-83B4-69EE-68CA035FBD88}"/>
                  </a:ext>
                </a:extLst>
              </p:cNvPr>
              <p:cNvSpPr/>
              <p:nvPr/>
            </p:nvSpPr>
            <p:spPr>
              <a:xfrm>
                <a:off x="951975" y="3495675"/>
                <a:ext cx="5460750" cy="1753675"/>
              </a:xfrm>
              <a:custGeom>
                <a:avLst/>
                <a:gdLst/>
                <a:ahLst/>
                <a:cxnLst/>
                <a:rect l="l" t="t" r="r" b="b"/>
                <a:pathLst>
                  <a:path w="218430" h="70147" fill="none" extrusionOk="0">
                    <a:moveTo>
                      <a:pt x="29746" y="1"/>
                    </a:moveTo>
                    <a:lnTo>
                      <a:pt x="0" y="14430"/>
                    </a:lnTo>
                    <a:lnTo>
                      <a:pt x="109215" y="70147"/>
                    </a:lnTo>
                    <a:lnTo>
                      <a:pt x="218429" y="14430"/>
                    </a:lnTo>
                    <a:lnTo>
                      <a:pt x="188684" y="1"/>
                    </a:lnTo>
                    <a:lnTo>
                      <a:pt x="109215" y="40623"/>
                    </a:lnTo>
                    <a:close/>
                  </a:path>
                </a:pathLst>
              </a:custGeom>
              <a:grpFill/>
              <a:ln w="19050" cap="flat" cmpd="sng">
                <a:solidFill>
                  <a:schemeClr val="tx2">
                    <a:lumMod val="50000"/>
                  </a:schemeClr>
                </a:solidFill>
                <a:prstDash val="solid"/>
                <a:miter lim="2219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0739;p61">
                <a:extLst>
                  <a:ext uri="{FF2B5EF4-FFF2-40B4-BE49-F238E27FC236}">
                    <a16:creationId xmlns:a16="http://schemas.microsoft.com/office/drawing/2014/main" id="{D0EC20A5-EA02-7386-89AD-8AC705273FA3}"/>
                  </a:ext>
                </a:extLst>
              </p:cNvPr>
              <p:cNvSpPr/>
              <p:nvPr/>
            </p:nvSpPr>
            <p:spPr>
              <a:xfrm>
                <a:off x="951975" y="2757600"/>
                <a:ext cx="5460750" cy="1753675"/>
              </a:xfrm>
              <a:custGeom>
                <a:avLst/>
                <a:gdLst/>
                <a:ahLst/>
                <a:cxnLst/>
                <a:rect l="l" t="t" r="r" b="b"/>
                <a:pathLst>
                  <a:path w="218430" h="70147" fill="none" extrusionOk="0">
                    <a:moveTo>
                      <a:pt x="188684" y="0"/>
                    </a:moveTo>
                    <a:lnTo>
                      <a:pt x="158939" y="15095"/>
                    </a:lnTo>
                    <a:lnTo>
                      <a:pt x="109215" y="40623"/>
                    </a:lnTo>
                    <a:lnTo>
                      <a:pt x="59491" y="15095"/>
                    </a:lnTo>
                    <a:lnTo>
                      <a:pt x="29746" y="0"/>
                    </a:lnTo>
                    <a:lnTo>
                      <a:pt x="0" y="14429"/>
                    </a:lnTo>
                    <a:lnTo>
                      <a:pt x="29746" y="29524"/>
                    </a:lnTo>
                    <a:lnTo>
                      <a:pt x="109215" y="70146"/>
                    </a:lnTo>
                    <a:lnTo>
                      <a:pt x="188684" y="29524"/>
                    </a:lnTo>
                    <a:lnTo>
                      <a:pt x="218429" y="14429"/>
                    </a:lnTo>
                    <a:close/>
                  </a:path>
                </a:pathLst>
              </a:custGeom>
              <a:grpFill/>
              <a:ln w="19050" cap="flat" cmpd="sng">
                <a:solidFill>
                  <a:schemeClr val="tx2">
                    <a:lumMod val="50000"/>
                  </a:schemeClr>
                </a:solidFill>
                <a:prstDash val="solid"/>
                <a:miter lim="2219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0740;p61">
                <a:extLst>
                  <a:ext uri="{FF2B5EF4-FFF2-40B4-BE49-F238E27FC236}">
                    <a16:creationId xmlns:a16="http://schemas.microsoft.com/office/drawing/2014/main" id="{C70FE6EB-05C8-E9BA-0BB6-D8070CD84F23}"/>
                  </a:ext>
                </a:extLst>
              </p:cNvPr>
              <p:cNvSpPr/>
              <p:nvPr/>
            </p:nvSpPr>
            <p:spPr>
              <a:xfrm>
                <a:off x="951975" y="2019500"/>
                <a:ext cx="5460750" cy="1753675"/>
              </a:xfrm>
              <a:custGeom>
                <a:avLst/>
                <a:gdLst/>
                <a:ahLst/>
                <a:cxnLst/>
                <a:rect l="l" t="t" r="r" b="b"/>
                <a:pathLst>
                  <a:path w="218430" h="70147" fill="none" extrusionOk="0">
                    <a:moveTo>
                      <a:pt x="188684" y="1"/>
                    </a:moveTo>
                    <a:lnTo>
                      <a:pt x="158939" y="15096"/>
                    </a:lnTo>
                    <a:lnTo>
                      <a:pt x="129193" y="30190"/>
                    </a:lnTo>
                    <a:lnTo>
                      <a:pt x="109215" y="40623"/>
                    </a:lnTo>
                    <a:lnTo>
                      <a:pt x="89237" y="30190"/>
                    </a:lnTo>
                    <a:lnTo>
                      <a:pt x="59491" y="15096"/>
                    </a:lnTo>
                    <a:lnTo>
                      <a:pt x="29746" y="1"/>
                    </a:lnTo>
                    <a:lnTo>
                      <a:pt x="0" y="14208"/>
                    </a:lnTo>
                    <a:lnTo>
                      <a:pt x="29746" y="29524"/>
                    </a:lnTo>
                    <a:lnTo>
                      <a:pt x="59491" y="44619"/>
                    </a:lnTo>
                    <a:lnTo>
                      <a:pt x="109215" y="70147"/>
                    </a:lnTo>
                    <a:lnTo>
                      <a:pt x="158939" y="44619"/>
                    </a:lnTo>
                    <a:lnTo>
                      <a:pt x="188684" y="29524"/>
                    </a:lnTo>
                    <a:lnTo>
                      <a:pt x="218429" y="14208"/>
                    </a:lnTo>
                    <a:close/>
                  </a:path>
                </a:pathLst>
              </a:custGeom>
              <a:grpFill/>
              <a:ln w="19050" cap="flat" cmpd="sng">
                <a:solidFill>
                  <a:schemeClr val="tx2">
                    <a:lumMod val="50000"/>
                  </a:schemeClr>
                </a:solidFill>
                <a:prstDash val="solid"/>
                <a:miter lim="2219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0741;p61">
                <a:extLst>
                  <a:ext uri="{FF2B5EF4-FFF2-40B4-BE49-F238E27FC236}">
                    <a16:creationId xmlns:a16="http://schemas.microsoft.com/office/drawing/2014/main" id="{70DDDB3A-6773-4687-5AD9-136F3A086BF3}"/>
                  </a:ext>
                </a:extLst>
              </p:cNvPr>
              <p:cNvSpPr/>
              <p:nvPr/>
            </p:nvSpPr>
            <p:spPr>
              <a:xfrm>
                <a:off x="951975" y="315800"/>
                <a:ext cx="5460750" cy="2719300"/>
              </a:xfrm>
              <a:custGeom>
                <a:avLst/>
                <a:gdLst/>
                <a:ahLst/>
                <a:cxnLst/>
                <a:rect l="l" t="t" r="r" b="b"/>
                <a:pathLst>
                  <a:path w="218430" h="108772" fill="none" extrusionOk="0">
                    <a:moveTo>
                      <a:pt x="109215" y="1"/>
                    </a:moveTo>
                    <a:lnTo>
                      <a:pt x="0" y="52832"/>
                    </a:lnTo>
                    <a:lnTo>
                      <a:pt x="109215" y="108771"/>
                    </a:lnTo>
                    <a:lnTo>
                      <a:pt x="218429" y="52832"/>
                    </a:lnTo>
                    <a:close/>
                  </a:path>
                </a:pathLst>
              </a:custGeom>
              <a:grpFill/>
              <a:ln w="19050" cap="flat" cmpd="sng">
                <a:solidFill>
                  <a:schemeClr val="tx2">
                    <a:lumMod val="50000"/>
                  </a:schemeClr>
                </a:solidFill>
                <a:prstDash val="solid"/>
                <a:miter lim="2219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0742;p61">
                <a:extLst>
                  <a:ext uri="{FF2B5EF4-FFF2-40B4-BE49-F238E27FC236}">
                    <a16:creationId xmlns:a16="http://schemas.microsoft.com/office/drawing/2014/main" id="{3E3B2038-CF74-679D-45E6-03FCA594CB6C}"/>
                  </a:ext>
                </a:extLst>
              </p:cNvPr>
              <p:cNvSpPr/>
              <p:nvPr/>
            </p:nvSpPr>
            <p:spPr>
              <a:xfrm>
                <a:off x="6501500" y="1464200"/>
                <a:ext cx="310800" cy="261550"/>
              </a:xfrm>
              <a:custGeom>
                <a:avLst/>
                <a:gdLst/>
                <a:ahLst/>
                <a:cxnLst/>
                <a:rect l="l" t="t" r="r" b="b"/>
                <a:pathLst>
                  <a:path w="12432" h="10462" extrusionOk="0">
                    <a:moveTo>
                      <a:pt x="4963" y="1"/>
                    </a:moveTo>
                    <a:cubicBezTo>
                      <a:pt x="2239" y="1"/>
                      <a:pt x="0" y="2357"/>
                      <a:pt x="0" y="5120"/>
                    </a:cubicBezTo>
                    <a:cubicBezTo>
                      <a:pt x="0" y="8097"/>
                      <a:pt x="2036" y="10462"/>
                      <a:pt x="4938" y="10462"/>
                    </a:cubicBezTo>
                    <a:cubicBezTo>
                      <a:pt x="5066" y="10462"/>
                      <a:pt x="5196" y="10457"/>
                      <a:pt x="5328" y="10448"/>
                    </a:cubicBezTo>
                    <a:cubicBezTo>
                      <a:pt x="9989" y="10448"/>
                      <a:pt x="12431" y="4898"/>
                      <a:pt x="8879" y="1569"/>
                    </a:cubicBezTo>
                    <a:cubicBezTo>
                      <a:pt x="7991" y="459"/>
                      <a:pt x="6660" y="15"/>
                      <a:pt x="5328" y="15"/>
                    </a:cubicBezTo>
                    <a:cubicBezTo>
                      <a:pt x="5205" y="5"/>
                      <a:pt x="5084" y="1"/>
                      <a:pt x="4963" y="1"/>
                    </a:cubicBezTo>
                    <a:close/>
                  </a:path>
                </a:pathLst>
              </a:custGeom>
              <a:grpFill/>
              <a:ln w="19050" cap="flat"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3022426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300"/>
                                        <p:tgtEl>
                                          <p:spTgt spid="30"/>
                                        </p:tgtEl>
                                        <p:attrNameLst>
                                          <p:attrName>ppt_x</p:attrName>
                                        </p:attrNameLst>
                                      </p:cBhvr>
                                      <p:tavLst>
                                        <p:tav tm="0">
                                          <p:val>
                                            <p:strVal val="#ppt_x-#ppt_w*1.125000"/>
                                          </p:val>
                                        </p:tav>
                                        <p:tav tm="100000">
                                          <p:val>
                                            <p:strVal val="#ppt_x"/>
                                          </p:val>
                                        </p:tav>
                                      </p:tavLst>
                                    </p:anim>
                                    <p:animEffect transition="in" filter="wipe(right)">
                                      <p:cBhvr>
                                        <p:cTn id="8" dur="300"/>
                                        <p:tgtEl>
                                          <p:spTgt spid="30"/>
                                        </p:tgtEl>
                                      </p:cBhvr>
                                    </p:animEffect>
                                  </p:childTnLst>
                                </p:cTn>
                              </p:par>
                              <p:par>
                                <p:cTn id="9" presetID="12" presetClass="entr" presetSubtype="2" fill="hold" nodeType="withEffect">
                                  <p:stCondLst>
                                    <p:cond delay="0"/>
                                  </p:stCondLst>
                                  <p:childTnLst>
                                    <p:set>
                                      <p:cBhvr>
                                        <p:cTn id="10" dur="1" fill="hold">
                                          <p:stCondLst>
                                            <p:cond delay="0"/>
                                          </p:stCondLst>
                                        </p:cTn>
                                        <p:tgtEl>
                                          <p:spTgt spid="40"/>
                                        </p:tgtEl>
                                        <p:attrNameLst>
                                          <p:attrName>style.visibility</p:attrName>
                                        </p:attrNameLst>
                                      </p:cBhvr>
                                      <p:to>
                                        <p:strVal val="visible"/>
                                      </p:to>
                                    </p:set>
                                    <p:anim calcmode="lin" valueType="num">
                                      <p:cBhvr additive="base">
                                        <p:cTn id="11" dur="500"/>
                                        <p:tgtEl>
                                          <p:spTgt spid="40"/>
                                        </p:tgtEl>
                                        <p:attrNameLst>
                                          <p:attrName>ppt_x</p:attrName>
                                        </p:attrNameLst>
                                      </p:cBhvr>
                                      <p:tavLst>
                                        <p:tav tm="0">
                                          <p:val>
                                            <p:strVal val="#ppt_x+#ppt_w*1.125000"/>
                                          </p:val>
                                        </p:tav>
                                        <p:tav tm="100000">
                                          <p:val>
                                            <p:strVal val="#ppt_x"/>
                                          </p:val>
                                        </p:tav>
                                      </p:tavLst>
                                    </p:anim>
                                    <p:animEffect transition="in" filter="wipe(left)">
                                      <p:cBhvr>
                                        <p:cTn id="12" dur="500"/>
                                        <p:tgtEl>
                                          <p:spTgt spid="40"/>
                                        </p:tgtEl>
                                      </p:cBhvr>
                                    </p:animEffect>
                                  </p:childTnLst>
                                </p:cTn>
                              </p:par>
                            </p:childTnLst>
                          </p:cTn>
                        </p:par>
                        <p:par>
                          <p:cTn id="13" fill="hold">
                            <p:stCondLst>
                              <p:cond delay="500"/>
                            </p:stCondLst>
                            <p:childTnLst>
                              <p:par>
                                <p:cTn id="14" presetID="12" presetClass="entr" presetSubtype="8" fill="hold" grpId="1" nodeType="after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p:tgtEl>
                                          <p:spTgt spid="11"/>
                                        </p:tgtEl>
                                        <p:attrNameLst>
                                          <p:attrName>ppt_x</p:attrName>
                                        </p:attrNameLst>
                                      </p:cBhvr>
                                      <p:tavLst>
                                        <p:tav tm="0">
                                          <p:val>
                                            <p:strVal val="#ppt_x-#ppt_w*1.125000"/>
                                          </p:val>
                                        </p:tav>
                                        <p:tav tm="100000">
                                          <p:val>
                                            <p:strVal val="#ppt_x"/>
                                          </p:val>
                                        </p:tav>
                                      </p:tavLst>
                                    </p:anim>
                                    <p:animEffect transition="in" filter="wipe(right)">
                                      <p:cBhvr>
                                        <p:cTn id="17" dur="500"/>
                                        <p:tgtEl>
                                          <p:spTgt spid="11"/>
                                        </p:tgtEl>
                                      </p:cBhvr>
                                    </p:animEffect>
                                  </p:childTnLst>
                                </p:cTn>
                              </p:par>
                              <p:par>
                                <p:cTn id="18" presetID="12" presetClass="entr" presetSubtype="2" fill="hold" grpId="1" nodeType="with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p:tgtEl>
                                          <p:spTgt spid="2"/>
                                        </p:tgtEl>
                                        <p:attrNameLst>
                                          <p:attrName>ppt_x</p:attrName>
                                        </p:attrNameLst>
                                      </p:cBhvr>
                                      <p:tavLst>
                                        <p:tav tm="0">
                                          <p:val>
                                            <p:strVal val="#ppt_x+#ppt_w*1.125000"/>
                                          </p:val>
                                        </p:tav>
                                        <p:tav tm="100000">
                                          <p:val>
                                            <p:strVal val="#ppt_x"/>
                                          </p:val>
                                        </p:tav>
                                      </p:tavLst>
                                    </p:anim>
                                    <p:animEffect transition="in" filter="wipe(left)">
                                      <p:cBhvr>
                                        <p:cTn id="21" dur="500"/>
                                        <p:tgtEl>
                                          <p:spTgt spid="2"/>
                                        </p:tgtEl>
                                      </p:cBhvr>
                                    </p:animEffect>
                                  </p:childTnLst>
                                </p:cTn>
                              </p:par>
                              <p:par>
                                <p:cTn id="22" presetID="53" presetClass="entr" presetSubtype="16" fill="hold" nodeType="withEffect">
                                  <p:stCondLst>
                                    <p:cond delay="0"/>
                                  </p:stCondLst>
                                  <p:childTnLst>
                                    <p:set>
                                      <p:cBhvr>
                                        <p:cTn id="23" dur="1" fill="hold">
                                          <p:stCondLst>
                                            <p:cond delay="0"/>
                                          </p:stCondLst>
                                        </p:cTn>
                                        <p:tgtEl>
                                          <p:spTgt spid="41"/>
                                        </p:tgtEl>
                                        <p:attrNameLst>
                                          <p:attrName>style.visibility</p:attrName>
                                        </p:attrNameLst>
                                      </p:cBhvr>
                                      <p:to>
                                        <p:strVal val="visible"/>
                                      </p:to>
                                    </p:set>
                                    <p:anim calcmode="lin" valueType="num">
                                      <p:cBhvr>
                                        <p:cTn id="24" dur="500" fill="hold"/>
                                        <p:tgtEl>
                                          <p:spTgt spid="41"/>
                                        </p:tgtEl>
                                        <p:attrNameLst>
                                          <p:attrName>ppt_w</p:attrName>
                                        </p:attrNameLst>
                                      </p:cBhvr>
                                      <p:tavLst>
                                        <p:tav tm="0">
                                          <p:val>
                                            <p:fltVal val="0"/>
                                          </p:val>
                                        </p:tav>
                                        <p:tav tm="100000">
                                          <p:val>
                                            <p:strVal val="#ppt_w"/>
                                          </p:val>
                                        </p:tav>
                                      </p:tavLst>
                                    </p:anim>
                                    <p:anim calcmode="lin" valueType="num">
                                      <p:cBhvr>
                                        <p:cTn id="25" dur="500" fill="hold"/>
                                        <p:tgtEl>
                                          <p:spTgt spid="41"/>
                                        </p:tgtEl>
                                        <p:attrNameLst>
                                          <p:attrName>ppt_h</p:attrName>
                                        </p:attrNameLst>
                                      </p:cBhvr>
                                      <p:tavLst>
                                        <p:tav tm="0">
                                          <p:val>
                                            <p:fltVal val="0"/>
                                          </p:val>
                                        </p:tav>
                                        <p:tav tm="100000">
                                          <p:val>
                                            <p:strVal val="#ppt_h"/>
                                          </p:val>
                                        </p:tav>
                                      </p:tavLst>
                                    </p:anim>
                                    <p:animEffect transition="in" filter="fade">
                                      <p:cBhvr>
                                        <p:cTn id="26" dur="500"/>
                                        <p:tgtEl>
                                          <p:spTgt spid="41"/>
                                        </p:tgtEl>
                                      </p:cBhvr>
                                    </p:animEffect>
                                  </p:childTnLst>
                                </p:cTn>
                              </p:par>
                              <p:par>
                                <p:cTn id="27" presetID="53" presetClass="entr" presetSubtype="16" fill="hold" nodeType="withEffect">
                                  <p:stCondLst>
                                    <p:cond delay="0"/>
                                  </p:stCondLst>
                                  <p:childTnLst>
                                    <p:set>
                                      <p:cBhvr>
                                        <p:cTn id="28" dur="1" fill="hold">
                                          <p:stCondLst>
                                            <p:cond delay="0"/>
                                          </p:stCondLst>
                                        </p:cTn>
                                        <p:tgtEl>
                                          <p:spTgt spid="42"/>
                                        </p:tgtEl>
                                        <p:attrNameLst>
                                          <p:attrName>style.visibility</p:attrName>
                                        </p:attrNameLst>
                                      </p:cBhvr>
                                      <p:to>
                                        <p:strVal val="visible"/>
                                      </p:to>
                                    </p:set>
                                    <p:anim calcmode="lin" valueType="num">
                                      <p:cBhvr>
                                        <p:cTn id="29" dur="500" fill="hold"/>
                                        <p:tgtEl>
                                          <p:spTgt spid="42"/>
                                        </p:tgtEl>
                                        <p:attrNameLst>
                                          <p:attrName>ppt_w</p:attrName>
                                        </p:attrNameLst>
                                      </p:cBhvr>
                                      <p:tavLst>
                                        <p:tav tm="0">
                                          <p:val>
                                            <p:fltVal val="0"/>
                                          </p:val>
                                        </p:tav>
                                        <p:tav tm="100000">
                                          <p:val>
                                            <p:strVal val="#ppt_w"/>
                                          </p:val>
                                        </p:tav>
                                      </p:tavLst>
                                    </p:anim>
                                    <p:anim calcmode="lin" valueType="num">
                                      <p:cBhvr>
                                        <p:cTn id="30" dur="500" fill="hold"/>
                                        <p:tgtEl>
                                          <p:spTgt spid="42"/>
                                        </p:tgtEl>
                                        <p:attrNameLst>
                                          <p:attrName>ppt_h</p:attrName>
                                        </p:attrNameLst>
                                      </p:cBhvr>
                                      <p:tavLst>
                                        <p:tav tm="0">
                                          <p:val>
                                            <p:fltVal val="0"/>
                                          </p:val>
                                        </p:tav>
                                        <p:tav tm="100000">
                                          <p:val>
                                            <p:strVal val="#ppt_h"/>
                                          </p:val>
                                        </p:tav>
                                      </p:tavLst>
                                    </p:anim>
                                    <p:animEffect transition="in" filter="fade">
                                      <p:cBhvr>
                                        <p:cTn id="31" dur="500"/>
                                        <p:tgtEl>
                                          <p:spTgt spid="42"/>
                                        </p:tgtEl>
                                      </p:cBhvr>
                                    </p:animEffect>
                                  </p:childTnLst>
                                </p:cTn>
                              </p:par>
                            </p:childTnLst>
                          </p:cTn>
                        </p:par>
                        <p:par>
                          <p:cTn id="32" fill="hold">
                            <p:stCondLst>
                              <p:cond delay="1000"/>
                            </p:stCondLst>
                            <p:childTnLst>
                              <p:par>
                                <p:cTn id="33" presetID="22" presetClass="entr" presetSubtype="8" fill="hold" grpId="0" nodeType="after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ipe(left)">
                                      <p:cBhvr>
                                        <p:cTn id="35" dur="500"/>
                                        <p:tgtEl>
                                          <p:spTgt spid="23"/>
                                        </p:tgtEl>
                                      </p:cBhvr>
                                    </p:animEffect>
                                  </p:childTnLst>
                                </p:cTn>
                              </p:par>
                              <p:par>
                                <p:cTn id="36" presetID="22" presetClass="entr" presetSubtype="2" fill="hold" grpId="0" nodeType="with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wipe(right)">
                                      <p:cBhvr>
                                        <p:cTn id="38" dur="300"/>
                                        <p:tgtEl>
                                          <p:spTgt spid="8"/>
                                        </p:tgtEl>
                                      </p:cBhvr>
                                    </p:animEffect>
                                  </p:childTnLst>
                                </p:cTn>
                              </p:par>
                              <p:par>
                                <p:cTn id="39" presetID="22" presetClass="entr" presetSubtype="8" fill="hold" grpId="1" nodeType="with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wipe(left)">
                                      <p:cBhvr>
                                        <p:cTn id="41" dur="500"/>
                                        <p:tgtEl>
                                          <p:spTgt spid="24"/>
                                        </p:tgtEl>
                                      </p:cBhvr>
                                    </p:animEffect>
                                  </p:childTnLst>
                                </p:cTn>
                              </p:par>
                              <p:par>
                                <p:cTn id="42" presetID="22" presetClass="entr" presetSubtype="2" fill="hold" grpId="1"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wipe(right)">
                                      <p:cBhvr>
                                        <p:cTn id="4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11" grpId="0"/>
      <p:bldP spid="11" grpId="1"/>
      <p:bldP spid="24" grpId="0"/>
      <p:bldP spid="24" grpId="1"/>
      <p:bldP spid="28" grpId="0" animBg="1"/>
      <p:bldP spid="29" grpId="0" build="p"/>
      <p:bldP spid="2" grpId="0"/>
      <p:bldP spid="2" grpId="1"/>
      <p:bldP spid="8" grpId="0" animBg="1"/>
      <p:bldP spid="26" grpId="0"/>
      <p:bldP spid="26"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Google Shape;1855;p24"/>
          <p:cNvSpPr txBox="1">
            <a:spLocks/>
          </p:cNvSpPr>
          <p:nvPr/>
        </p:nvSpPr>
        <p:spPr>
          <a:xfrm>
            <a:off x="304804" y="959121"/>
            <a:ext cx="4370006" cy="32763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altLang="en-GB" sz="1800">
                <a:solidFill>
                  <a:schemeClr val="bg1">
                    <a:lumMod val="50000"/>
                  </a:schemeClr>
                </a:solidFill>
                <a:latin typeface="+mn-lt"/>
                <a:cs typeface="+mn-lt"/>
              </a:rPr>
              <a:t>PHƯƠNG PHÁP ĐIỀU KHIỂN ĐỘNG CƠ</a:t>
            </a:r>
          </a:p>
        </p:txBody>
      </p:sp>
      <p:grpSp>
        <p:nvGrpSpPr>
          <p:cNvPr id="6" name="Group 5"/>
          <p:cNvGrpSpPr/>
          <p:nvPr/>
        </p:nvGrpSpPr>
        <p:grpSpPr>
          <a:xfrm>
            <a:off x="304804" y="1238033"/>
            <a:ext cx="4451508" cy="95191"/>
            <a:chOff x="304804" y="1238033"/>
            <a:chExt cx="4451508" cy="95191"/>
          </a:xfrm>
        </p:grpSpPr>
        <p:cxnSp>
          <p:nvCxnSpPr>
            <p:cNvPr id="57" name="Straight Connector 56"/>
            <p:cNvCxnSpPr/>
            <p:nvPr/>
          </p:nvCxnSpPr>
          <p:spPr>
            <a:xfrm flipH="1">
              <a:off x="304804" y="1286756"/>
              <a:ext cx="4360186" cy="7257"/>
            </a:xfrm>
            <a:prstGeom prst="line">
              <a:avLst/>
            </a:prstGeom>
          </p:spPr>
          <p:style>
            <a:lnRef idx="2">
              <a:schemeClr val="accent3"/>
            </a:lnRef>
            <a:fillRef idx="0">
              <a:schemeClr val="accent3"/>
            </a:fillRef>
            <a:effectRef idx="1">
              <a:schemeClr val="accent3"/>
            </a:effectRef>
            <a:fontRef idx="minor">
              <a:schemeClr val="tx1"/>
            </a:fontRef>
          </p:style>
        </p:cxnSp>
        <p:sp>
          <p:nvSpPr>
            <p:cNvPr id="59" name="Google Shape;10105;p59"/>
            <p:cNvSpPr/>
            <p:nvPr/>
          </p:nvSpPr>
          <p:spPr>
            <a:xfrm>
              <a:off x="4657241" y="1238033"/>
              <a:ext cx="99071" cy="95191"/>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 name="Google Shape;1855;p24"/>
          <p:cNvSpPr txBox="1">
            <a:spLocks/>
          </p:cNvSpPr>
          <p:nvPr/>
        </p:nvSpPr>
        <p:spPr>
          <a:xfrm>
            <a:off x="304804" y="3736527"/>
            <a:ext cx="3567559" cy="10431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just"/>
            <a:r>
              <a:rPr lang="vi-VN" sz="1600">
                <a:solidFill>
                  <a:schemeClr val="bg1">
                    <a:lumMod val="50000"/>
                  </a:schemeClr>
                </a:solidFill>
                <a:latin typeface="Arial" panose="020B0604020202020204" pitchFamily="34" charset="0"/>
                <a:cs typeface="Arial" panose="020B0604020202020204" pitchFamily="34" charset="0"/>
              </a:rPr>
              <a:t>PID</a:t>
            </a:r>
            <a:r>
              <a:rPr lang="en-US" sz="1600">
                <a:solidFill>
                  <a:schemeClr val="bg1">
                    <a:lumMod val="50000"/>
                  </a:schemeClr>
                </a:solidFill>
                <a:latin typeface="Arial" panose="020B0604020202020204" pitchFamily="34" charset="0"/>
                <a:cs typeface="Arial" panose="020B0604020202020204" pitchFamily="34" charset="0"/>
              </a:rPr>
              <a:t> </a:t>
            </a:r>
            <a:r>
              <a:rPr lang="vi-VN" sz="1600">
                <a:solidFill>
                  <a:schemeClr val="bg1">
                    <a:lumMod val="50000"/>
                  </a:schemeClr>
                </a:solidFill>
                <a:latin typeface="Arial" panose="020B0604020202020204" pitchFamily="34" charset="0"/>
                <a:cs typeface="Arial" panose="020B0604020202020204" pitchFamily="34" charset="0"/>
              </a:rPr>
              <a:t>(Proportional Integral Derivative)</a:t>
            </a:r>
            <a:r>
              <a:rPr lang="en-US" sz="1600">
                <a:solidFill>
                  <a:schemeClr val="bg1">
                    <a:lumMod val="50000"/>
                  </a:schemeClr>
                </a:solidFill>
                <a:latin typeface="Arial" panose="020B0604020202020204" pitchFamily="34" charset="0"/>
                <a:cs typeface="Arial" panose="020B0604020202020204" pitchFamily="34" charset="0"/>
              </a:rPr>
              <a:t>: </a:t>
            </a:r>
            <a:r>
              <a:rPr lang="vi-VN" sz="1600">
                <a:solidFill>
                  <a:schemeClr val="bg1">
                    <a:lumMod val="50000"/>
                  </a:schemeClr>
                </a:solidFill>
                <a:latin typeface="Arial" panose="020B0604020202020204" pitchFamily="34" charset="0"/>
                <a:cs typeface="Arial" panose="020B0604020202020204" pitchFamily="34" charset="0"/>
              </a:rPr>
              <a:t>các thông số P, I, và D được điều chỉnh để đảm bảo Robot di chuyển trên đường ổn định và chính xác.</a:t>
            </a:r>
            <a:endParaRPr lang="en-US" sz="1600">
              <a:solidFill>
                <a:schemeClr val="bg1">
                  <a:lumMod val="50000"/>
                </a:schemeClr>
              </a:solidFill>
              <a:latin typeface="Arial" panose="020B0604020202020204" pitchFamily="34" charset="0"/>
              <a:cs typeface="Arial" panose="020B0604020202020204" pitchFamily="34" charset="0"/>
            </a:endParaRPr>
          </a:p>
        </p:txBody>
      </p:sp>
      <p:grpSp>
        <p:nvGrpSpPr>
          <p:cNvPr id="5" name="Group 4"/>
          <p:cNvGrpSpPr/>
          <p:nvPr/>
        </p:nvGrpSpPr>
        <p:grpSpPr>
          <a:xfrm>
            <a:off x="2705784" y="2149137"/>
            <a:ext cx="4001983" cy="2516662"/>
            <a:chOff x="2532743" y="2067506"/>
            <a:chExt cx="4001983" cy="2516662"/>
          </a:xfrm>
          <a:effectLst>
            <a:outerShdw blurRad="50800" dist="38100" dir="5400000" algn="t" rotWithShape="0">
              <a:prstClr val="black">
                <a:alpha val="40000"/>
              </a:prstClr>
            </a:outerShdw>
          </a:effectLst>
        </p:grpSpPr>
        <p:sp>
          <p:nvSpPr>
            <p:cNvPr id="41" name="Google Shape;2690;p51"/>
            <p:cNvSpPr/>
            <p:nvPr/>
          </p:nvSpPr>
          <p:spPr>
            <a:xfrm>
              <a:off x="4386207" y="3080232"/>
              <a:ext cx="420115" cy="639952"/>
            </a:xfrm>
            <a:custGeom>
              <a:avLst/>
              <a:gdLst/>
              <a:ahLst/>
              <a:cxnLst/>
              <a:rect l="l" t="t" r="r" b="b"/>
              <a:pathLst>
                <a:path w="17344" h="26417" extrusionOk="0">
                  <a:moveTo>
                    <a:pt x="8923" y="2331"/>
                  </a:moveTo>
                  <a:lnTo>
                    <a:pt x="9700" y="4336"/>
                  </a:lnTo>
                  <a:lnTo>
                    <a:pt x="8046" y="4336"/>
                  </a:lnTo>
                  <a:lnTo>
                    <a:pt x="8923" y="2331"/>
                  </a:lnTo>
                  <a:close/>
                  <a:moveTo>
                    <a:pt x="16442" y="5013"/>
                  </a:moveTo>
                  <a:lnTo>
                    <a:pt x="16442" y="6993"/>
                  </a:lnTo>
                  <a:lnTo>
                    <a:pt x="14487" y="6993"/>
                  </a:lnTo>
                  <a:lnTo>
                    <a:pt x="14487" y="5013"/>
                  </a:lnTo>
                  <a:close/>
                  <a:moveTo>
                    <a:pt x="2582" y="7469"/>
                  </a:moveTo>
                  <a:cubicBezTo>
                    <a:pt x="3534" y="7469"/>
                    <a:pt x="4286" y="8221"/>
                    <a:pt x="4286" y="9174"/>
                  </a:cubicBezTo>
                  <a:cubicBezTo>
                    <a:pt x="4286" y="10101"/>
                    <a:pt x="3534" y="10878"/>
                    <a:pt x="2582" y="10878"/>
                  </a:cubicBezTo>
                  <a:cubicBezTo>
                    <a:pt x="1655" y="10878"/>
                    <a:pt x="878" y="10101"/>
                    <a:pt x="878" y="9174"/>
                  </a:cubicBezTo>
                  <a:cubicBezTo>
                    <a:pt x="878" y="8221"/>
                    <a:pt x="1655" y="7469"/>
                    <a:pt x="2582" y="7469"/>
                  </a:cubicBezTo>
                  <a:close/>
                  <a:moveTo>
                    <a:pt x="8848" y="22056"/>
                  </a:moveTo>
                  <a:cubicBezTo>
                    <a:pt x="9675" y="22056"/>
                    <a:pt x="10377" y="22758"/>
                    <a:pt x="10377" y="23585"/>
                  </a:cubicBezTo>
                  <a:cubicBezTo>
                    <a:pt x="10377" y="24412"/>
                    <a:pt x="9675" y="25088"/>
                    <a:pt x="8848" y="25088"/>
                  </a:cubicBezTo>
                  <a:cubicBezTo>
                    <a:pt x="8021" y="25088"/>
                    <a:pt x="7344" y="24412"/>
                    <a:pt x="7344" y="23585"/>
                  </a:cubicBezTo>
                  <a:cubicBezTo>
                    <a:pt x="7344" y="22758"/>
                    <a:pt x="8021" y="22056"/>
                    <a:pt x="8848" y="22056"/>
                  </a:cubicBezTo>
                  <a:close/>
                  <a:moveTo>
                    <a:pt x="8998" y="1"/>
                  </a:moveTo>
                  <a:lnTo>
                    <a:pt x="6717" y="5214"/>
                  </a:lnTo>
                  <a:lnTo>
                    <a:pt x="8196" y="5214"/>
                  </a:lnTo>
                  <a:lnTo>
                    <a:pt x="8196" y="17620"/>
                  </a:lnTo>
                  <a:lnTo>
                    <a:pt x="3234" y="15013"/>
                  </a:lnTo>
                  <a:lnTo>
                    <a:pt x="3234" y="11655"/>
                  </a:lnTo>
                  <a:cubicBezTo>
                    <a:pt x="4361" y="11379"/>
                    <a:pt x="5163" y="10377"/>
                    <a:pt x="5163" y="9174"/>
                  </a:cubicBezTo>
                  <a:cubicBezTo>
                    <a:pt x="5163" y="7745"/>
                    <a:pt x="4011" y="6592"/>
                    <a:pt x="2582" y="6592"/>
                  </a:cubicBezTo>
                  <a:cubicBezTo>
                    <a:pt x="1153" y="6592"/>
                    <a:pt x="1" y="7745"/>
                    <a:pt x="1" y="9174"/>
                  </a:cubicBezTo>
                  <a:cubicBezTo>
                    <a:pt x="1" y="10377"/>
                    <a:pt x="828" y="11379"/>
                    <a:pt x="1930" y="11655"/>
                  </a:cubicBezTo>
                  <a:lnTo>
                    <a:pt x="1930" y="15790"/>
                  </a:lnTo>
                  <a:lnTo>
                    <a:pt x="8196" y="19123"/>
                  </a:lnTo>
                  <a:lnTo>
                    <a:pt x="8196" y="20828"/>
                  </a:lnTo>
                  <a:cubicBezTo>
                    <a:pt x="6943" y="21128"/>
                    <a:pt x="6016" y="22256"/>
                    <a:pt x="6016" y="23585"/>
                  </a:cubicBezTo>
                  <a:cubicBezTo>
                    <a:pt x="6016" y="25139"/>
                    <a:pt x="7294" y="26417"/>
                    <a:pt x="8848" y="26417"/>
                  </a:cubicBezTo>
                  <a:cubicBezTo>
                    <a:pt x="10402" y="26417"/>
                    <a:pt x="11680" y="25139"/>
                    <a:pt x="11680" y="23585"/>
                  </a:cubicBezTo>
                  <a:cubicBezTo>
                    <a:pt x="11680" y="22256"/>
                    <a:pt x="10752" y="21128"/>
                    <a:pt x="9524" y="20828"/>
                  </a:cubicBezTo>
                  <a:lnTo>
                    <a:pt x="9524" y="14487"/>
                  </a:lnTo>
                  <a:lnTo>
                    <a:pt x="16116" y="12432"/>
                  </a:lnTo>
                  <a:lnTo>
                    <a:pt x="16116" y="7870"/>
                  </a:lnTo>
                  <a:lnTo>
                    <a:pt x="17344" y="7870"/>
                  </a:lnTo>
                  <a:lnTo>
                    <a:pt x="17344" y="4136"/>
                  </a:lnTo>
                  <a:lnTo>
                    <a:pt x="13610" y="4136"/>
                  </a:lnTo>
                  <a:lnTo>
                    <a:pt x="13610" y="7870"/>
                  </a:lnTo>
                  <a:lnTo>
                    <a:pt x="14813" y="7870"/>
                  </a:lnTo>
                  <a:lnTo>
                    <a:pt x="14813" y="11454"/>
                  </a:lnTo>
                  <a:lnTo>
                    <a:pt x="9524" y="13108"/>
                  </a:lnTo>
                  <a:lnTo>
                    <a:pt x="9524" y="5214"/>
                  </a:lnTo>
                  <a:lnTo>
                    <a:pt x="10953" y="5214"/>
                  </a:lnTo>
                  <a:lnTo>
                    <a:pt x="8998"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691;p51"/>
            <p:cNvSpPr/>
            <p:nvPr/>
          </p:nvSpPr>
          <p:spPr>
            <a:xfrm>
              <a:off x="3816155" y="2913879"/>
              <a:ext cx="1435159" cy="1670289"/>
            </a:xfrm>
            <a:custGeom>
              <a:avLst/>
              <a:gdLst/>
              <a:ahLst/>
              <a:cxnLst/>
              <a:rect l="l" t="t" r="r" b="b"/>
              <a:pathLst>
                <a:path w="59249" h="68949" extrusionOk="0">
                  <a:moveTo>
                    <a:pt x="33058" y="1304"/>
                  </a:moveTo>
                  <a:cubicBezTo>
                    <a:pt x="46768" y="1304"/>
                    <a:pt x="57921" y="12457"/>
                    <a:pt x="57921" y="26166"/>
                  </a:cubicBezTo>
                  <a:cubicBezTo>
                    <a:pt x="57921" y="30376"/>
                    <a:pt x="56868" y="34512"/>
                    <a:pt x="54838" y="38196"/>
                  </a:cubicBezTo>
                  <a:cubicBezTo>
                    <a:pt x="54713" y="38422"/>
                    <a:pt x="54562" y="38697"/>
                    <a:pt x="54387" y="38948"/>
                  </a:cubicBezTo>
                  <a:cubicBezTo>
                    <a:pt x="54337" y="39048"/>
                    <a:pt x="54262" y="39148"/>
                    <a:pt x="54211" y="39274"/>
                  </a:cubicBezTo>
                  <a:cubicBezTo>
                    <a:pt x="54086" y="39424"/>
                    <a:pt x="53986" y="39600"/>
                    <a:pt x="53860" y="39775"/>
                  </a:cubicBezTo>
                  <a:cubicBezTo>
                    <a:pt x="53685" y="40051"/>
                    <a:pt x="53510" y="40301"/>
                    <a:pt x="53334" y="40552"/>
                  </a:cubicBezTo>
                  <a:lnTo>
                    <a:pt x="53058" y="40928"/>
                  </a:lnTo>
                  <a:cubicBezTo>
                    <a:pt x="53008" y="41003"/>
                    <a:pt x="52958" y="41078"/>
                    <a:pt x="52908" y="41179"/>
                  </a:cubicBezTo>
                  <a:cubicBezTo>
                    <a:pt x="49324" y="46041"/>
                    <a:pt x="43535" y="51905"/>
                    <a:pt x="43485" y="51956"/>
                  </a:cubicBezTo>
                  <a:lnTo>
                    <a:pt x="43284" y="52156"/>
                  </a:lnTo>
                  <a:lnTo>
                    <a:pt x="43284" y="67620"/>
                  </a:lnTo>
                  <a:lnTo>
                    <a:pt x="19524" y="67620"/>
                  </a:lnTo>
                  <a:lnTo>
                    <a:pt x="19524" y="60577"/>
                  </a:lnTo>
                  <a:lnTo>
                    <a:pt x="18722" y="60577"/>
                  </a:lnTo>
                  <a:cubicBezTo>
                    <a:pt x="6667" y="60577"/>
                    <a:pt x="6492" y="53459"/>
                    <a:pt x="6492" y="53159"/>
                  </a:cubicBezTo>
                  <a:lnTo>
                    <a:pt x="6492" y="43309"/>
                  </a:lnTo>
                  <a:lnTo>
                    <a:pt x="1880" y="43309"/>
                  </a:lnTo>
                  <a:lnTo>
                    <a:pt x="1554" y="42908"/>
                  </a:lnTo>
                  <a:lnTo>
                    <a:pt x="7194" y="30276"/>
                  </a:lnTo>
                  <a:lnTo>
                    <a:pt x="7219" y="30201"/>
                  </a:lnTo>
                  <a:cubicBezTo>
                    <a:pt x="7870" y="28121"/>
                    <a:pt x="8071" y="25915"/>
                    <a:pt x="8071" y="25815"/>
                  </a:cubicBezTo>
                  <a:lnTo>
                    <a:pt x="8071" y="25765"/>
                  </a:lnTo>
                  <a:lnTo>
                    <a:pt x="8071" y="25740"/>
                  </a:lnTo>
                  <a:cubicBezTo>
                    <a:pt x="8071" y="25615"/>
                    <a:pt x="7645" y="15239"/>
                    <a:pt x="14437" y="8121"/>
                  </a:cubicBezTo>
                  <a:cubicBezTo>
                    <a:pt x="18748" y="3609"/>
                    <a:pt x="25013" y="1304"/>
                    <a:pt x="33058" y="1304"/>
                  </a:cubicBezTo>
                  <a:close/>
                  <a:moveTo>
                    <a:pt x="33058" y="0"/>
                  </a:moveTo>
                  <a:cubicBezTo>
                    <a:pt x="24637" y="0"/>
                    <a:pt x="18046" y="2431"/>
                    <a:pt x="13484" y="7218"/>
                  </a:cubicBezTo>
                  <a:cubicBezTo>
                    <a:pt x="6467" y="14587"/>
                    <a:pt x="6717" y="24863"/>
                    <a:pt x="6742" y="25740"/>
                  </a:cubicBezTo>
                  <a:cubicBezTo>
                    <a:pt x="6717" y="26041"/>
                    <a:pt x="6542" y="27995"/>
                    <a:pt x="5991" y="29775"/>
                  </a:cubicBezTo>
                  <a:lnTo>
                    <a:pt x="1" y="43083"/>
                  </a:lnTo>
                  <a:lnTo>
                    <a:pt x="1229" y="44612"/>
                  </a:lnTo>
                  <a:lnTo>
                    <a:pt x="5189" y="44612"/>
                  </a:lnTo>
                  <a:lnTo>
                    <a:pt x="5189" y="53159"/>
                  </a:lnTo>
                  <a:cubicBezTo>
                    <a:pt x="5189" y="53259"/>
                    <a:pt x="5189" y="55941"/>
                    <a:pt x="7570" y="58321"/>
                  </a:cubicBezTo>
                  <a:cubicBezTo>
                    <a:pt x="9850" y="60602"/>
                    <a:pt x="13409" y="61805"/>
                    <a:pt x="18196" y="61880"/>
                  </a:cubicBezTo>
                  <a:lnTo>
                    <a:pt x="18196" y="68948"/>
                  </a:lnTo>
                  <a:lnTo>
                    <a:pt x="44612" y="68948"/>
                  </a:lnTo>
                  <a:lnTo>
                    <a:pt x="44612" y="52682"/>
                  </a:lnTo>
                  <a:cubicBezTo>
                    <a:pt x="45640" y="51630"/>
                    <a:pt x="50703" y="46392"/>
                    <a:pt x="53961" y="41955"/>
                  </a:cubicBezTo>
                  <a:cubicBezTo>
                    <a:pt x="54011" y="41880"/>
                    <a:pt x="54061" y="41805"/>
                    <a:pt x="54136" y="41705"/>
                  </a:cubicBezTo>
                  <a:lnTo>
                    <a:pt x="54412" y="41329"/>
                  </a:lnTo>
                  <a:cubicBezTo>
                    <a:pt x="54612" y="41053"/>
                    <a:pt x="54788" y="40778"/>
                    <a:pt x="54963" y="40502"/>
                  </a:cubicBezTo>
                  <a:cubicBezTo>
                    <a:pt x="55089" y="40326"/>
                    <a:pt x="55214" y="40151"/>
                    <a:pt x="55314" y="39950"/>
                  </a:cubicBezTo>
                  <a:cubicBezTo>
                    <a:pt x="55389" y="39850"/>
                    <a:pt x="55465" y="39750"/>
                    <a:pt x="55515" y="39625"/>
                  </a:cubicBezTo>
                  <a:cubicBezTo>
                    <a:pt x="55690" y="39349"/>
                    <a:pt x="55840" y="39073"/>
                    <a:pt x="55991" y="38823"/>
                  </a:cubicBezTo>
                  <a:cubicBezTo>
                    <a:pt x="58121" y="34963"/>
                    <a:pt x="59249" y="30602"/>
                    <a:pt x="59249" y="26166"/>
                  </a:cubicBezTo>
                  <a:cubicBezTo>
                    <a:pt x="59249" y="11730"/>
                    <a:pt x="47495" y="0"/>
                    <a:pt x="33058" y="0"/>
                  </a:cubicBez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692;p51"/>
            <p:cNvSpPr/>
            <p:nvPr/>
          </p:nvSpPr>
          <p:spPr>
            <a:xfrm>
              <a:off x="5035177" y="3975781"/>
              <a:ext cx="377023" cy="78344"/>
            </a:xfrm>
            <a:custGeom>
              <a:avLst/>
              <a:gdLst/>
              <a:ahLst/>
              <a:cxnLst/>
              <a:rect l="l" t="t" r="r" b="b"/>
              <a:pathLst>
                <a:path w="15565" h="3234" extrusionOk="0">
                  <a:moveTo>
                    <a:pt x="13961" y="0"/>
                  </a:moveTo>
                  <a:cubicBezTo>
                    <a:pt x="13309" y="0"/>
                    <a:pt x="12758" y="401"/>
                    <a:pt x="12482" y="953"/>
                  </a:cubicBezTo>
                  <a:lnTo>
                    <a:pt x="1" y="953"/>
                  </a:lnTo>
                  <a:lnTo>
                    <a:pt x="1" y="2281"/>
                  </a:lnTo>
                  <a:lnTo>
                    <a:pt x="12482" y="2281"/>
                  </a:lnTo>
                  <a:cubicBezTo>
                    <a:pt x="12758" y="2832"/>
                    <a:pt x="13309" y="3233"/>
                    <a:pt x="13961" y="3233"/>
                  </a:cubicBezTo>
                  <a:cubicBezTo>
                    <a:pt x="14863" y="3233"/>
                    <a:pt x="15565" y="2506"/>
                    <a:pt x="15565" y="1629"/>
                  </a:cubicBezTo>
                  <a:cubicBezTo>
                    <a:pt x="15565" y="727"/>
                    <a:pt x="14863" y="0"/>
                    <a:pt x="13961" y="0"/>
                  </a:cubicBez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693;p51"/>
            <p:cNvSpPr/>
            <p:nvPr/>
          </p:nvSpPr>
          <p:spPr>
            <a:xfrm>
              <a:off x="5110460" y="3678880"/>
              <a:ext cx="670237" cy="257463"/>
            </a:xfrm>
            <a:custGeom>
              <a:avLst/>
              <a:gdLst/>
              <a:ahLst/>
              <a:cxnLst/>
              <a:rect l="l" t="t" r="r" b="b"/>
              <a:pathLst>
                <a:path w="27670" h="10628" extrusionOk="0">
                  <a:moveTo>
                    <a:pt x="26066" y="0"/>
                  </a:moveTo>
                  <a:cubicBezTo>
                    <a:pt x="25163" y="0"/>
                    <a:pt x="24437" y="727"/>
                    <a:pt x="24437" y="1604"/>
                  </a:cubicBezTo>
                  <a:cubicBezTo>
                    <a:pt x="24437" y="1830"/>
                    <a:pt x="24487" y="2056"/>
                    <a:pt x="24562" y="2256"/>
                  </a:cubicBezTo>
                  <a:lnTo>
                    <a:pt x="18146" y="9324"/>
                  </a:lnTo>
                  <a:lnTo>
                    <a:pt x="0" y="9324"/>
                  </a:lnTo>
                  <a:lnTo>
                    <a:pt x="0" y="10627"/>
                  </a:lnTo>
                  <a:lnTo>
                    <a:pt x="18747" y="10627"/>
                  </a:lnTo>
                  <a:lnTo>
                    <a:pt x="25539" y="3133"/>
                  </a:lnTo>
                  <a:cubicBezTo>
                    <a:pt x="25715" y="3183"/>
                    <a:pt x="25865" y="3234"/>
                    <a:pt x="26066" y="3234"/>
                  </a:cubicBezTo>
                  <a:cubicBezTo>
                    <a:pt x="26943" y="3234"/>
                    <a:pt x="27670" y="2507"/>
                    <a:pt x="27670" y="1604"/>
                  </a:cubicBezTo>
                  <a:cubicBezTo>
                    <a:pt x="27670" y="727"/>
                    <a:pt x="26943" y="0"/>
                    <a:pt x="26066" y="0"/>
                  </a:cubicBez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694;p51"/>
            <p:cNvSpPr/>
            <p:nvPr/>
          </p:nvSpPr>
          <p:spPr>
            <a:xfrm>
              <a:off x="5235521" y="3582343"/>
              <a:ext cx="288999" cy="78344"/>
            </a:xfrm>
            <a:custGeom>
              <a:avLst/>
              <a:gdLst/>
              <a:ahLst/>
              <a:cxnLst/>
              <a:rect l="l" t="t" r="r" b="b"/>
              <a:pathLst>
                <a:path w="11931" h="3234" extrusionOk="0">
                  <a:moveTo>
                    <a:pt x="10326" y="0"/>
                  </a:moveTo>
                  <a:cubicBezTo>
                    <a:pt x="9675" y="0"/>
                    <a:pt x="9098" y="401"/>
                    <a:pt x="8848" y="953"/>
                  </a:cubicBezTo>
                  <a:lnTo>
                    <a:pt x="0" y="953"/>
                  </a:lnTo>
                  <a:lnTo>
                    <a:pt x="0" y="2281"/>
                  </a:lnTo>
                  <a:lnTo>
                    <a:pt x="8848" y="2281"/>
                  </a:lnTo>
                  <a:cubicBezTo>
                    <a:pt x="9098" y="2833"/>
                    <a:pt x="9675" y="3234"/>
                    <a:pt x="10326" y="3234"/>
                  </a:cubicBezTo>
                  <a:cubicBezTo>
                    <a:pt x="11203" y="3234"/>
                    <a:pt x="11930" y="2507"/>
                    <a:pt x="11930" y="1630"/>
                  </a:cubicBezTo>
                  <a:cubicBezTo>
                    <a:pt x="11930" y="727"/>
                    <a:pt x="11203" y="0"/>
                    <a:pt x="10326" y="0"/>
                  </a:cubicBez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695;p51"/>
            <p:cNvSpPr/>
            <p:nvPr/>
          </p:nvSpPr>
          <p:spPr>
            <a:xfrm>
              <a:off x="5235521" y="3329773"/>
              <a:ext cx="551256" cy="185200"/>
            </a:xfrm>
            <a:custGeom>
              <a:avLst/>
              <a:gdLst/>
              <a:ahLst/>
              <a:cxnLst/>
              <a:rect l="l" t="t" r="r" b="b"/>
              <a:pathLst>
                <a:path w="22758" h="7645" extrusionOk="0">
                  <a:moveTo>
                    <a:pt x="21153" y="0"/>
                  </a:moveTo>
                  <a:cubicBezTo>
                    <a:pt x="20276" y="0"/>
                    <a:pt x="19549" y="727"/>
                    <a:pt x="19549" y="1604"/>
                  </a:cubicBezTo>
                  <a:cubicBezTo>
                    <a:pt x="19549" y="1755"/>
                    <a:pt x="19574" y="1905"/>
                    <a:pt x="19599" y="2030"/>
                  </a:cubicBezTo>
                  <a:lnTo>
                    <a:pt x="14787" y="6341"/>
                  </a:lnTo>
                  <a:lnTo>
                    <a:pt x="0" y="6341"/>
                  </a:lnTo>
                  <a:lnTo>
                    <a:pt x="0" y="7645"/>
                  </a:lnTo>
                  <a:lnTo>
                    <a:pt x="15289" y="7645"/>
                  </a:lnTo>
                  <a:lnTo>
                    <a:pt x="20452" y="3058"/>
                  </a:lnTo>
                  <a:cubicBezTo>
                    <a:pt x="20652" y="3158"/>
                    <a:pt x="20903" y="3233"/>
                    <a:pt x="21153" y="3233"/>
                  </a:cubicBezTo>
                  <a:cubicBezTo>
                    <a:pt x="22056" y="3233"/>
                    <a:pt x="22757" y="2507"/>
                    <a:pt x="22757" y="1604"/>
                  </a:cubicBezTo>
                  <a:cubicBezTo>
                    <a:pt x="22757" y="727"/>
                    <a:pt x="22056" y="0"/>
                    <a:pt x="21153" y="0"/>
                  </a:cubicBez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696;p51"/>
            <p:cNvSpPr/>
            <p:nvPr/>
          </p:nvSpPr>
          <p:spPr>
            <a:xfrm>
              <a:off x="5174819" y="3264802"/>
              <a:ext cx="339381" cy="140287"/>
            </a:xfrm>
            <a:custGeom>
              <a:avLst/>
              <a:gdLst/>
              <a:ahLst/>
              <a:cxnLst/>
              <a:rect l="l" t="t" r="r" b="b"/>
              <a:pathLst>
                <a:path w="14011" h="5791" extrusionOk="0">
                  <a:moveTo>
                    <a:pt x="0" y="1"/>
                  </a:moveTo>
                  <a:lnTo>
                    <a:pt x="0" y="1304"/>
                  </a:lnTo>
                  <a:lnTo>
                    <a:pt x="8922" y="1304"/>
                  </a:lnTo>
                  <a:lnTo>
                    <a:pt x="11003" y="3384"/>
                  </a:lnTo>
                  <a:cubicBezTo>
                    <a:pt x="10852" y="3635"/>
                    <a:pt x="10777" y="3885"/>
                    <a:pt x="10777" y="4186"/>
                  </a:cubicBezTo>
                  <a:cubicBezTo>
                    <a:pt x="10777" y="5063"/>
                    <a:pt x="11504" y="5790"/>
                    <a:pt x="12381" y="5790"/>
                  </a:cubicBezTo>
                  <a:cubicBezTo>
                    <a:pt x="13283" y="5790"/>
                    <a:pt x="14010" y="5063"/>
                    <a:pt x="14010" y="4186"/>
                  </a:cubicBezTo>
                  <a:cubicBezTo>
                    <a:pt x="14010" y="3284"/>
                    <a:pt x="13283" y="2557"/>
                    <a:pt x="12381" y="2557"/>
                  </a:cubicBezTo>
                  <a:cubicBezTo>
                    <a:pt x="12281" y="2557"/>
                    <a:pt x="12181" y="2582"/>
                    <a:pt x="12080" y="2607"/>
                  </a:cubicBezTo>
                  <a:lnTo>
                    <a:pt x="9474"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697;p51"/>
            <p:cNvSpPr/>
            <p:nvPr/>
          </p:nvSpPr>
          <p:spPr>
            <a:xfrm>
              <a:off x="5068580" y="2891422"/>
              <a:ext cx="1466146" cy="250147"/>
            </a:xfrm>
            <a:custGeom>
              <a:avLst/>
              <a:gdLst/>
              <a:ahLst/>
              <a:cxnLst/>
              <a:rect l="l" t="t" r="r" b="b"/>
              <a:pathLst>
                <a:path w="37770" h="10326" extrusionOk="0">
                  <a:moveTo>
                    <a:pt x="36141" y="0"/>
                  </a:moveTo>
                  <a:cubicBezTo>
                    <a:pt x="35263" y="0"/>
                    <a:pt x="34537" y="727"/>
                    <a:pt x="34537" y="1629"/>
                  </a:cubicBezTo>
                  <a:cubicBezTo>
                    <a:pt x="34537" y="1779"/>
                    <a:pt x="34562" y="1930"/>
                    <a:pt x="34612" y="2080"/>
                  </a:cubicBezTo>
                  <a:lnTo>
                    <a:pt x="26517" y="8998"/>
                  </a:lnTo>
                  <a:lnTo>
                    <a:pt x="0" y="8998"/>
                  </a:lnTo>
                  <a:lnTo>
                    <a:pt x="0" y="10326"/>
                  </a:lnTo>
                  <a:lnTo>
                    <a:pt x="27018" y="10326"/>
                  </a:lnTo>
                  <a:lnTo>
                    <a:pt x="35489" y="3083"/>
                  </a:lnTo>
                  <a:cubicBezTo>
                    <a:pt x="35690" y="3183"/>
                    <a:pt x="35915" y="3233"/>
                    <a:pt x="36141" y="3233"/>
                  </a:cubicBezTo>
                  <a:cubicBezTo>
                    <a:pt x="37043" y="3233"/>
                    <a:pt x="37770" y="2506"/>
                    <a:pt x="37770" y="1629"/>
                  </a:cubicBezTo>
                  <a:cubicBezTo>
                    <a:pt x="37770" y="727"/>
                    <a:pt x="37043" y="0"/>
                    <a:pt x="36141" y="0"/>
                  </a:cubicBez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698;p51"/>
            <p:cNvSpPr/>
            <p:nvPr/>
          </p:nvSpPr>
          <p:spPr>
            <a:xfrm>
              <a:off x="4816641" y="2923593"/>
              <a:ext cx="652021" cy="78344"/>
            </a:xfrm>
            <a:custGeom>
              <a:avLst/>
              <a:gdLst/>
              <a:ahLst/>
              <a:cxnLst/>
              <a:rect l="l" t="t" r="r" b="b"/>
              <a:pathLst>
                <a:path w="26918" h="3234" extrusionOk="0">
                  <a:moveTo>
                    <a:pt x="25313" y="0"/>
                  </a:moveTo>
                  <a:cubicBezTo>
                    <a:pt x="24662" y="0"/>
                    <a:pt x="24085" y="401"/>
                    <a:pt x="23835" y="953"/>
                  </a:cubicBezTo>
                  <a:lnTo>
                    <a:pt x="0" y="953"/>
                  </a:lnTo>
                  <a:lnTo>
                    <a:pt x="0" y="2281"/>
                  </a:lnTo>
                  <a:lnTo>
                    <a:pt x="23835" y="2281"/>
                  </a:lnTo>
                  <a:cubicBezTo>
                    <a:pt x="24085" y="2832"/>
                    <a:pt x="24662" y="3233"/>
                    <a:pt x="25313" y="3233"/>
                  </a:cubicBezTo>
                  <a:cubicBezTo>
                    <a:pt x="26191" y="3233"/>
                    <a:pt x="26917" y="2507"/>
                    <a:pt x="26917" y="1604"/>
                  </a:cubicBezTo>
                  <a:cubicBezTo>
                    <a:pt x="26917" y="727"/>
                    <a:pt x="26191" y="0"/>
                    <a:pt x="25313" y="0"/>
                  </a:cubicBez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699;p51"/>
            <p:cNvSpPr/>
            <p:nvPr/>
          </p:nvSpPr>
          <p:spPr>
            <a:xfrm>
              <a:off x="3715995" y="2815525"/>
              <a:ext cx="570077" cy="205840"/>
            </a:xfrm>
            <a:custGeom>
              <a:avLst/>
              <a:gdLst/>
              <a:ahLst/>
              <a:cxnLst/>
              <a:rect l="l" t="t" r="r" b="b"/>
              <a:pathLst>
                <a:path w="23535" h="8497" extrusionOk="0">
                  <a:moveTo>
                    <a:pt x="1604" y="0"/>
                  </a:moveTo>
                  <a:cubicBezTo>
                    <a:pt x="702" y="0"/>
                    <a:pt x="0" y="727"/>
                    <a:pt x="0" y="1604"/>
                  </a:cubicBezTo>
                  <a:cubicBezTo>
                    <a:pt x="0" y="2506"/>
                    <a:pt x="702" y="3208"/>
                    <a:pt x="1604" y="3208"/>
                  </a:cubicBezTo>
                  <a:cubicBezTo>
                    <a:pt x="1805" y="3208"/>
                    <a:pt x="1980" y="3183"/>
                    <a:pt x="2156" y="3108"/>
                  </a:cubicBezTo>
                  <a:lnTo>
                    <a:pt x="8121" y="8496"/>
                  </a:lnTo>
                  <a:lnTo>
                    <a:pt x="23534" y="8496"/>
                  </a:lnTo>
                  <a:lnTo>
                    <a:pt x="23534" y="7168"/>
                  </a:lnTo>
                  <a:lnTo>
                    <a:pt x="8622" y="7168"/>
                  </a:lnTo>
                  <a:lnTo>
                    <a:pt x="3108" y="2206"/>
                  </a:lnTo>
                  <a:cubicBezTo>
                    <a:pt x="3158" y="2030"/>
                    <a:pt x="3208" y="1830"/>
                    <a:pt x="3208" y="1604"/>
                  </a:cubicBezTo>
                  <a:cubicBezTo>
                    <a:pt x="3208" y="727"/>
                    <a:pt x="2481" y="0"/>
                    <a:pt x="1604" y="0"/>
                  </a:cubicBez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700;p51"/>
            <p:cNvSpPr/>
            <p:nvPr/>
          </p:nvSpPr>
          <p:spPr>
            <a:xfrm>
              <a:off x="3389984" y="3056564"/>
              <a:ext cx="662970" cy="197337"/>
            </a:xfrm>
            <a:custGeom>
              <a:avLst/>
              <a:gdLst/>
              <a:ahLst/>
              <a:cxnLst/>
              <a:rect l="l" t="t" r="r" b="b"/>
              <a:pathLst>
                <a:path w="27370" h="8146" extrusionOk="0">
                  <a:moveTo>
                    <a:pt x="1630" y="0"/>
                  </a:moveTo>
                  <a:cubicBezTo>
                    <a:pt x="727" y="0"/>
                    <a:pt x="0" y="727"/>
                    <a:pt x="0" y="1629"/>
                  </a:cubicBezTo>
                  <a:cubicBezTo>
                    <a:pt x="0" y="2506"/>
                    <a:pt x="727" y="3233"/>
                    <a:pt x="1630" y="3233"/>
                  </a:cubicBezTo>
                  <a:cubicBezTo>
                    <a:pt x="1830" y="3233"/>
                    <a:pt x="2031" y="3183"/>
                    <a:pt x="2206" y="3108"/>
                  </a:cubicBezTo>
                  <a:lnTo>
                    <a:pt x="8271" y="8146"/>
                  </a:lnTo>
                  <a:lnTo>
                    <a:pt x="27369" y="8146"/>
                  </a:lnTo>
                  <a:lnTo>
                    <a:pt x="27369" y="6842"/>
                  </a:lnTo>
                  <a:lnTo>
                    <a:pt x="8747" y="6842"/>
                  </a:lnTo>
                  <a:lnTo>
                    <a:pt x="3133" y="2156"/>
                  </a:lnTo>
                  <a:cubicBezTo>
                    <a:pt x="3183" y="1980"/>
                    <a:pt x="3234" y="1805"/>
                    <a:pt x="3234" y="1629"/>
                  </a:cubicBezTo>
                  <a:cubicBezTo>
                    <a:pt x="3234" y="727"/>
                    <a:pt x="2507" y="0"/>
                    <a:pt x="1630" y="0"/>
                  </a:cubicBez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701;p51"/>
            <p:cNvSpPr/>
            <p:nvPr/>
          </p:nvSpPr>
          <p:spPr>
            <a:xfrm>
              <a:off x="2532743" y="3304869"/>
              <a:ext cx="1509264" cy="190071"/>
            </a:xfrm>
            <a:custGeom>
              <a:avLst/>
              <a:gdLst/>
              <a:ahLst/>
              <a:cxnLst/>
              <a:rect l="l" t="t" r="r" b="b"/>
              <a:pathLst>
                <a:path w="37695" h="8046" extrusionOk="0">
                  <a:moveTo>
                    <a:pt x="9700" y="1"/>
                  </a:moveTo>
                  <a:lnTo>
                    <a:pt x="2231" y="4938"/>
                  </a:lnTo>
                  <a:cubicBezTo>
                    <a:pt x="2031" y="4863"/>
                    <a:pt x="1830" y="4813"/>
                    <a:pt x="1604" y="4813"/>
                  </a:cubicBezTo>
                  <a:cubicBezTo>
                    <a:pt x="727" y="4813"/>
                    <a:pt x="0" y="5540"/>
                    <a:pt x="0" y="6442"/>
                  </a:cubicBezTo>
                  <a:cubicBezTo>
                    <a:pt x="0" y="7319"/>
                    <a:pt x="727" y="8046"/>
                    <a:pt x="1604" y="8046"/>
                  </a:cubicBezTo>
                  <a:cubicBezTo>
                    <a:pt x="2507" y="8046"/>
                    <a:pt x="3209" y="7319"/>
                    <a:pt x="3209" y="6442"/>
                  </a:cubicBezTo>
                  <a:cubicBezTo>
                    <a:pt x="3209" y="6266"/>
                    <a:pt x="3183" y="6091"/>
                    <a:pt x="3133" y="5941"/>
                  </a:cubicBezTo>
                  <a:lnTo>
                    <a:pt x="10101" y="1329"/>
                  </a:lnTo>
                  <a:lnTo>
                    <a:pt x="37695" y="1329"/>
                  </a:lnTo>
                  <a:lnTo>
                    <a:pt x="37695"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702;p51"/>
            <p:cNvSpPr/>
            <p:nvPr/>
          </p:nvSpPr>
          <p:spPr>
            <a:xfrm>
              <a:off x="3746951" y="3117272"/>
              <a:ext cx="362441" cy="77738"/>
            </a:xfrm>
            <a:custGeom>
              <a:avLst/>
              <a:gdLst/>
              <a:ahLst/>
              <a:cxnLst/>
              <a:rect l="l" t="t" r="r" b="b"/>
              <a:pathLst>
                <a:path w="14963" h="3209" extrusionOk="0">
                  <a:moveTo>
                    <a:pt x="1604" y="0"/>
                  </a:moveTo>
                  <a:cubicBezTo>
                    <a:pt x="727" y="0"/>
                    <a:pt x="0" y="702"/>
                    <a:pt x="0" y="1604"/>
                  </a:cubicBezTo>
                  <a:cubicBezTo>
                    <a:pt x="0" y="2482"/>
                    <a:pt x="727" y="3208"/>
                    <a:pt x="1604" y="3208"/>
                  </a:cubicBezTo>
                  <a:cubicBezTo>
                    <a:pt x="2281" y="3208"/>
                    <a:pt x="2832" y="2832"/>
                    <a:pt x="3083" y="2256"/>
                  </a:cubicBezTo>
                  <a:lnTo>
                    <a:pt x="14963" y="2256"/>
                  </a:lnTo>
                  <a:lnTo>
                    <a:pt x="14963" y="953"/>
                  </a:lnTo>
                  <a:lnTo>
                    <a:pt x="3083" y="953"/>
                  </a:lnTo>
                  <a:cubicBezTo>
                    <a:pt x="2832" y="376"/>
                    <a:pt x="2281" y="0"/>
                    <a:pt x="1604" y="0"/>
                  </a:cubicBez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2703;p51"/>
            <p:cNvSpPr/>
            <p:nvPr/>
          </p:nvSpPr>
          <p:spPr>
            <a:xfrm>
              <a:off x="3581827" y="3395350"/>
              <a:ext cx="431645" cy="78344"/>
            </a:xfrm>
            <a:custGeom>
              <a:avLst/>
              <a:gdLst/>
              <a:ahLst/>
              <a:cxnLst/>
              <a:rect l="l" t="t" r="r" b="b"/>
              <a:pathLst>
                <a:path w="17820" h="3234" extrusionOk="0">
                  <a:moveTo>
                    <a:pt x="1604" y="0"/>
                  </a:moveTo>
                  <a:cubicBezTo>
                    <a:pt x="727" y="0"/>
                    <a:pt x="0" y="727"/>
                    <a:pt x="0" y="1629"/>
                  </a:cubicBezTo>
                  <a:cubicBezTo>
                    <a:pt x="0" y="2506"/>
                    <a:pt x="727" y="3233"/>
                    <a:pt x="1604" y="3233"/>
                  </a:cubicBezTo>
                  <a:cubicBezTo>
                    <a:pt x="2256" y="3233"/>
                    <a:pt x="2832" y="2832"/>
                    <a:pt x="3083" y="2281"/>
                  </a:cubicBezTo>
                  <a:lnTo>
                    <a:pt x="17820" y="2281"/>
                  </a:lnTo>
                  <a:lnTo>
                    <a:pt x="17820" y="953"/>
                  </a:lnTo>
                  <a:lnTo>
                    <a:pt x="3083" y="953"/>
                  </a:lnTo>
                  <a:cubicBezTo>
                    <a:pt x="2832" y="401"/>
                    <a:pt x="2256" y="0"/>
                    <a:pt x="1604" y="0"/>
                  </a:cubicBez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2710;p51"/>
            <p:cNvSpPr/>
            <p:nvPr/>
          </p:nvSpPr>
          <p:spPr>
            <a:xfrm>
              <a:off x="4302422" y="2194396"/>
              <a:ext cx="182759" cy="182172"/>
            </a:xfrm>
            <a:custGeom>
              <a:avLst/>
              <a:gdLst/>
              <a:ahLst/>
              <a:cxnLst/>
              <a:rect l="l" t="t" r="r" b="b"/>
              <a:pathLst>
                <a:path w="7545" h="7520" extrusionOk="0">
                  <a:moveTo>
                    <a:pt x="3785" y="1204"/>
                  </a:moveTo>
                  <a:cubicBezTo>
                    <a:pt x="5189" y="1204"/>
                    <a:pt x="6342" y="2357"/>
                    <a:pt x="6342" y="3760"/>
                  </a:cubicBezTo>
                  <a:cubicBezTo>
                    <a:pt x="6342" y="5164"/>
                    <a:pt x="5189" y="6317"/>
                    <a:pt x="3785" y="6317"/>
                  </a:cubicBezTo>
                  <a:cubicBezTo>
                    <a:pt x="2357" y="6317"/>
                    <a:pt x="1229" y="5164"/>
                    <a:pt x="1229" y="3760"/>
                  </a:cubicBezTo>
                  <a:cubicBezTo>
                    <a:pt x="1229" y="2357"/>
                    <a:pt x="2357" y="1204"/>
                    <a:pt x="3785" y="1204"/>
                  </a:cubicBezTo>
                  <a:close/>
                  <a:moveTo>
                    <a:pt x="3785" y="1"/>
                  </a:moveTo>
                  <a:cubicBezTo>
                    <a:pt x="1705" y="1"/>
                    <a:pt x="1" y="1680"/>
                    <a:pt x="1" y="3760"/>
                  </a:cubicBezTo>
                  <a:cubicBezTo>
                    <a:pt x="1" y="5841"/>
                    <a:pt x="1705" y="7520"/>
                    <a:pt x="3785" y="7520"/>
                  </a:cubicBezTo>
                  <a:cubicBezTo>
                    <a:pt x="5840" y="7520"/>
                    <a:pt x="7545" y="5841"/>
                    <a:pt x="7545" y="3760"/>
                  </a:cubicBezTo>
                  <a:cubicBezTo>
                    <a:pt x="7545" y="1680"/>
                    <a:pt x="5840" y="1"/>
                    <a:pt x="3785" y="1"/>
                  </a:cubicBez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2711;p51"/>
            <p:cNvSpPr/>
            <p:nvPr/>
          </p:nvSpPr>
          <p:spPr>
            <a:xfrm>
              <a:off x="4175544" y="2067506"/>
              <a:ext cx="436514" cy="435953"/>
            </a:xfrm>
            <a:custGeom>
              <a:avLst/>
              <a:gdLst/>
              <a:ahLst/>
              <a:cxnLst/>
              <a:rect l="l" t="t" r="r" b="b"/>
              <a:pathLst>
                <a:path w="18021" h="17996" extrusionOk="0">
                  <a:moveTo>
                    <a:pt x="9750" y="1204"/>
                  </a:moveTo>
                  <a:lnTo>
                    <a:pt x="9750" y="2582"/>
                  </a:lnTo>
                  <a:lnTo>
                    <a:pt x="10251" y="2683"/>
                  </a:lnTo>
                  <a:cubicBezTo>
                    <a:pt x="11104" y="2858"/>
                    <a:pt x="11906" y="3184"/>
                    <a:pt x="12607" y="3660"/>
                  </a:cubicBezTo>
                  <a:lnTo>
                    <a:pt x="13033" y="3936"/>
                  </a:lnTo>
                  <a:lnTo>
                    <a:pt x="13986" y="2958"/>
                  </a:lnTo>
                  <a:lnTo>
                    <a:pt x="15038" y="4011"/>
                  </a:lnTo>
                  <a:lnTo>
                    <a:pt x="14086" y="4988"/>
                  </a:lnTo>
                  <a:lnTo>
                    <a:pt x="14362" y="5414"/>
                  </a:lnTo>
                  <a:cubicBezTo>
                    <a:pt x="14838" y="6116"/>
                    <a:pt x="15164" y="6918"/>
                    <a:pt x="15339" y="7770"/>
                  </a:cubicBezTo>
                  <a:lnTo>
                    <a:pt x="15439" y="8246"/>
                  </a:lnTo>
                  <a:lnTo>
                    <a:pt x="16793" y="8246"/>
                  </a:lnTo>
                  <a:lnTo>
                    <a:pt x="16793" y="9750"/>
                  </a:lnTo>
                  <a:lnTo>
                    <a:pt x="15439" y="9750"/>
                  </a:lnTo>
                  <a:lnTo>
                    <a:pt x="15339" y="10226"/>
                  </a:lnTo>
                  <a:cubicBezTo>
                    <a:pt x="15164" y="11104"/>
                    <a:pt x="14838" y="11881"/>
                    <a:pt x="14362" y="12607"/>
                  </a:cubicBezTo>
                  <a:lnTo>
                    <a:pt x="14086" y="13008"/>
                  </a:lnTo>
                  <a:lnTo>
                    <a:pt x="15038" y="13986"/>
                  </a:lnTo>
                  <a:lnTo>
                    <a:pt x="13986" y="15038"/>
                  </a:lnTo>
                  <a:lnTo>
                    <a:pt x="13033" y="14061"/>
                  </a:lnTo>
                  <a:lnTo>
                    <a:pt x="12607" y="14362"/>
                  </a:lnTo>
                  <a:cubicBezTo>
                    <a:pt x="11906" y="14838"/>
                    <a:pt x="11104" y="15164"/>
                    <a:pt x="10251" y="15339"/>
                  </a:cubicBezTo>
                  <a:lnTo>
                    <a:pt x="9750" y="15414"/>
                  </a:lnTo>
                  <a:lnTo>
                    <a:pt x="9750" y="16793"/>
                  </a:lnTo>
                  <a:lnTo>
                    <a:pt x="8271" y="16793"/>
                  </a:lnTo>
                  <a:lnTo>
                    <a:pt x="8271" y="15414"/>
                  </a:lnTo>
                  <a:lnTo>
                    <a:pt x="7770" y="15339"/>
                  </a:lnTo>
                  <a:cubicBezTo>
                    <a:pt x="6918" y="15164"/>
                    <a:pt x="6116" y="14838"/>
                    <a:pt x="5414" y="14337"/>
                  </a:cubicBezTo>
                  <a:lnTo>
                    <a:pt x="4988" y="14061"/>
                  </a:lnTo>
                  <a:lnTo>
                    <a:pt x="4036" y="15038"/>
                  </a:lnTo>
                  <a:lnTo>
                    <a:pt x="2983" y="13986"/>
                  </a:lnTo>
                  <a:lnTo>
                    <a:pt x="3936" y="13008"/>
                  </a:lnTo>
                  <a:lnTo>
                    <a:pt x="3660" y="12607"/>
                  </a:lnTo>
                  <a:cubicBezTo>
                    <a:pt x="3184" y="11881"/>
                    <a:pt x="2858" y="11104"/>
                    <a:pt x="2682" y="10226"/>
                  </a:cubicBezTo>
                  <a:lnTo>
                    <a:pt x="2582" y="9750"/>
                  </a:lnTo>
                  <a:lnTo>
                    <a:pt x="1229" y="9750"/>
                  </a:lnTo>
                  <a:lnTo>
                    <a:pt x="1229" y="8246"/>
                  </a:lnTo>
                  <a:lnTo>
                    <a:pt x="2582" y="8246"/>
                  </a:lnTo>
                  <a:lnTo>
                    <a:pt x="2682" y="7770"/>
                  </a:lnTo>
                  <a:cubicBezTo>
                    <a:pt x="2858" y="6918"/>
                    <a:pt x="3184" y="6116"/>
                    <a:pt x="3660" y="5414"/>
                  </a:cubicBezTo>
                  <a:lnTo>
                    <a:pt x="3936" y="4988"/>
                  </a:lnTo>
                  <a:lnTo>
                    <a:pt x="2983" y="4011"/>
                  </a:lnTo>
                  <a:lnTo>
                    <a:pt x="4036" y="2958"/>
                  </a:lnTo>
                  <a:lnTo>
                    <a:pt x="4988" y="3936"/>
                  </a:lnTo>
                  <a:lnTo>
                    <a:pt x="5414" y="3660"/>
                  </a:lnTo>
                  <a:cubicBezTo>
                    <a:pt x="6116" y="3184"/>
                    <a:pt x="6918" y="2858"/>
                    <a:pt x="7770" y="2683"/>
                  </a:cubicBezTo>
                  <a:lnTo>
                    <a:pt x="8271" y="2582"/>
                  </a:lnTo>
                  <a:lnTo>
                    <a:pt x="8271" y="1204"/>
                  </a:lnTo>
                  <a:close/>
                  <a:moveTo>
                    <a:pt x="7068" y="1"/>
                  </a:moveTo>
                  <a:lnTo>
                    <a:pt x="7068" y="1605"/>
                  </a:lnTo>
                  <a:cubicBezTo>
                    <a:pt x="6392" y="1780"/>
                    <a:pt x="5765" y="2031"/>
                    <a:pt x="5164" y="2382"/>
                  </a:cubicBezTo>
                  <a:lnTo>
                    <a:pt x="4036" y="1254"/>
                  </a:lnTo>
                  <a:lnTo>
                    <a:pt x="1254" y="4011"/>
                  </a:lnTo>
                  <a:lnTo>
                    <a:pt x="2407" y="5164"/>
                  </a:lnTo>
                  <a:cubicBezTo>
                    <a:pt x="2056" y="5740"/>
                    <a:pt x="1780" y="6392"/>
                    <a:pt x="1605" y="7043"/>
                  </a:cubicBezTo>
                  <a:lnTo>
                    <a:pt x="1" y="7043"/>
                  </a:lnTo>
                  <a:lnTo>
                    <a:pt x="1" y="10953"/>
                  </a:lnTo>
                  <a:lnTo>
                    <a:pt x="1605" y="10953"/>
                  </a:lnTo>
                  <a:cubicBezTo>
                    <a:pt x="1780" y="11630"/>
                    <a:pt x="2056" y="12257"/>
                    <a:pt x="2407" y="12858"/>
                  </a:cubicBezTo>
                  <a:lnTo>
                    <a:pt x="1254" y="13986"/>
                  </a:lnTo>
                  <a:lnTo>
                    <a:pt x="4036" y="16743"/>
                  </a:lnTo>
                  <a:lnTo>
                    <a:pt x="5164" y="15615"/>
                  </a:lnTo>
                  <a:cubicBezTo>
                    <a:pt x="5740" y="15966"/>
                    <a:pt x="6392" y="16216"/>
                    <a:pt x="7068" y="16392"/>
                  </a:cubicBezTo>
                  <a:lnTo>
                    <a:pt x="7068" y="17996"/>
                  </a:lnTo>
                  <a:lnTo>
                    <a:pt x="10953" y="17996"/>
                  </a:lnTo>
                  <a:lnTo>
                    <a:pt x="10953" y="16392"/>
                  </a:lnTo>
                  <a:cubicBezTo>
                    <a:pt x="11630" y="16216"/>
                    <a:pt x="12281" y="15966"/>
                    <a:pt x="12858" y="15615"/>
                  </a:cubicBezTo>
                  <a:lnTo>
                    <a:pt x="13986" y="16743"/>
                  </a:lnTo>
                  <a:lnTo>
                    <a:pt x="16768" y="13986"/>
                  </a:lnTo>
                  <a:lnTo>
                    <a:pt x="15615" y="12858"/>
                  </a:lnTo>
                  <a:cubicBezTo>
                    <a:pt x="15966" y="12257"/>
                    <a:pt x="16241" y="11630"/>
                    <a:pt x="16417" y="10953"/>
                  </a:cubicBezTo>
                  <a:lnTo>
                    <a:pt x="18021" y="10953"/>
                  </a:lnTo>
                  <a:lnTo>
                    <a:pt x="18021" y="7043"/>
                  </a:lnTo>
                  <a:lnTo>
                    <a:pt x="16417" y="7043"/>
                  </a:lnTo>
                  <a:cubicBezTo>
                    <a:pt x="16241" y="6392"/>
                    <a:pt x="15966" y="5740"/>
                    <a:pt x="15615" y="5164"/>
                  </a:cubicBezTo>
                  <a:lnTo>
                    <a:pt x="16768" y="4011"/>
                  </a:lnTo>
                  <a:lnTo>
                    <a:pt x="13986" y="1254"/>
                  </a:lnTo>
                  <a:lnTo>
                    <a:pt x="12858" y="2382"/>
                  </a:lnTo>
                  <a:cubicBezTo>
                    <a:pt x="12281" y="2031"/>
                    <a:pt x="11630" y="1780"/>
                    <a:pt x="10953" y="1605"/>
                  </a:cubicBezTo>
                  <a:lnTo>
                    <a:pt x="10953"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2712;p51"/>
            <p:cNvSpPr/>
            <p:nvPr/>
          </p:nvSpPr>
          <p:spPr>
            <a:xfrm>
              <a:off x="4675182" y="2476133"/>
              <a:ext cx="149962" cy="149977"/>
            </a:xfrm>
            <a:custGeom>
              <a:avLst/>
              <a:gdLst/>
              <a:ahLst/>
              <a:cxnLst/>
              <a:rect l="l" t="t" r="r" b="b"/>
              <a:pathLst>
                <a:path w="6191" h="6191" extrusionOk="0">
                  <a:moveTo>
                    <a:pt x="3083" y="1203"/>
                  </a:moveTo>
                  <a:cubicBezTo>
                    <a:pt x="4136" y="1203"/>
                    <a:pt x="4988" y="2055"/>
                    <a:pt x="4988" y="3083"/>
                  </a:cubicBezTo>
                  <a:cubicBezTo>
                    <a:pt x="4988" y="4135"/>
                    <a:pt x="4136" y="4988"/>
                    <a:pt x="3083" y="4988"/>
                  </a:cubicBezTo>
                  <a:cubicBezTo>
                    <a:pt x="2056" y="4988"/>
                    <a:pt x="1203" y="4135"/>
                    <a:pt x="1203" y="3083"/>
                  </a:cubicBezTo>
                  <a:cubicBezTo>
                    <a:pt x="1203" y="2055"/>
                    <a:pt x="2056" y="1203"/>
                    <a:pt x="3083" y="1203"/>
                  </a:cubicBezTo>
                  <a:close/>
                  <a:moveTo>
                    <a:pt x="3083" y="0"/>
                  </a:moveTo>
                  <a:cubicBezTo>
                    <a:pt x="1379" y="0"/>
                    <a:pt x="0" y="1379"/>
                    <a:pt x="0" y="3083"/>
                  </a:cubicBezTo>
                  <a:cubicBezTo>
                    <a:pt x="0" y="4787"/>
                    <a:pt x="1379" y="6191"/>
                    <a:pt x="3083" y="6191"/>
                  </a:cubicBezTo>
                  <a:cubicBezTo>
                    <a:pt x="4787" y="6191"/>
                    <a:pt x="6191" y="4787"/>
                    <a:pt x="6191" y="3083"/>
                  </a:cubicBezTo>
                  <a:cubicBezTo>
                    <a:pt x="6191" y="1379"/>
                    <a:pt x="4787" y="0"/>
                    <a:pt x="3083" y="0"/>
                  </a:cubicBez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2713;p51"/>
            <p:cNvSpPr/>
            <p:nvPr/>
          </p:nvSpPr>
          <p:spPr>
            <a:xfrm>
              <a:off x="4575022" y="2375938"/>
              <a:ext cx="349700" cy="349736"/>
            </a:xfrm>
            <a:custGeom>
              <a:avLst/>
              <a:gdLst/>
              <a:ahLst/>
              <a:cxnLst/>
              <a:rect l="l" t="t" r="r" b="b"/>
              <a:pathLst>
                <a:path w="14437" h="14437" extrusionOk="0">
                  <a:moveTo>
                    <a:pt x="7694" y="1229"/>
                  </a:moveTo>
                  <a:lnTo>
                    <a:pt x="7694" y="2281"/>
                  </a:lnTo>
                  <a:lnTo>
                    <a:pt x="8171" y="2382"/>
                  </a:lnTo>
                  <a:cubicBezTo>
                    <a:pt x="8822" y="2507"/>
                    <a:pt x="9449" y="2758"/>
                    <a:pt x="10000" y="3134"/>
                  </a:cubicBezTo>
                  <a:lnTo>
                    <a:pt x="10401" y="3409"/>
                  </a:lnTo>
                  <a:lnTo>
                    <a:pt x="11153" y="2657"/>
                  </a:lnTo>
                  <a:lnTo>
                    <a:pt x="11805" y="3309"/>
                  </a:lnTo>
                  <a:lnTo>
                    <a:pt x="11053" y="4061"/>
                  </a:lnTo>
                  <a:lnTo>
                    <a:pt x="11328" y="4462"/>
                  </a:lnTo>
                  <a:cubicBezTo>
                    <a:pt x="11704" y="5013"/>
                    <a:pt x="11955" y="5615"/>
                    <a:pt x="12080" y="6291"/>
                  </a:cubicBezTo>
                  <a:lnTo>
                    <a:pt x="12181" y="6768"/>
                  </a:lnTo>
                  <a:lnTo>
                    <a:pt x="13233" y="6768"/>
                  </a:lnTo>
                  <a:lnTo>
                    <a:pt x="13233" y="7695"/>
                  </a:lnTo>
                  <a:lnTo>
                    <a:pt x="12181" y="7695"/>
                  </a:lnTo>
                  <a:lnTo>
                    <a:pt x="12080" y="8171"/>
                  </a:lnTo>
                  <a:cubicBezTo>
                    <a:pt x="11955" y="8823"/>
                    <a:pt x="11704" y="9449"/>
                    <a:pt x="11328" y="10001"/>
                  </a:cubicBezTo>
                  <a:lnTo>
                    <a:pt x="11053" y="10402"/>
                  </a:lnTo>
                  <a:lnTo>
                    <a:pt x="11805" y="11154"/>
                  </a:lnTo>
                  <a:lnTo>
                    <a:pt x="11153" y="11805"/>
                  </a:lnTo>
                  <a:lnTo>
                    <a:pt x="10401" y="11053"/>
                  </a:lnTo>
                  <a:lnTo>
                    <a:pt x="10000" y="11329"/>
                  </a:lnTo>
                  <a:cubicBezTo>
                    <a:pt x="9449" y="11705"/>
                    <a:pt x="8822" y="11956"/>
                    <a:pt x="8171" y="12081"/>
                  </a:cubicBezTo>
                  <a:lnTo>
                    <a:pt x="7694" y="12181"/>
                  </a:lnTo>
                  <a:lnTo>
                    <a:pt x="7694" y="13234"/>
                  </a:lnTo>
                  <a:lnTo>
                    <a:pt x="6767" y="13234"/>
                  </a:lnTo>
                  <a:lnTo>
                    <a:pt x="6767" y="12181"/>
                  </a:lnTo>
                  <a:lnTo>
                    <a:pt x="6291" y="12081"/>
                  </a:lnTo>
                  <a:cubicBezTo>
                    <a:pt x="5614" y="11956"/>
                    <a:pt x="5013" y="11705"/>
                    <a:pt x="4461" y="11329"/>
                  </a:cubicBezTo>
                  <a:lnTo>
                    <a:pt x="4060" y="11053"/>
                  </a:lnTo>
                  <a:lnTo>
                    <a:pt x="3308" y="11805"/>
                  </a:lnTo>
                  <a:lnTo>
                    <a:pt x="2657" y="11154"/>
                  </a:lnTo>
                  <a:lnTo>
                    <a:pt x="3409" y="10402"/>
                  </a:lnTo>
                  <a:lnTo>
                    <a:pt x="3133" y="10001"/>
                  </a:lnTo>
                  <a:cubicBezTo>
                    <a:pt x="2757" y="9449"/>
                    <a:pt x="2506" y="8823"/>
                    <a:pt x="2381" y="8171"/>
                  </a:cubicBezTo>
                  <a:lnTo>
                    <a:pt x="2281" y="7695"/>
                  </a:lnTo>
                  <a:lnTo>
                    <a:pt x="1228" y="7695"/>
                  </a:lnTo>
                  <a:lnTo>
                    <a:pt x="1228" y="6768"/>
                  </a:lnTo>
                  <a:lnTo>
                    <a:pt x="2281" y="6768"/>
                  </a:lnTo>
                  <a:lnTo>
                    <a:pt x="2381" y="6291"/>
                  </a:lnTo>
                  <a:cubicBezTo>
                    <a:pt x="2506" y="5615"/>
                    <a:pt x="2757" y="5013"/>
                    <a:pt x="3133" y="4462"/>
                  </a:cubicBezTo>
                  <a:lnTo>
                    <a:pt x="3409" y="4061"/>
                  </a:lnTo>
                  <a:lnTo>
                    <a:pt x="2657" y="3309"/>
                  </a:lnTo>
                  <a:lnTo>
                    <a:pt x="3308" y="2657"/>
                  </a:lnTo>
                  <a:lnTo>
                    <a:pt x="4060" y="3409"/>
                  </a:lnTo>
                  <a:lnTo>
                    <a:pt x="4461" y="3134"/>
                  </a:lnTo>
                  <a:cubicBezTo>
                    <a:pt x="5013" y="2758"/>
                    <a:pt x="5614" y="2507"/>
                    <a:pt x="6291" y="2382"/>
                  </a:cubicBezTo>
                  <a:lnTo>
                    <a:pt x="6767" y="2281"/>
                  </a:lnTo>
                  <a:lnTo>
                    <a:pt x="6767" y="1229"/>
                  </a:lnTo>
                  <a:close/>
                  <a:moveTo>
                    <a:pt x="5564" y="1"/>
                  </a:moveTo>
                  <a:lnTo>
                    <a:pt x="5564" y="1304"/>
                  </a:lnTo>
                  <a:cubicBezTo>
                    <a:pt x="5088" y="1429"/>
                    <a:pt x="4637" y="1630"/>
                    <a:pt x="4211" y="1855"/>
                  </a:cubicBezTo>
                  <a:lnTo>
                    <a:pt x="3308" y="953"/>
                  </a:lnTo>
                  <a:lnTo>
                    <a:pt x="952" y="3309"/>
                  </a:lnTo>
                  <a:lnTo>
                    <a:pt x="1855" y="4211"/>
                  </a:lnTo>
                  <a:cubicBezTo>
                    <a:pt x="1629" y="4637"/>
                    <a:pt x="1429" y="5088"/>
                    <a:pt x="1303" y="5565"/>
                  </a:cubicBezTo>
                  <a:lnTo>
                    <a:pt x="0" y="5565"/>
                  </a:lnTo>
                  <a:lnTo>
                    <a:pt x="0" y="8898"/>
                  </a:lnTo>
                  <a:lnTo>
                    <a:pt x="1303" y="8898"/>
                  </a:lnTo>
                  <a:cubicBezTo>
                    <a:pt x="1429" y="9374"/>
                    <a:pt x="1629" y="9825"/>
                    <a:pt x="1855" y="10251"/>
                  </a:cubicBezTo>
                  <a:lnTo>
                    <a:pt x="952" y="11154"/>
                  </a:lnTo>
                  <a:lnTo>
                    <a:pt x="3308" y="13510"/>
                  </a:lnTo>
                  <a:lnTo>
                    <a:pt x="4211" y="12607"/>
                  </a:lnTo>
                  <a:cubicBezTo>
                    <a:pt x="4637" y="12833"/>
                    <a:pt x="5088" y="13033"/>
                    <a:pt x="5564" y="13159"/>
                  </a:cubicBezTo>
                  <a:lnTo>
                    <a:pt x="5564" y="14437"/>
                  </a:lnTo>
                  <a:lnTo>
                    <a:pt x="8897" y="14437"/>
                  </a:lnTo>
                  <a:lnTo>
                    <a:pt x="8897" y="13159"/>
                  </a:lnTo>
                  <a:cubicBezTo>
                    <a:pt x="9374" y="13033"/>
                    <a:pt x="9825" y="12833"/>
                    <a:pt x="10251" y="12607"/>
                  </a:cubicBezTo>
                  <a:lnTo>
                    <a:pt x="11153" y="13510"/>
                  </a:lnTo>
                  <a:lnTo>
                    <a:pt x="13509" y="11154"/>
                  </a:lnTo>
                  <a:lnTo>
                    <a:pt x="12607" y="10251"/>
                  </a:lnTo>
                  <a:cubicBezTo>
                    <a:pt x="12832" y="9825"/>
                    <a:pt x="13033" y="9374"/>
                    <a:pt x="13158" y="8898"/>
                  </a:cubicBezTo>
                  <a:lnTo>
                    <a:pt x="14436" y="8898"/>
                  </a:lnTo>
                  <a:lnTo>
                    <a:pt x="14436" y="5565"/>
                  </a:lnTo>
                  <a:lnTo>
                    <a:pt x="13158" y="5565"/>
                  </a:lnTo>
                  <a:cubicBezTo>
                    <a:pt x="13033" y="5088"/>
                    <a:pt x="12832" y="4637"/>
                    <a:pt x="12607" y="4211"/>
                  </a:cubicBezTo>
                  <a:lnTo>
                    <a:pt x="13509" y="3309"/>
                  </a:lnTo>
                  <a:lnTo>
                    <a:pt x="11153" y="953"/>
                  </a:lnTo>
                  <a:lnTo>
                    <a:pt x="10251" y="1855"/>
                  </a:lnTo>
                  <a:cubicBezTo>
                    <a:pt x="9825" y="1630"/>
                    <a:pt x="9374" y="1429"/>
                    <a:pt x="8897" y="1304"/>
                  </a:cubicBezTo>
                  <a:lnTo>
                    <a:pt x="8897"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2723;p51"/>
            <p:cNvSpPr/>
            <p:nvPr/>
          </p:nvSpPr>
          <p:spPr>
            <a:xfrm>
              <a:off x="4052930" y="2640064"/>
              <a:ext cx="158464" cy="159086"/>
            </a:xfrm>
            <a:custGeom>
              <a:avLst/>
              <a:gdLst/>
              <a:ahLst/>
              <a:cxnLst/>
              <a:rect l="l" t="t" r="r" b="b"/>
              <a:pathLst>
                <a:path w="6542" h="6567" extrusionOk="0">
                  <a:moveTo>
                    <a:pt x="3283" y="0"/>
                  </a:moveTo>
                  <a:cubicBezTo>
                    <a:pt x="2782" y="0"/>
                    <a:pt x="2381" y="401"/>
                    <a:pt x="2381" y="902"/>
                  </a:cubicBezTo>
                  <a:lnTo>
                    <a:pt x="2381" y="2381"/>
                  </a:lnTo>
                  <a:lnTo>
                    <a:pt x="902" y="2381"/>
                  </a:lnTo>
                  <a:cubicBezTo>
                    <a:pt x="401" y="2381"/>
                    <a:pt x="0" y="2782"/>
                    <a:pt x="0" y="3283"/>
                  </a:cubicBezTo>
                  <a:cubicBezTo>
                    <a:pt x="0" y="3785"/>
                    <a:pt x="401" y="4186"/>
                    <a:pt x="902" y="4186"/>
                  </a:cubicBezTo>
                  <a:lnTo>
                    <a:pt x="2381" y="4186"/>
                  </a:lnTo>
                  <a:lnTo>
                    <a:pt x="2381" y="5664"/>
                  </a:lnTo>
                  <a:cubicBezTo>
                    <a:pt x="2381" y="6165"/>
                    <a:pt x="2782" y="6566"/>
                    <a:pt x="3283" y="6566"/>
                  </a:cubicBezTo>
                  <a:cubicBezTo>
                    <a:pt x="3785" y="6566"/>
                    <a:pt x="4186" y="6165"/>
                    <a:pt x="4186" y="5664"/>
                  </a:cubicBezTo>
                  <a:lnTo>
                    <a:pt x="4186" y="4186"/>
                  </a:lnTo>
                  <a:lnTo>
                    <a:pt x="5639" y="4186"/>
                  </a:lnTo>
                  <a:cubicBezTo>
                    <a:pt x="6140" y="4186"/>
                    <a:pt x="6541" y="3785"/>
                    <a:pt x="6541" y="3283"/>
                  </a:cubicBezTo>
                  <a:cubicBezTo>
                    <a:pt x="6541" y="2782"/>
                    <a:pt x="6140" y="2381"/>
                    <a:pt x="5639" y="2381"/>
                  </a:cubicBezTo>
                  <a:lnTo>
                    <a:pt x="4186" y="2381"/>
                  </a:lnTo>
                  <a:lnTo>
                    <a:pt x="4186" y="902"/>
                  </a:lnTo>
                  <a:cubicBezTo>
                    <a:pt x="4186" y="401"/>
                    <a:pt x="3785" y="0"/>
                    <a:pt x="3283" y="0"/>
                  </a:cubicBez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2718;p51"/>
            <p:cNvSpPr/>
            <p:nvPr/>
          </p:nvSpPr>
          <p:spPr>
            <a:xfrm>
              <a:off x="3313594" y="2321287"/>
              <a:ext cx="494793" cy="494238"/>
            </a:xfrm>
            <a:custGeom>
              <a:avLst/>
              <a:gdLst/>
              <a:ahLst/>
              <a:cxnLst/>
              <a:rect l="l" t="t" r="r" b="b"/>
              <a:pathLst>
                <a:path w="20427" h="20402" extrusionOk="0">
                  <a:moveTo>
                    <a:pt x="15790" y="3158"/>
                  </a:moveTo>
                  <a:cubicBezTo>
                    <a:pt x="16592" y="3158"/>
                    <a:pt x="17243" y="3835"/>
                    <a:pt x="17243" y="4637"/>
                  </a:cubicBezTo>
                  <a:lnTo>
                    <a:pt x="17243" y="15765"/>
                  </a:lnTo>
                  <a:cubicBezTo>
                    <a:pt x="17243" y="16567"/>
                    <a:pt x="16592" y="17218"/>
                    <a:pt x="15790" y="17218"/>
                  </a:cubicBezTo>
                  <a:lnTo>
                    <a:pt x="4637" y="17218"/>
                  </a:lnTo>
                  <a:cubicBezTo>
                    <a:pt x="3835" y="17218"/>
                    <a:pt x="3183" y="16567"/>
                    <a:pt x="3183" y="15765"/>
                  </a:cubicBezTo>
                  <a:lnTo>
                    <a:pt x="3183" y="4637"/>
                  </a:lnTo>
                  <a:cubicBezTo>
                    <a:pt x="3183" y="3835"/>
                    <a:pt x="3835" y="3158"/>
                    <a:pt x="4637" y="3158"/>
                  </a:cubicBezTo>
                  <a:close/>
                  <a:moveTo>
                    <a:pt x="4361" y="0"/>
                  </a:moveTo>
                  <a:lnTo>
                    <a:pt x="4361" y="1930"/>
                  </a:lnTo>
                  <a:cubicBezTo>
                    <a:pt x="3083" y="2055"/>
                    <a:pt x="2080" y="3083"/>
                    <a:pt x="1955" y="4361"/>
                  </a:cubicBezTo>
                  <a:lnTo>
                    <a:pt x="0" y="4361"/>
                  </a:lnTo>
                  <a:lnTo>
                    <a:pt x="0" y="5614"/>
                  </a:lnTo>
                  <a:lnTo>
                    <a:pt x="1930" y="5614"/>
                  </a:lnTo>
                  <a:lnTo>
                    <a:pt x="1930" y="6441"/>
                  </a:lnTo>
                  <a:lnTo>
                    <a:pt x="0" y="6441"/>
                  </a:lnTo>
                  <a:lnTo>
                    <a:pt x="0" y="7695"/>
                  </a:lnTo>
                  <a:lnTo>
                    <a:pt x="1930" y="7695"/>
                  </a:lnTo>
                  <a:lnTo>
                    <a:pt x="1930" y="8522"/>
                  </a:lnTo>
                  <a:lnTo>
                    <a:pt x="0" y="8522"/>
                  </a:lnTo>
                  <a:lnTo>
                    <a:pt x="0" y="9775"/>
                  </a:lnTo>
                  <a:lnTo>
                    <a:pt x="1930" y="9775"/>
                  </a:lnTo>
                  <a:lnTo>
                    <a:pt x="1930" y="10627"/>
                  </a:lnTo>
                  <a:lnTo>
                    <a:pt x="0" y="10627"/>
                  </a:lnTo>
                  <a:lnTo>
                    <a:pt x="0" y="11880"/>
                  </a:lnTo>
                  <a:lnTo>
                    <a:pt x="1930" y="11880"/>
                  </a:lnTo>
                  <a:lnTo>
                    <a:pt x="1930" y="12707"/>
                  </a:lnTo>
                  <a:lnTo>
                    <a:pt x="0" y="12707"/>
                  </a:lnTo>
                  <a:lnTo>
                    <a:pt x="0" y="13960"/>
                  </a:lnTo>
                  <a:lnTo>
                    <a:pt x="1930" y="13960"/>
                  </a:lnTo>
                  <a:lnTo>
                    <a:pt x="1930" y="14787"/>
                  </a:lnTo>
                  <a:lnTo>
                    <a:pt x="0" y="14787"/>
                  </a:lnTo>
                  <a:lnTo>
                    <a:pt x="0" y="16040"/>
                  </a:lnTo>
                  <a:lnTo>
                    <a:pt x="1955" y="16040"/>
                  </a:lnTo>
                  <a:cubicBezTo>
                    <a:pt x="2080" y="17319"/>
                    <a:pt x="3083" y="18346"/>
                    <a:pt x="4361" y="18472"/>
                  </a:cubicBezTo>
                  <a:lnTo>
                    <a:pt x="4361" y="20401"/>
                  </a:lnTo>
                  <a:lnTo>
                    <a:pt x="5614" y="20401"/>
                  </a:lnTo>
                  <a:lnTo>
                    <a:pt x="5614" y="18472"/>
                  </a:lnTo>
                  <a:lnTo>
                    <a:pt x="6466" y="18472"/>
                  </a:lnTo>
                  <a:lnTo>
                    <a:pt x="6466" y="20401"/>
                  </a:lnTo>
                  <a:lnTo>
                    <a:pt x="7720" y="20401"/>
                  </a:lnTo>
                  <a:lnTo>
                    <a:pt x="7720" y="18472"/>
                  </a:lnTo>
                  <a:lnTo>
                    <a:pt x="8547" y="18472"/>
                  </a:lnTo>
                  <a:lnTo>
                    <a:pt x="8547" y="20401"/>
                  </a:lnTo>
                  <a:lnTo>
                    <a:pt x="9800" y="20401"/>
                  </a:lnTo>
                  <a:lnTo>
                    <a:pt x="9800" y="18472"/>
                  </a:lnTo>
                  <a:lnTo>
                    <a:pt x="10627" y="18472"/>
                  </a:lnTo>
                  <a:lnTo>
                    <a:pt x="10627" y="20401"/>
                  </a:lnTo>
                  <a:lnTo>
                    <a:pt x="11880" y="20401"/>
                  </a:lnTo>
                  <a:lnTo>
                    <a:pt x="11880" y="18472"/>
                  </a:lnTo>
                  <a:lnTo>
                    <a:pt x="12732" y="18472"/>
                  </a:lnTo>
                  <a:lnTo>
                    <a:pt x="12732" y="20401"/>
                  </a:lnTo>
                  <a:lnTo>
                    <a:pt x="13985" y="20401"/>
                  </a:lnTo>
                  <a:lnTo>
                    <a:pt x="13985" y="18472"/>
                  </a:lnTo>
                  <a:lnTo>
                    <a:pt x="14812" y="18472"/>
                  </a:lnTo>
                  <a:lnTo>
                    <a:pt x="14812" y="20401"/>
                  </a:lnTo>
                  <a:lnTo>
                    <a:pt x="16065" y="20401"/>
                  </a:lnTo>
                  <a:lnTo>
                    <a:pt x="16065" y="18472"/>
                  </a:lnTo>
                  <a:cubicBezTo>
                    <a:pt x="17344" y="18346"/>
                    <a:pt x="18346" y="17319"/>
                    <a:pt x="18497" y="16040"/>
                  </a:cubicBezTo>
                  <a:lnTo>
                    <a:pt x="20426" y="16040"/>
                  </a:lnTo>
                  <a:lnTo>
                    <a:pt x="20426" y="14787"/>
                  </a:lnTo>
                  <a:lnTo>
                    <a:pt x="18497" y="14787"/>
                  </a:lnTo>
                  <a:lnTo>
                    <a:pt x="18497" y="13960"/>
                  </a:lnTo>
                  <a:lnTo>
                    <a:pt x="20426" y="13960"/>
                  </a:lnTo>
                  <a:lnTo>
                    <a:pt x="20426" y="12707"/>
                  </a:lnTo>
                  <a:lnTo>
                    <a:pt x="18497" y="12707"/>
                  </a:lnTo>
                  <a:lnTo>
                    <a:pt x="18497" y="11880"/>
                  </a:lnTo>
                  <a:lnTo>
                    <a:pt x="20426" y="11880"/>
                  </a:lnTo>
                  <a:lnTo>
                    <a:pt x="20426" y="10627"/>
                  </a:lnTo>
                  <a:lnTo>
                    <a:pt x="18497" y="10627"/>
                  </a:lnTo>
                  <a:lnTo>
                    <a:pt x="18497" y="9775"/>
                  </a:lnTo>
                  <a:lnTo>
                    <a:pt x="20426" y="9775"/>
                  </a:lnTo>
                  <a:lnTo>
                    <a:pt x="20426" y="8522"/>
                  </a:lnTo>
                  <a:lnTo>
                    <a:pt x="18497" y="8522"/>
                  </a:lnTo>
                  <a:lnTo>
                    <a:pt x="18497" y="7695"/>
                  </a:lnTo>
                  <a:lnTo>
                    <a:pt x="20426" y="7695"/>
                  </a:lnTo>
                  <a:lnTo>
                    <a:pt x="20426" y="6441"/>
                  </a:lnTo>
                  <a:lnTo>
                    <a:pt x="18497" y="6441"/>
                  </a:lnTo>
                  <a:lnTo>
                    <a:pt x="18497" y="5614"/>
                  </a:lnTo>
                  <a:lnTo>
                    <a:pt x="20426" y="5614"/>
                  </a:lnTo>
                  <a:lnTo>
                    <a:pt x="20426" y="4361"/>
                  </a:lnTo>
                  <a:lnTo>
                    <a:pt x="18497" y="4361"/>
                  </a:lnTo>
                  <a:cubicBezTo>
                    <a:pt x="18346" y="3083"/>
                    <a:pt x="17344" y="2055"/>
                    <a:pt x="16065" y="1930"/>
                  </a:cubicBezTo>
                  <a:lnTo>
                    <a:pt x="16065" y="0"/>
                  </a:lnTo>
                  <a:lnTo>
                    <a:pt x="14812" y="0"/>
                  </a:lnTo>
                  <a:lnTo>
                    <a:pt x="14812" y="1905"/>
                  </a:lnTo>
                  <a:lnTo>
                    <a:pt x="13985" y="1905"/>
                  </a:lnTo>
                  <a:lnTo>
                    <a:pt x="13985" y="0"/>
                  </a:lnTo>
                  <a:lnTo>
                    <a:pt x="12732" y="0"/>
                  </a:lnTo>
                  <a:lnTo>
                    <a:pt x="12732" y="1905"/>
                  </a:lnTo>
                  <a:lnTo>
                    <a:pt x="11880" y="1905"/>
                  </a:lnTo>
                  <a:lnTo>
                    <a:pt x="11880" y="0"/>
                  </a:lnTo>
                  <a:lnTo>
                    <a:pt x="10627" y="0"/>
                  </a:lnTo>
                  <a:lnTo>
                    <a:pt x="10627" y="1905"/>
                  </a:lnTo>
                  <a:lnTo>
                    <a:pt x="9800" y="1905"/>
                  </a:lnTo>
                  <a:lnTo>
                    <a:pt x="9800" y="0"/>
                  </a:lnTo>
                  <a:lnTo>
                    <a:pt x="8547" y="0"/>
                  </a:lnTo>
                  <a:lnTo>
                    <a:pt x="8547" y="1905"/>
                  </a:lnTo>
                  <a:lnTo>
                    <a:pt x="7720" y="1905"/>
                  </a:lnTo>
                  <a:lnTo>
                    <a:pt x="7720" y="0"/>
                  </a:lnTo>
                  <a:lnTo>
                    <a:pt x="6466" y="0"/>
                  </a:lnTo>
                  <a:lnTo>
                    <a:pt x="6466" y="1905"/>
                  </a:lnTo>
                  <a:lnTo>
                    <a:pt x="5614" y="1905"/>
                  </a:lnTo>
                  <a:lnTo>
                    <a:pt x="5614"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2719;p51"/>
            <p:cNvSpPr/>
            <p:nvPr/>
          </p:nvSpPr>
          <p:spPr>
            <a:xfrm>
              <a:off x="3414965" y="2422669"/>
              <a:ext cx="292026" cy="291451"/>
            </a:xfrm>
            <a:custGeom>
              <a:avLst/>
              <a:gdLst/>
              <a:ahLst/>
              <a:cxnLst/>
              <a:rect l="l" t="t" r="r" b="b"/>
              <a:pathLst>
                <a:path w="12056" h="12031" extrusionOk="0">
                  <a:moveTo>
                    <a:pt x="10552" y="627"/>
                  </a:moveTo>
                  <a:cubicBezTo>
                    <a:pt x="11028" y="627"/>
                    <a:pt x="11429" y="1003"/>
                    <a:pt x="11429" y="1479"/>
                  </a:cubicBezTo>
                  <a:lnTo>
                    <a:pt x="11429" y="10527"/>
                  </a:lnTo>
                  <a:cubicBezTo>
                    <a:pt x="11429" y="11028"/>
                    <a:pt x="11028" y="11404"/>
                    <a:pt x="10552" y="11404"/>
                  </a:cubicBezTo>
                  <a:lnTo>
                    <a:pt x="10402" y="11404"/>
                  </a:lnTo>
                  <a:lnTo>
                    <a:pt x="10402" y="8848"/>
                  </a:lnTo>
                  <a:cubicBezTo>
                    <a:pt x="10602" y="8723"/>
                    <a:pt x="10728" y="8497"/>
                    <a:pt x="10728" y="8246"/>
                  </a:cubicBezTo>
                  <a:cubicBezTo>
                    <a:pt x="10728" y="7820"/>
                    <a:pt x="10402" y="7495"/>
                    <a:pt x="9976" y="7495"/>
                  </a:cubicBezTo>
                  <a:cubicBezTo>
                    <a:pt x="9575" y="7495"/>
                    <a:pt x="9249" y="7820"/>
                    <a:pt x="9249" y="8246"/>
                  </a:cubicBezTo>
                  <a:cubicBezTo>
                    <a:pt x="9249" y="8497"/>
                    <a:pt x="9374" y="8698"/>
                    <a:pt x="9550" y="8848"/>
                  </a:cubicBezTo>
                  <a:lnTo>
                    <a:pt x="9550" y="11404"/>
                  </a:lnTo>
                  <a:lnTo>
                    <a:pt x="8096" y="11404"/>
                  </a:lnTo>
                  <a:lnTo>
                    <a:pt x="8096" y="7018"/>
                  </a:lnTo>
                  <a:lnTo>
                    <a:pt x="9224" y="5414"/>
                  </a:lnTo>
                  <a:lnTo>
                    <a:pt x="9249" y="5414"/>
                  </a:lnTo>
                  <a:cubicBezTo>
                    <a:pt x="9650" y="5414"/>
                    <a:pt x="9976" y="5088"/>
                    <a:pt x="9976" y="4662"/>
                  </a:cubicBezTo>
                  <a:cubicBezTo>
                    <a:pt x="9976" y="4261"/>
                    <a:pt x="9650" y="3936"/>
                    <a:pt x="9249" y="3936"/>
                  </a:cubicBezTo>
                  <a:cubicBezTo>
                    <a:pt x="8823" y="3936"/>
                    <a:pt x="8497" y="4261"/>
                    <a:pt x="8497" y="4662"/>
                  </a:cubicBezTo>
                  <a:cubicBezTo>
                    <a:pt x="8497" y="4763"/>
                    <a:pt x="8522" y="4838"/>
                    <a:pt x="8547" y="4913"/>
                  </a:cubicBezTo>
                  <a:lnTo>
                    <a:pt x="7269" y="6743"/>
                  </a:lnTo>
                  <a:lnTo>
                    <a:pt x="7269" y="11404"/>
                  </a:lnTo>
                  <a:lnTo>
                    <a:pt x="6066" y="11404"/>
                  </a:lnTo>
                  <a:lnTo>
                    <a:pt x="6066" y="10176"/>
                  </a:lnTo>
                  <a:cubicBezTo>
                    <a:pt x="6241" y="10026"/>
                    <a:pt x="6392" y="9800"/>
                    <a:pt x="6392" y="9550"/>
                  </a:cubicBezTo>
                  <a:cubicBezTo>
                    <a:pt x="6392" y="9149"/>
                    <a:pt x="6041" y="8823"/>
                    <a:pt x="5640" y="8823"/>
                  </a:cubicBezTo>
                  <a:cubicBezTo>
                    <a:pt x="5239" y="8823"/>
                    <a:pt x="4888" y="9149"/>
                    <a:pt x="4888" y="9550"/>
                  </a:cubicBezTo>
                  <a:cubicBezTo>
                    <a:pt x="4888" y="9800"/>
                    <a:pt x="5038" y="10026"/>
                    <a:pt x="5214" y="10176"/>
                  </a:cubicBezTo>
                  <a:lnTo>
                    <a:pt x="5214" y="11404"/>
                  </a:lnTo>
                  <a:lnTo>
                    <a:pt x="2357" y="11404"/>
                  </a:lnTo>
                  <a:lnTo>
                    <a:pt x="2357" y="8146"/>
                  </a:lnTo>
                  <a:cubicBezTo>
                    <a:pt x="2557" y="7996"/>
                    <a:pt x="2682" y="7770"/>
                    <a:pt x="2682" y="7520"/>
                  </a:cubicBezTo>
                  <a:cubicBezTo>
                    <a:pt x="2682" y="7119"/>
                    <a:pt x="2332" y="6793"/>
                    <a:pt x="1930" y="6793"/>
                  </a:cubicBezTo>
                  <a:cubicBezTo>
                    <a:pt x="1529" y="6793"/>
                    <a:pt x="1204" y="7119"/>
                    <a:pt x="1204" y="7520"/>
                  </a:cubicBezTo>
                  <a:cubicBezTo>
                    <a:pt x="1204" y="7770"/>
                    <a:pt x="1329" y="7996"/>
                    <a:pt x="1504" y="8146"/>
                  </a:cubicBezTo>
                  <a:lnTo>
                    <a:pt x="1504" y="11404"/>
                  </a:lnTo>
                  <a:cubicBezTo>
                    <a:pt x="1028" y="11404"/>
                    <a:pt x="627" y="11028"/>
                    <a:pt x="627" y="10527"/>
                  </a:cubicBezTo>
                  <a:lnTo>
                    <a:pt x="627" y="1479"/>
                  </a:lnTo>
                  <a:cubicBezTo>
                    <a:pt x="627" y="1003"/>
                    <a:pt x="1028" y="627"/>
                    <a:pt x="1504" y="627"/>
                  </a:cubicBezTo>
                  <a:lnTo>
                    <a:pt x="2256" y="627"/>
                  </a:lnTo>
                  <a:lnTo>
                    <a:pt x="2256" y="4211"/>
                  </a:lnTo>
                  <a:lnTo>
                    <a:pt x="3459" y="6467"/>
                  </a:lnTo>
                  <a:cubicBezTo>
                    <a:pt x="3434" y="6567"/>
                    <a:pt x="3384" y="6667"/>
                    <a:pt x="3384" y="6793"/>
                  </a:cubicBezTo>
                  <a:cubicBezTo>
                    <a:pt x="3384" y="7194"/>
                    <a:pt x="3735" y="7520"/>
                    <a:pt x="4136" y="7520"/>
                  </a:cubicBezTo>
                  <a:cubicBezTo>
                    <a:pt x="4537" y="7520"/>
                    <a:pt x="4888" y="7194"/>
                    <a:pt x="4888" y="6793"/>
                  </a:cubicBezTo>
                  <a:cubicBezTo>
                    <a:pt x="4888" y="6392"/>
                    <a:pt x="4587" y="6091"/>
                    <a:pt x="4186" y="6041"/>
                  </a:cubicBezTo>
                  <a:lnTo>
                    <a:pt x="3083" y="4011"/>
                  </a:lnTo>
                  <a:lnTo>
                    <a:pt x="3083" y="627"/>
                  </a:lnTo>
                  <a:lnTo>
                    <a:pt x="4587" y="627"/>
                  </a:lnTo>
                  <a:lnTo>
                    <a:pt x="4587" y="2307"/>
                  </a:lnTo>
                  <a:cubicBezTo>
                    <a:pt x="4412" y="2432"/>
                    <a:pt x="4261" y="2657"/>
                    <a:pt x="4261" y="2908"/>
                  </a:cubicBezTo>
                  <a:cubicBezTo>
                    <a:pt x="4261" y="3334"/>
                    <a:pt x="4612" y="3660"/>
                    <a:pt x="5013" y="3660"/>
                  </a:cubicBezTo>
                  <a:cubicBezTo>
                    <a:pt x="5414" y="3660"/>
                    <a:pt x="5765" y="3334"/>
                    <a:pt x="5765" y="2908"/>
                  </a:cubicBezTo>
                  <a:cubicBezTo>
                    <a:pt x="5765" y="2657"/>
                    <a:pt x="5615" y="2432"/>
                    <a:pt x="5439" y="2307"/>
                  </a:cubicBezTo>
                  <a:lnTo>
                    <a:pt x="5439" y="627"/>
                  </a:lnTo>
                  <a:lnTo>
                    <a:pt x="6793" y="627"/>
                  </a:lnTo>
                  <a:lnTo>
                    <a:pt x="6793" y="3209"/>
                  </a:lnTo>
                  <a:lnTo>
                    <a:pt x="5941" y="4687"/>
                  </a:lnTo>
                  <a:cubicBezTo>
                    <a:pt x="5565" y="4713"/>
                    <a:pt x="5289" y="5038"/>
                    <a:pt x="5289" y="5414"/>
                  </a:cubicBezTo>
                  <a:cubicBezTo>
                    <a:pt x="5289" y="5815"/>
                    <a:pt x="5615" y="6141"/>
                    <a:pt x="6041" y="6141"/>
                  </a:cubicBezTo>
                  <a:cubicBezTo>
                    <a:pt x="6442" y="6141"/>
                    <a:pt x="6768" y="5815"/>
                    <a:pt x="6768" y="5414"/>
                  </a:cubicBezTo>
                  <a:cubicBezTo>
                    <a:pt x="6768" y="5289"/>
                    <a:pt x="6743" y="5164"/>
                    <a:pt x="6692" y="5063"/>
                  </a:cubicBezTo>
                  <a:lnTo>
                    <a:pt x="7620" y="3434"/>
                  </a:lnTo>
                  <a:lnTo>
                    <a:pt x="7620" y="627"/>
                  </a:lnTo>
                  <a:lnTo>
                    <a:pt x="8823" y="627"/>
                  </a:lnTo>
                  <a:lnTo>
                    <a:pt x="8823" y="1078"/>
                  </a:lnTo>
                  <a:cubicBezTo>
                    <a:pt x="8622" y="1229"/>
                    <a:pt x="8497" y="1454"/>
                    <a:pt x="8497" y="1705"/>
                  </a:cubicBezTo>
                  <a:cubicBezTo>
                    <a:pt x="8497" y="2106"/>
                    <a:pt x="8823" y="2432"/>
                    <a:pt x="9249" y="2432"/>
                  </a:cubicBezTo>
                  <a:cubicBezTo>
                    <a:pt x="9650" y="2432"/>
                    <a:pt x="9976" y="2106"/>
                    <a:pt x="9976" y="1705"/>
                  </a:cubicBezTo>
                  <a:cubicBezTo>
                    <a:pt x="9976" y="1454"/>
                    <a:pt x="9850" y="1229"/>
                    <a:pt x="9650" y="1078"/>
                  </a:cubicBezTo>
                  <a:lnTo>
                    <a:pt x="9650" y="627"/>
                  </a:lnTo>
                  <a:close/>
                  <a:moveTo>
                    <a:pt x="1504" y="1"/>
                  </a:moveTo>
                  <a:cubicBezTo>
                    <a:pt x="677" y="1"/>
                    <a:pt x="1" y="652"/>
                    <a:pt x="1" y="1479"/>
                  </a:cubicBezTo>
                  <a:lnTo>
                    <a:pt x="1" y="10527"/>
                  </a:lnTo>
                  <a:cubicBezTo>
                    <a:pt x="1" y="11354"/>
                    <a:pt x="677" y="12031"/>
                    <a:pt x="1504" y="12031"/>
                  </a:cubicBezTo>
                  <a:lnTo>
                    <a:pt x="10552" y="12031"/>
                  </a:lnTo>
                  <a:cubicBezTo>
                    <a:pt x="11379" y="12031"/>
                    <a:pt x="12056" y="11354"/>
                    <a:pt x="12056" y="10527"/>
                  </a:cubicBezTo>
                  <a:lnTo>
                    <a:pt x="12056" y="1479"/>
                  </a:lnTo>
                  <a:cubicBezTo>
                    <a:pt x="12056" y="652"/>
                    <a:pt x="11379" y="1"/>
                    <a:pt x="10552" y="1"/>
                  </a:cubicBez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 name="Google Shape;1855;p24"/>
          <p:cNvSpPr txBox="1">
            <a:spLocks/>
          </p:cNvSpPr>
          <p:nvPr/>
        </p:nvSpPr>
        <p:spPr>
          <a:xfrm>
            <a:off x="5315692" y="1623039"/>
            <a:ext cx="3567559" cy="10431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just"/>
            <a:r>
              <a:rPr lang="vi-VN" sz="1600">
                <a:solidFill>
                  <a:schemeClr val="bg1">
                    <a:lumMod val="50000"/>
                  </a:schemeClr>
                </a:solidFill>
                <a:latin typeface="Arial" panose="020B0604020202020204" pitchFamily="34" charset="0"/>
                <a:cs typeface="Arial" panose="020B0604020202020204" pitchFamily="34" charset="0"/>
              </a:rPr>
              <a:t>Reactive Control</a:t>
            </a:r>
            <a:r>
              <a:rPr lang="en-US" sz="1600">
                <a:solidFill>
                  <a:schemeClr val="bg1">
                    <a:lumMod val="50000"/>
                  </a:schemeClr>
                </a:solidFill>
                <a:latin typeface="Arial" panose="020B0604020202020204" pitchFamily="34" charset="0"/>
                <a:cs typeface="Arial" panose="020B0604020202020204" pitchFamily="34" charset="0"/>
              </a:rPr>
              <a:t>: </a:t>
            </a:r>
            <a:r>
              <a:rPr lang="vi-VN" sz="1600">
                <a:solidFill>
                  <a:schemeClr val="bg1">
                    <a:lumMod val="50000"/>
                  </a:schemeClr>
                </a:solidFill>
                <a:latin typeface="Arial" panose="020B0604020202020204" pitchFamily="34" charset="0"/>
                <a:cs typeface="Arial" panose="020B0604020202020204" pitchFamily="34" charset="0"/>
              </a:rPr>
              <a:t>phương pháp điều khiển đơn giản dựa trên các quy tắc logic để điều khiển Robot di chuyển trên đường</a:t>
            </a:r>
            <a:r>
              <a:rPr lang="en-US" sz="1600">
                <a:solidFill>
                  <a:schemeClr val="bg1">
                    <a:lumMod val="50000"/>
                  </a:schemeClr>
                </a:solidFill>
                <a:latin typeface="Arial" panose="020B0604020202020204" pitchFamily="34" charset="0"/>
                <a:cs typeface="Arial" panose="020B0604020202020204" pitchFamily="34" charset="0"/>
              </a:rPr>
              <a:t>.</a:t>
            </a:r>
          </a:p>
        </p:txBody>
      </p:sp>
      <p:grpSp>
        <p:nvGrpSpPr>
          <p:cNvPr id="93" name="Group 92"/>
          <p:cNvGrpSpPr/>
          <p:nvPr/>
        </p:nvGrpSpPr>
        <p:grpSpPr>
          <a:xfrm>
            <a:off x="2194296" y="433071"/>
            <a:ext cx="3930733" cy="343445"/>
            <a:chOff x="2194296" y="433071"/>
            <a:chExt cx="3930733" cy="343445"/>
          </a:xfrm>
        </p:grpSpPr>
        <p:sp>
          <p:nvSpPr>
            <p:cNvPr id="94" name="Parallelogram 93"/>
            <p:cNvSpPr/>
            <p:nvPr/>
          </p:nvSpPr>
          <p:spPr>
            <a:xfrm>
              <a:off x="2194296" y="433071"/>
              <a:ext cx="3930733" cy="343444"/>
            </a:xfrm>
            <a:prstGeom prst="parallelogram">
              <a:avLst>
                <a:gd name="adj" fmla="val 9962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Google Shape;1856;p24"/>
            <p:cNvSpPr txBox="1">
              <a:spLocks/>
            </p:cNvSpPr>
            <p:nvPr/>
          </p:nvSpPr>
          <p:spPr>
            <a:xfrm>
              <a:off x="2532743" y="433072"/>
              <a:ext cx="3169969" cy="3434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2000" b="1">
                  <a:solidFill>
                    <a:schemeClr val="tx1"/>
                  </a:solidFill>
                  <a:latin typeface="Arial" panose="020B0604020202020204" pitchFamily="34" charset="0"/>
                  <a:cs typeface="Arial" panose="020B0604020202020204" pitchFamily="34" charset="0"/>
                </a:rPr>
                <a:t>PHÂN TÍCH THIẾT KẾ</a:t>
              </a:r>
            </a:p>
          </p:txBody>
        </p:sp>
      </p:grpSp>
      <p:sp>
        <p:nvSpPr>
          <p:cNvPr id="33" name="TextBox 32"/>
          <p:cNvSpPr txBox="1"/>
          <p:nvPr/>
        </p:nvSpPr>
        <p:spPr>
          <a:xfrm>
            <a:off x="8723086" y="4702628"/>
            <a:ext cx="284052" cy="307777"/>
          </a:xfrm>
          <a:prstGeom prst="rect">
            <a:avLst/>
          </a:prstGeom>
          <a:noFill/>
        </p:spPr>
        <p:txBody>
          <a:bodyPr wrap="none" rtlCol="0">
            <a:spAutoFit/>
          </a:bodyPr>
          <a:lstStyle/>
          <a:p>
            <a:fld id="{3B13CC22-955F-4C18-B43E-F8F0DA7FF5AB}" type="slidenum">
              <a:rPr lang="en-US" smtClean="0"/>
              <a:t>13</a:t>
            </a:fld>
            <a:endParaRPr lang="en-US"/>
          </a:p>
        </p:txBody>
      </p:sp>
    </p:spTree>
    <p:extLst>
      <p:ext uri="{BB962C8B-B14F-4D97-AF65-F5344CB8AC3E}">
        <p14:creationId xmlns:p14="http://schemas.microsoft.com/office/powerpoint/2010/main" val="922761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300"/>
                                        <p:tgtEl>
                                          <p:spTgt spid="6"/>
                                        </p:tgtEl>
                                        <p:attrNameLst>
                                          <p:attrName>ppt_x</p:attrName>
                                        </p:attrNameLst>
                                      </p:cBhvr>
                                      <p:tavLst>
                                        <p:tav tm="0">
                                          <p:val>
                                            <p:strVal val="#ppt_x-#ppt_w*1.125000"/>
                                          </p:val>
                                        </p:tav>
                                        <p:tav tm="100000">
                                          <p:val>
                                            <p:strVal val="#ppt_x"/>
                                          </p:val>
                                        </p:tav>
                                      </p:tavLst>
                                    </p:anim>
                                    <p:animEffect transition="in" filter="wipe(right)">
                                      <p:cBhvr>
                                        <p:cTn id="8" dur="300"/>
                                        <p:tgtEl>
                                          <p:spTgt spid="6"/>
                                        </p:tgtEl>
                                      </p:cBhvr>
                                    </p:animEffect>
                                  </p:childTnLst>
                                </p:cTn>
                              </p:par>
                            </p:childTnLst>
                          </p:cTn>
                        </p:par>
                        <p:par>
                          <p:cTn id="9" fill="hold">
                            <p:stCondLst>
                              <p:cond delay="300"/>
                            </p:stCondLst>
                            <p:childTnLst>
                              <p:par>
                                <p:cTn id="10" presetID="12" presetClass="entr" presetSubtype="4" fill="hold" grpId="1" nodeType="afterEffect">
                                  <p:stCondLst>
                                    <p:cond delay="0"/>
                                  </p:stCondLst>
                                  <p:childTnLst>
                                    <p:set>
                                      <p:cBhvr>
                                        <p:cTn id="11" dur="1" fill="hold">
                                          <p:stCondLst>
                                            <p:cond delay="0"/>
                                          </p:stCondLst>
                                        </p:cTn>
                                        <p:tgtEl>
                                          <p:spTgt spid="58"/>
                                        </p:tgtEl>
                                        <p:attrNameLst>
                                          <p:attrName>style.visibility</p:attrName>
                                        </p:attrNameLst>
                                      </p:cBhvr>
                                      <p:to>
                                        <p:strVal val="visible"/>
                                      </p:to>
                                    </p:set>
                                    <p:anim calcmode="lin" valueType="num">
                                      <p:cBhvr additive="base">
                                        <p:cTn id="12" dur="300"/>
                                        <p:tgtEl>
                                          <p:spTgt spid="58"/>
                                        </p:tgtEl>
                                        <p:attrNameLst>
                                          <p:attrName>ppt_y</p:attrName>
                                        </p:attrNameLst>
                                      </p:cBhvr>
                                      <p:tavLst>
                                        <p:tav tm="0">
                                          <p:val>
                                            <p:strVal val="#ppt_y+#ppt_h*1.125000"/>
                                          </p:val>
                                        </p:tav>
                                        <p:tav tm="100000">
                                          <p:val>
                                            <p:strVal val="#ppt_y"/>
                                          </p:val>
                                        </p:tav>
                                      </p:tavLst>
                                    </p:anim>
                                    <p:animEffect transition="in" filter="wipe(up)">
                                      <p:cBhvr>
                                        <p:cTn id="13" dur="300"/>
                                        <p:tgtEl>
                                          <p:spTgt spid="58"/>
                                        </p:tgtEl>
                                      </p:cBhvr>
                                    </p:animEffect>
                                  </p:childTnLst>
                                </p:cTn>
                              </p:par>
                            </p:childTnLst>
                          </p:cTn>
                        </p:par>
                        <p:par>
                          <p:cTn id="14" fill="hold">
                            <p:stCondLst>
                              <p:cond delay="600"/>
                            </p:stCondLst>
                            <p:childTnLst>
                              <p:par>
                                <p:cTn id="15" presetID="9" presetClass="entr" presetSubtype="0"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300"/>
                                        <p:tgtEl>
                                          <p:spTgt spid="5"/>
                                        </p:tgtEl>
                                      </p:cBhvr>
                                    </p:animEffect>
                                  </p:childTnLst>
                                </p:cTn>
                              </p:par>
                            </p:childTnLst>
                          </p:cTn>
                        </p:par>
                        <p:par>
                          <p:cTn id="18" fill="hold">
                            <p:stCondLst>
                              <p:cond delay="900"/>
                            </p:stCondLst>
                            <p:childTnLst>
                              <p:par>
                                <p:cTn id="19" presetID="42" presetClass="entr" presetSubtype="0" fill="hold" grpId="1" nodeType="afterEffect">
                                  <p:stCondLst>
                                    <p:cond delay="0"/>
                                  </p:stCondLst>
                                  <p:childTnLst>
                                    <p:set>
                                      <p:cBhvr>
                                        <p:cTn id="20" dur="1" fill="hold">
                                          <p:stCondLst>
                                            <p:cond delay="0"/>
                                          </p:stCondLst>
                                        </p:cTn>
                                        <p:tgtEl>
                                          <p:spTgt spid="71"/>
                                        </p:tgtEl>
                                        <p:attrNameLst>
                                          <p:attrName>style.visibility</p:attrName>
                                        </p:attrNameLst>
                                      </p:cBhvr>
                                      <p:to>
                                        <p:strVal val="visible"/>
                                      </p:to>
                                    </p:set>
                                    <p:animEffect transition="in" filter="fade">
                                      <p:cBhvr>
                                        <p:cTn id="21" dur="300"/>
                                        <p:tgtEl>
                                          <p:spTgt spid="71"/>
                                        </p:tgtEl>
                                      </p:cBhvr>
                                    </p:animEffect>
                                    <p:anim calcmode="lin" valueType="num">
                                      <p:cBhvr>
                                        <p:cTn id="22" dur="300" fill="hold"/>
                                        <p:tgtEl>
                                          <p:spTgt spid="71"/>
                                        </p:tgtEl>
                                        <p:attrNameLst>
                                          <p:attrName>ppt_x</p:attrName>
                                        </p:attrNameLst>
                                      </p:cBhvr>
                                      <p:tavLst>
                                        <p:tav tm="0">
                                          <p:val>
                                            <p:strVal val="#ppt_x"/>
                                          </p:val>
                                        </p:tav>
                                        <p:tav tm="100000">
                                          <p:val>
                                            <p:strVal val="#ppt_x"/>
                                          </p:val>
                                        </p:tav>
                                      </p:tavLst>
                                    </p:anim>
                                    <p:anim calcmode="lin" valueType="num">
                                      <p:cBhvr>
                                        <p:cTn id="23" dur="300" fill="hold"/>
                                        <p:tgtEl>
                                          <p:spTgt spid="71"/>
                                        </p:tgtEl>
                                        <p:attrNameLst>
                                          <p:attrName>ppt_y</p:attrName>
                                        </p:attrNameLst>
                                      </p:cBhvr>
                                      <p:tavLst>
                                        <p:tav tm="0">
                                          <p:val>
                                            <p:strVal val="#ppt_y+.1"/>
                                          </p:val>
                                        </p:tav>
                                        <p:tav tm="100000">
                                          <p:val>
                                            <p:strVal val="#ppt_y"/>
                                          </p:val>
                                        </p:tav>
                                      </p:tavLst>
                                    </p:anim>
                                  </p:childTnLst>
                                </p:cTn>
                              </p:par>
                            </p:childTnLst>
                          </p:cTn>
                        </p:par>
                        <p:par>
                          <p:cTn id="24" fill="hold">
                            <p:stCondLst>
                              <p:cond delay="1200"/>
                            </p:stCondLst>
                            <p:childTnLst>
                              <p:par>
                                <p:cTn id="25" presetID="42" presetClass="entr" presetSubtype="0" fill="hold" grpId="1" nodeType="afterEffect">
                                  <p:stCondLst>
                                    <p:cond delay="0"/>
                                  </p:stCondLst>
                                  <p:childTnLst>
                                    <p:set>
                                      <p:cBhvr>
                                        <p:cTn id="26" dur="1" fill="hold">
                                          <p:stCondLst>
                                            <p:cond delay="0"/>
                                          </p:stCondLst>
                                        </p:cTn>
                                        <p:tgtEl>
                                          <p:spTgt spid="92"/>
                                        </p:tgtEl>
                                        <p:attrNameLst>
                                          <p:attrName>style.visibility</p:attrName>
                                        </p:attrNameLst>
                                      </p:cBhvr>
                                      <p:to>
                                        <p:strVal val="visible"/>
                                      </p:to>
                                    </p:set>
                                    <p:animEffect transition="in" filter="fade">
                                      <p:cBhvr>
                                        <p:cTn id="27" dur="300"/>
                                        <p:tgtEl>
                                          <p:spTgt spid="92"/>
                                        </p:tgtEl>
                                      </p:cBhvr>
                                    </p:animEffect>
                                    <p:anim calcmode="lin" valueType="num">
                                      <p:cBhvr>
                                        <p:cTn id="28" dur="300" fill="hold"/>
                                        <p:tgtEl>
                                          <p:spTgt spid="92"/>
                                        </p:tgtEl>
                                        <p:attrNameLst>
                                          <p:attrName>ppt_x</p:attrName>
                                        </p:attrNameLst>
                                      </p:cBhvr>
                                      <p:tavLst>
                                        <p:tav tm="0">
                                          <p:val>
                                            <p:strVal val="#ppt_x"/>
                                          </p:val>
                                        </p:tav>
                                        <p:tav tm="100000">
                                          <p:val>
                                            <p:strVal val="#ppt_x"/>
                                          </p:val>
                                        </p:tav>
                                      </p:tavLst>
                                    </p:anim>
                                    <p:anim calcmode="lin" valueType="num">
                                      <p:cBhvr>
                                        <p:cTn id="29" dur="300" fill="hold"/>
                                        <p:tgtEl>
                                          <p:spTgt spid="9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58" grpId="1"/>
      <p:bldP spid="71" grpId="0"/>
      <p:bldP spid="71" grpId="1"/>
      <p:bldP spid="92" grpId="0"/>
      <p:bldP spid="92" grpId="1"/>
      <p:bldP spid="94" grpId="0" animBg="1"/>
      <p:bldP spid="9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JetBot AI Kit Accessories, Add-ons for Jetson Nano to Build JetBot"/>
          <p:cNvPicPr/>
          <p:nvPr/>
        </p:nvPicPr>
        <p:blipFill rotWithShape="1">
          <a:blip r:embed="rId3">
            <a:extLst>
              <a:ext uri="{28A0092B-C50C-407E-A947-70E740481C1C}">
                <a14:useLocalDpi xmlns:a14="http://schemas.microsoft.com/office/drawing/2010/main" val="0"/>
              </a:ext>
            </a:extLst>
          </a:blip>
          <a:srcRect t="13480" b="15158"/>
          <a:stretch/>
        </p:blipFill>
        <p:spPr bwMode="auto">
          <a:xfrm>
            <a:off x="5721491" y="1136780"/>
            <a:ext cx="4233406" cy="2532174"/>
          </a:xfrm>
          <a:prstGeom prst="rect">
            <a:avLst/>
          </a:prstGeom>
          <a:noFill/>
          <a:ln>
            <a:noFill/>
          </a:ln>
          <a:extLst>
            <a:ext uri="{53640926-AAD7-44D8-BBD7-CCE9431645EC}">
              <a14:shadowObscured xmlns:a14="http://schemas.microsoft.com/office/drawing/2010/main"/>
            </a:ext>
          </a:extLst>
        </p:spPr>
      </p:pic>
      <p:grpSp>
        <p:nvGrpSpPr>
          <p:cNvPr id="3" name="Group 2"/>
          <p:cNvGrpSpPr/>
          <p:nvPr/>
        </p:nvGrpSpPr>
        <p:grpSpPr>
          <a:xfrm>
            <a:off x="2194296" y="433071"/>
            <a:ext cx="3930733" cy="350702"/>
            <a:chOff x="2194296" y="433071"/>
            <a:chExt cx="3930733" cy="350702"/>
          </a:xfrm>
        </p:grpSpPr>
        <p:sp>
          <p:nvSpPr>
            <p:cNvPr id="8" name="Parallelogram 7"/>
            <p:cNvSpPr/>
            <p:nvPr/>
          </p:nvSpPr>
          <p:spPr>
            <a:xfrm>
              <a:off x="2194296" y="433071"/>
              <a:ext cx="3930733" cy="343444"/>
            </a:xfrm>
            <a:prstGeom prst="parallelogram">
              <a:avLst>
                <a:gd name="adj" fmla="val 9962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Google Shape;1856;p24"/>
            <p:cNvSpPr txBox="1">
              <a:spLocks/>
            </p:cNvSpPr>
            <p:nvPr/>
          </p:nvSpPr>
          <p:spPr>
            <a:xfrm>
              <a:off x="2363519" y="440329"/>
              <a:ext cx="3592286" cy="3434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2000" b="1">
                  <a:solidFill>
                    <a:schemeClr val="tx1"/>
                  </a:solidFill>
                  <a:latin typeface="Arial" panose="020B0604020202020204" pitchFamily="34" charset="0"/>
                  <a:cs typeface="Arial" panose="020B0604020202020204" pitchFamily="34" charset="0"/>
                </a:rPr>
                <a:t>XÂY DỰNG MÔ HÌNH</a:t>
              </a:r>
            </a:p>
          </p:txBody>
        </p:sp>
      </p:grpSp>
      <p:sp>
        <p:nvSpPr>
          <p:cNvPr id="6" name="Google Shape;1855;p24"/>
          <p:cNvSpPr txBox="1">
            <a:spLocks/>
          </p:cNvSpPr>
          <p:nvPr/>
        </p:nvSpPr>
        <p:spPr>
          <a:xfrm>
            <a:off x="294984" y="959121"/>
            <a:ext cx="1464074" cy="32763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altLang="en-GB" sz="1800">
                <a:solidFill>
                  <a:schemeClr val="bg1">
                    <a:lumMod val="50000"/>
                  </a:schemeClr>
                </a:solidFill>
                <a:latin typeface="+mn-lt"/>
                <a:cs typeface="+mn-lt"/>
              </a:rPr>
              <a:t>PHẦN CỨNG</a:t>
            </a:r>
          </a:p>
        </p:txBody>
      </p:sp>
      <p:grpSp>
        <p:nvGrpSpPr>
          <p:cNvPr id="4" name="Group 3"/>
          <p:cNvGrpSpPr/>
          <p:nvPr/>
        </p:nvGrpSpPr>
        <p:grpSpPr>
          <a:xfrm>
            <a:off x="304804" y="1239160"/>
            <a:ext cx="1516650" cy="95191"/>
            <a:chOff x="304804" y="1239160"/>
            <a:chExt cx="1516650" cy="95191"/>
          </a:xfrm>
        </p:grpSpPr>
        <p:cxnSp>
          <p:nvCxnSpPr>
            <p:cNvPr id="5" name="Straight Connector 4"/>
            <p:cNvCxnSpPr/>
            <p:nvPr/>
          </p:nvCxnSpPr>
          <p:spPr>
            <a:xfrm flipH="1">
              <a:off x="304804" y="1286756"/>
              <a:ext cx="1454254" cy="7257"/>
            </a:xfrm>
            <a:prstGeom prst="line">
              <a:avLst/>
            </a:prstGeom>
          </p:spPr>
          <p:style>
            <a:lnRef idx="2">
              <a:schemeClr val="accent3"/>
            </a:lnRef>
            <a:fillRef idx="0">
              <a:schemeClr val="accent3"/>
            </a:fillRef>
            <a:effectRef idx="1">
              <a:schemeClr val="accent3"/>
            </a:effectRef>
            <a:fontRef idx="minor">
              <a:schemeClr val="tx1"/>
            </a:fontRef>
          </p:style>
        </p:cxnSp>
        <p:sp>
          <p:nvSpPr>
            <p:cNvPr id="10" name="Google Shape;10105;p59"/>
            <p:cNvSpPr/>
            <p:nvPr/>
          </p:nvSpPr>
          <p:spPr>
            <a:xfrm>
              <a:off x="1722383" y="1239160"/>
              <a:ext cx="99071" cy="95191"/>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26" name="Picture 2" descr="NVIDIA® Jetson Nano™ Developer Kits - Seeed Studio | Mous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0800000" flipV="1">
            <a:off x="223211" y="3098162"/>
            <a:ext cx="2207980" cy="160446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IMX219 Camera Module, 8MP Camera Module, 160° Camera Module Camera Module  for Motorized Lens Software Precise Manual Raspberry Pi : Amazon.in:  Electronics"/>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4748" y="1513072"/>
            <a:ext cx="894271" cy="786368"/>
          </a:xfrm>
          <a:prstGeom prst="rect">
            <a:avLst/>
          </a:prstGeom>
          <a:noFill/>
          <a:ln>
            <a:noFill/>
          </a:ln>
        </p:spPr>
      </p:pic>
      <p:pic>
        <p:nvPicPr>
          <p:cNvPr id="12" name="Picture 11"/>
          <p:cNvPicPr/>
          <p:nvPr/>
        </p:nvPicPr>
        <p:blipFill>
          <a:blip r:embed="rId6"/>
          <a:stretch>
            <a:fillRect/>
          </a:stretch>
        </p:blipFill>
        <p:spPr>
          <a:xfrm>
            <a:off x="2769866" y="1056428"/>
            <a:ext cx="429284" cy="962480"/>
          </a:xfrm>
          <a:prstGeom prst="rect">
            <a:avLst/>
          </a:prstGeom>
        </p:spPr>
      </p:pic>
      <p:pic>
        <p:nvPicPr>
          <p:cNvPr id="13" name="Picture 12" descr="C:\Users\ASUS\Downloads\z4494527423721_2c461ea099599441a51a09ab5d89222e.jpg"/>
          <p:cNvPicPr/>
          <p:nvPr/>
        </p:nvPicPr>
        <p:blipFill>
          <a:blip r:embed="rId7">
            <a:extLst>
              <a:ext uri="{28A0092B-C50C-407E-A947-70E740481C1C}">
                <a14:useLocalDpi xmlns:a14="http://schemas.microsoft.com/office/drawing/2010/main" val="0"/>
              </a:ext>
            </a:extLst>
          </a:blip>
          <a:srcRect/>
          <a:stretch>
            <a:fillRect/>
          </a:stretch>
        </p:blipFill>
        <p:spPr bwMode="auto">
          <a:xfrm>
            <a:off x="5803104" y="1205778"/>
            <a:ext cx="792383" cy="985145"/>
          </a:xfrm>
          <a:prstGeom prst="rect">
            <a:avLst/>
          </a:prstGeom>
          <a:noFill/>
          <a:ln>
            <a:noFill/>
          </a:ln>
        </p:spPr>
      </p:pic>
      <p:pic>
        <p:nvPicPr>
          <p:cNvPr id="14" name="Picture 13" descr="C:\Users\ASUS\Downloads\z4488532187582_026bdc59e3af28f606baeb7276e1f556.png"/>
          <p:cNvPicPr/>
          <p:nvPr/>
        </p:nvPicPr>
        <p:blipFill rotWithShape="1">
          <a:blip r:embed="rId8">
            <a:extLst>
              <a:ext uri="{28A0092B-C50C-407E-A947-70E740481C1C}">
                <a14:useLocalDpi xmlns:a14="http://schemas.microsoft.com/office/drawing/2010/main" val="0"/>
              </a:ext>
            </a:extLst>
          </a:blip>
          <a:srcRect t="19351" b="6217"/>
          <a:stretch/>
        </p:blipFill>
        <p:spPr bwMode="auto">
          <a:xfrm>
            <a:off x="2849980" y="2720860"/>
            <a:ext cx="1673123" cy="1920967"/>
          </a:xfrm>
          <a:prstGeom prst="rect">
            <a:avLst/>
          </a:prstGeom>
          <a:noFill/>
          <a:ln>
            <a:noFill/>
          </a:ln>
          <a:extLst>
            <a:ext uri="{53640926-AAD7-44D8-BBD7-CCE9431645EC}">
              <a14:shadowObscured xmlns:a14="http://schemas.microsoft.com/office/drawing/2010/main"/>
            </a:ext>
          </a:extLst>
        </p:spPr>
      </p:pic>
      <p:pic>
        <p:nvPicPr>
          <p:cNvPr id="15" name="Picture 14" descr="Thẻ Nhớ MicroSDXC SanDisk Extreme V30 A2 64GB 160MB/s SDSQXA2-064G-GN6MN"/>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124615" y="1009757"/>
            <a:ext cx="983589" cy="983589"/>
          </a:xfrm>
          <a:prstGeom prst="rect">
            <a:avLst/>
          </a:prstGeom>
          <a:noFill/>
          <a:ln>
            <a:noFill/>
          </a:ln>
        </p:spPr>
      </p:pic>
      <p:pic>
        <p:nvPicPr>
          <p:cNvPr id="16" name="Picture 15" descr="Wireless-ac 8265 867mbps 802.11 Ac Dual Band Desktop Wifi Adapter Pci  Express Card For Intel 8265ac 5ghz Wifi + Bluetooth 4.2 - Network Cards -  AliExpress"/>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437445" y="2789462"/>
            <a:ext cx="1185185" cy="1185185"/>
          </a:xfrm>
          <a:prstGeom prst="rect">
            <a:avLst/>
          </a:prstGeom>
          <a:noFill/>
          <a:ln>
            <a:noFill/>
          </a:ln>
        </p:spPr>
      </p:pic>
      <p:sp>
        <p:nvSpPr>
          <p:cNvPr id="24" name="TextBox 23"/>
          <p:cNvSpPr txBox="1"/>
          <p:nvPr/>
        </p:nvSpPr>
        <p:spPr>
          <a:xfrm>
            <a:off x="8723086" y="4702628"/>
            <a:ext cx="284052" cy="307777"/>
          </a:xfrm>
          <a:prstGeom prst="rect">
            <a:avLst/>
          </a:prstGeom>
          <a:noFill/>
        </p:spPr>
        <p:txBody>
          <a:bodyPr wrap="none" rtlCol="0">
            <a:spAutoFit/>
          </a:bodyPr>
          <a:lstStyle/>
          <a:p>
            <a:fld id="{3B13CC22-955F-4C18-B43E-F8F0DA7FF5AB}" type="slidenum">
              <a:rPr lang="en-US" smtClean="0"/>
              <a:t>14</a:t>
            </a:fld>
            <a:endParaRPr lang="en-US"/>
          </a:p>
        </p:txBody>
      </p:sp>
      <p:sp>
        <p:nvSpPr>
          <p:cNvPr id="2" name="Google Shape;1855;p24">
            <a:extLst>
              <a:ext uri="{FF2B5EF4-FFF2-40B4-BE49-F238E27FC236}">
                <a16:creationId xmlns:a16="http://schemas.microsoft.com/office/drawing/2014/main" id="{E9C61721-750E-82A1-EAD9-657259DAD88A}"/>
              </a:ext>
            </a:extLst>
          </p:cNvPr>
          <p:cNvSpPr txBox="1">
            <a:spLocks/>
          </p:cNvSpPr>
          <p:nvPr/>
        </p:nvSpPr>
        <p:spPr>
          <a:xfrm>
            <a:off x="605078" y="4675825"/>
            <a:ext cx="1464074" cy="26632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altLang="en-GB" sz="1400">
                <a:solidFill>
                  <a:schemeClr val="bg1">
                    <a:lumMod val="50000"/>
                  </a:schemeClr>
                </a:solidFill>
                <a:latin typeface="+mn-lt"/>
                <a:cs typeface="+mn-lt"/>
              </a:rPr>
              <a:t>Jetson Nano 4GB</a:t>
            </a:r>
          </a:p>
        </p:txBody>
      </p:sp>
      <p:sp>
        <p:nvSpPr>
          <p:cNvPr id="25" name="Google Shape;1855;p24">
            <a:extLst>
              <a:ext uri="{FF2B5EF4-FFF2-40B4-BE49-F238E27FC236}">
                <a16:creationId xmlns:a16="http://schemas.microsoft.com/office/drawing/2014/main" id="{5D9C9D88-D2C7-A8E3-6F88-B99C24BC2CC9}"/>
              </a:ext>
            </a:extLst>
          </p:cNvPr>
          <p:cNvSpPr txBox="1">
            <a:spLocks/>
          </p:cNvSpPr>
          <p:nvPr/>
        </p:nvSpPr>
        <p:spPr>
          <a:xfrm>
            <a:off x="362309" y="2335410"/>
            <a:ext cx="1780821" cy="25998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altLang="en-GB" sz="1400">
                <a:solidFill>
                  <a:schemeClr val="bg1">
                    <a:lumMod val="50000"/>
                  </a:schemeClr>
                </a:solidFill>
                <a:latin typeface="+mn-lt"/>
                <a:cs typeface="+mn-lt"/>
              </a:rPr>
              <a:t>Camera IMX219-160</a:t>
            </a:r>
          </a:p>
        </p:txBody>
      </p:sp>
      <p:sp>
        <p:nvSpPr>
          <p:cNvPr id="26" name="Google Shape;1855;p24">
            <a:extLst>
              <a:ext uri="{FF2B5EF4-FFF2-40B4-BE49-F238E27FC236}">
                <a16:creationId xmlns:a16="http://schemas.microsoft.com/office/drawing/2014/main" id="{3CF1ED93-5432-B0C2-1C08-158E812A050F}"/>
              </a:ext>
            </a:extLst>
          </p:cNvPr>
          <p:cNvSpPr txBox="1">
            <a:spLocks/>
          </p:cNvSpPr>
          <p:nvPr/>
        </p:nvSpPr>
        <p:spPr>
          <a:xfrm>
            <a:off x="2375475" y="2166696"/>
            <a:ext cx="1135851" cy="25998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r>
              <a:rPr lang="en-US" altLang="en-GB" sz="1400">
                <a:solidFill>
                  <a:schemeClr val="bg1">
                    <a:lumMod val="50000"/>
                  </a:schemeClr>
                </a:solidFill>
                <a:latin typeface="+mn-lt"/>
                <a:cs typeface="+mn-lt"/>
              </a:rPr>
              <a:t>Pin 18650-</a:t>
            </a:r>
          </a:p>
          <a:p>
            <a:r>
              <a:rPr lang="en-US" altLang="en-GB" sz="1400">
                <a:solidFill>
                  <a:schemeClr val="bg1">
                    <a:lumMod val="50000"/>
                  </a:schemeClr>
                </a:solidFill>
                <a:latin typeface="+mn-lt"/>
                <a:cs typeface="+mn-lt"/>
              </a:rPr>
              <a:t>Lithium Ion </a:t>
            </a:r>
          </a:p>
        </p:txBody>
      </p:sp>
      <p:sp>
        <p:nvSpPr>
          <p:cNvPr id="28" name="Google Shape;1855;p24">
            <a:extLst>
              <a:ext uri="{FF2B5EF4-FFF2-40B4-BE49-F238E27FC236}">
                <a16:creationId xmlns:a16="http://schemas.microsoft.com/office/drawing/2014/main" id="{8E0861E6-7DE2-FF37-37BA-5F23F8DDD53D}"/>
              </a:ext>
            </a:extLst>
          </p:cNvPr>
          <p:cNvSpPr txBox="1">
            <a:spLocks/>
          </p:cNvSpPr>
          <p:nvPr/>
        </p:nvSpPr>
        <p:spPr>
          <a:xfrm>
            <a:off x="5677743" y="2205419"/>
            <a:ext cx="1059882" cy="25998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vi-VN" altLang="en-GB" sz="1400">
                <a:solidFill>
                  <a:schemeClr val="bg1">
                    <a:lumMod val="50000"/>
                  </a:schemeClr>
                </a:solidFill>
                <a:latin typeface="+mn-lt"/>
                <a:cs typeface="+mn-lt"/>
              </a:rPr>
              <a:t>Động cơ DC </a:t>
            </a:r>
            <a:endParaRPr lang="en-US" altLang="en-GB" sz="1400">
              <a:solidFill>
                <a:schemeClr val="bg1">
                  <a:lumMod val="50000"/>
                </a:schemeClr>
              </a:solidFill>
              <a:latin typeface="+mn-lt"/>
              <a:cs typeface="+mn-lt"/>
            </a:endParaRPr>
          </a:p>
        </p:txBody>
      </p:sp>
      <p:sp>
        <p:nvSpPr>
          <p:cNvPr id="29" name="Google Shape;1855;p24">
            <a:extLst>
              <a:ext uri="{FF2B5EF4-FFF2-40B4-BE49-F238E27FC236}">
                <a16:creationId xmlns:a16="http://schemas.microsoft.com/office/drawing/2014/main" id="{E4DD91BC-6E3C-17EC-B2B3-2D4B4FF8361F}"/>
              </a:ext>
            </a:extLst>
          </p:cNvPr>
          <p:cNvSpPr txBox="1">
            <a:spLocks/>
          </p:cNvSpPr>
          <p:nvPr/>
        </p:nvSpPr>
        <p:spPr>
          <a:xfrm>
            <a:off x="2785689" y="4675482"/>
            <a:ext cx="1839363" cy="26632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r>
              <a:rPr lang="en-US" altLang="en-GB" sz="1400">
                <a:solidFill>
                  <a:schemeClr val="bg1">
                    <a:lumMod val="50000"/>
                  </a:schemeClr>
                </a:solidFill>
                <a:latin typeface="+mn-lt"/>
                <a:cs typeface="+mn-lt"/>
              </a:rPr>
              <a:t>Board mạch mở rộng </a:t>
            </a:r>
          </a:p>
        </p:txBody>
      </p:sp>
      <p:sp>
        <p:nvSpPr>
          <p:cNvPr id="30" name="Google Shape;1855;p24">
            <a:extLst>
              <a:ext uri="{FF2B5EF4-FFF2-40B4-BE49-F238E27FC236}">
                <a16:creationId xmlns:a16="http://schemas.microsoft.com/office/drawing/2014/main" id="{F9A46B85-C9FA-A753-0E62-19BC0A1308F3}"/>
              </a:ext>
            </a:extLst>
          </p:cNvPr>
          <p:cNvSpPr txBox="1">
            <a:spLocks/>
          </p:cNvSpPr>
          <p:nvPr/>
        </p:nvSpPr>
        <p:spPr>
          <a:xfrm>
            <a:off x="3725998" y="2086317"/>
            <a:ext cx="1780821" cy="25998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r>
              <a:rPr lang="en-US" altLang="en-GB" sz="1400">
                <a:solidFill>
                  <a:schemeClr val="bg1">
                    <a:lumMod val="50000"/>
                  </a:schemeClr>
                </a:solidFill>
                <a:latin typeface="+mn-lt"/>
                <a:cs typeface="+mn-lt"/>
              </a:rPr>
              <a:t>SanDick Extreme 64GB A2</a:t>
            </a:r>
          </a:p>
        </p:txBody>
      </p:sp>
      <p:sp>
        <p:nvSpPr>
          <p:cNvPr id="7" name="Google Shape;1855;p24">
            <a:extLst>
              <a:ext uri="{FF2B5EF4-FFF2-40B4-BE49-F238E27FC236}">
                <a16:creationId xmlns:a16="http://schemas.microsoft.com/office/drawing/2014/main" id="{EFE4AE50-00C0-F661-FAAD-90583B74BE6D}"/>
              </a:ext>
            </a:extLst>
          </p:cNvPr>
          <p:cNvSpPr txBox="1">
            <a:spLocks/>
          </p:cNvSpPr>
          <p:nvPr/>
        </p:nvSpPr>
        <p:spPr>
          <a:xfrm>
            <a:off x="4941265" y="3972650"/>
            <a:ext cx="1780821" cy="25998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r>
              <a:rPr lang="en-US" altLang="en-GB" sz="1400">
                <a:solidFill>
                  <a:schemeClr val="bg1">
                    <a:lumMod val="50000"/>
                  </a:schemeClr>
                </a:solidFill>
                <a:latin typeface="+mn-lt"/>
                <a:cs typeface="+mn-lt"/>
              </a:rPr>
              <a:t>Intel Wireless </a:t>
            </a:r>
          </a:p>
          <a:p>
            <a:r>
              <a:rPr lang="en-US" altLang="en-GB" sz="1400">
                <a:solidFill>
                  <a:schemeClr val="bg1">
                    <a:lumMod val="50000"/>
                  </a:schemeClr>
                </a:solidFill>
                <a:latin typeface="+mn-lt"/>
                <a:cs typeface="+mn-lt"/>
              </a:rPr>
              <a:t>AC8265</a:t>
            </a:r>
          </a:p>
        </p:txBody>
      </p:sp>
    </p:spTree>
    <p:extLst>
      <p:ext uri="{BB962C8B-B14F-4D97-AF65-F5344CB8AC3E}">
        <p14:creationId xmlns:p14="http://schemas.microsoft.com/office/powerpoint/2010/main" val="2123880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300"/>
                                        <p:tgtEl>
                                          <p:spTgt spid="4"/>
                                        </p:tgtEl>
                                        <p:attrNameLst>
                                          <p:attrName>ppt_y</p:attrName>
                                        </p:attrNameLst>
                                      </p:cBhvr>
                                      <p:tavLst>
                                        <p:tav tm="0">
                                          <p:val>
                                            <p:strVal val="#ppt_y+#ppt_h*1.125000"/>
                                          </p:val>
                                        </p:tav>
                                        <p:tav tm="100000">
                                          <p:val>
                                            <p:strVal val="#ppt_y"/>
                                          </p:val>
                                        </p:tav>
                                      </p:tavLst>
                                    </p:anim>
                                    <p:animEffect transition="in" filter="wipe(up)">
                                      <p:cBhvr>
                                        <p:cTn id="8" dur="300"/>
                                        <p:tgtEl>
                                          <p:spTgt spid="4"/>
                                        </p:tgtEl>
                                      </p:cBhvr>
                                    </p:animEffect>
                                  </p:childTnLst>
                                </p:cTn>
                              </p:par>
                            </p:childTnLst>
                          </p:cTn>
                        </p:par>
                        <p:par>
                          <p:cTn id="9" fill="hold">
                            <p:stCondLst>
                              <p:cond delay="300"/>
                            </p:stCondLst>
                            <p:childTnLst>
                              <p:par>
                                <p:cTn id="10" presetID="12" presetClass="entr" presetSubtype="4" fill="hold" grpId="1"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300"/>
                                        <p:tgtEl>
                                          <p:spTgt spid="6"/>
                                        </p:tgtEl>
                                        <p:attrNameLst>
                                          <p:attrName>ppt_y</p:attrName>
                                        </p:attrNameLst>
                                      </p:cBhvr>
                                      <p:tavLst>
                                        <p:tav tm="0">
                                          <p:val>
                                            <p:strVal val="#ppt_y+#ppt_h*1.125000"/>
                                          </p:val>
                                        </p:tav>
                                        <p:tav tm="100000">
                                          <p:val>
                                            <p:strVal val="#ppt_y"/>
                                          </p:val>
                                        </p:tav>
                                      </p:tavLst>
                                    </p:anim>
                                    <p:animEffect transition="in" filter="wipe(up)">
                                      <p:cBhvr>
                                        <p:cTn id="13" dur="300"/>
                                        <p:tgtEl>
                                          <p:spTgt spid="6"/>
                                        </p:tgtEl>
                                      </p:cBhvr>
                                    </p:animEffect>
                                  </p:childTnLst>
                                </p:cTn>
                              </p:par>
                            </p:childTnLst>
                          </p:cTn>
                        </p:par>
                        <p:par>
                          <p:cTn id="14" fill="hold">
                            <p:stCondLst>
                              <p:cond delay="900"/>
                            </p:stCondLst>
                            <p:childTnLst>
                              <p:par>
                                <p:cTn id="15" presetID="53" presetClass="entr" presetSubtype="16" fill="hold" nodeType="after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300" fill="hold"/>
                                        <p:tgtEl>
                                          <p:spTgt spid="11"/>
                                        </p:tgtEl>
                                        <p:attrNameLst>
                                          <p:attrName>ppt_w</p:attrName>
                                        </p:attrNameLst>
                                      </p:cBhvr>
                                      <p:tavLst>
                                        <p:tav tm="0">
                                          <p:val>
                                            <p:fltVal val="0"/>
                                          </p:val>
                                        </p:tav>
                                        <p:tav tm="100000">
                                          <p:val>
                                            <p:strVal val="#ppt_w"/>
                                          </p:val>
                                        </p:tav>
                                      </p:tavLst>
                                    </p:anim>
                                    <p:anim calcmode="lin" valueType="num">
                                      <p:cBhvr>
                                        <p:cTn id="18" dur="300" fill="hold"/>
                                        <p:tgtEl>
                                          <p:spTgt spid="11"/>
                                        </p:tgtEl>
                                        <p:attrNameLst>
                                          <p:attrName>ppt_h</p:attrName>
                                        </p:attrNameLst>
                                      </p:cBhvr>
                                      <p:tavLst>
                                        <p:tav tm="0">
                                          <p:val>
                                            <p:fltVal val="0"/>
                                          </p:val>
                                        </p:tav>
                                        <p:tav tm="100000">
                                          <p:val>
                                            <p:strVal val="#ppt_h"/>
                                          </p:val>
                                        </p:tav>
                                      </p:tavLst>
                                    </p:anim>
                                    <p:animEffect transition="in" filter="fade">
                                      <p:cBhvr>
                                        <p:cTn id="19" dur="300"/>
                                        <p:tgtEl>
                                          <p:spTgt spid="11"/>
                                        </p:tgtEl>
                                      </p:cBhvr>
                                    </p:animEffect>
                                  </p:childTnLst>
                                </p:cTn>
                              </p:par>
                              <p:par>
                                <p:cTn id="20" presetID="12" presetClass="entr" presetSubtype="4" fill="hold" grpId="1" nodeType="withEffect">
                                  <p:stCondLst>
                                    <p:cond delay="0"/>
                                  </p:stCondLst>
                                  <p:childTnLst>
                                    <p:set>
                                      <p:cBhvr>
                                        <p:cTn id="21" dur="1" fill="hold">
                                          <p:stCondLst>
                                            <p:cond delay="0"/>
                                          </p:stCondLst>
                                        </p:cTn>
                                        <p:tgtEl>
                                          <p:spTgt spid="25"/>
                                        </p:tgtEl>
                                        <p:attrNameLst>
                                          <p:attrName>style.visibility</p:attrName>
                                        </p:attrNameLst>
                                      </p:cBhvr>
                                      <p:to>
                                        <p:strVal val="visible"/>
                                      </p:to>
                                    </p:set>
                                    <p:anim calcmode="lin" valueType="num">
                                      <p:cBhvr additive="base">
                                        <p:cTn id="22" dur="300"/>
                                        <p:tgtEl>
                                          <p:spTgt spid="25"/>
                                        </p:tgtEl>
                                        <p:attrNameLst>
                                          <p:attrName>ppt_y</p:attrName>
                                        </p:attrNameLst>
                                      </p:cBhvr>
                                      <p:tavLst>
                                        <p:tav tm="0">
                                          <p:val>
                                            <p:strVal val="#ppt_y+#ppt_h*1.125000"/>
                                          </p:val>
                                        </p:tav>
                                        <p:tav tm="100000">
                                          <p:val>
                                            <p:strVal val="#ppt_y"/>
                                          </p:val>
                                        </p:tav>
                                      </p:tavLst>
                                    </p:anim>
                                    <p:animEffect transition="in" filter="wipe(up)">
                                      <p:cBhvr>
                                        <p:cTn id="23" dur="300"/>
                                        <p:tgtEl>
                                          <p:spTgt spid="25"/>
                                        </p:tgtEl>
                                      </p:cBhvr>
                                    </p:animEffect>
                                  </p:childTnLst>
                                </p:cTn>
                              </p:par>
                            </p:childTnLst>
                          </p:cTn>
                        </p:par>
                        <p:par>
                          <p:cTn id="24" fill="hold">
                            <p:stCondLst>
                              <p:cond delay="1200"/>
                            </p:stCondLst>
                            <p:childTnLst>
                              <p:par>
                                <p:cTn id="25" presetID="53" presetClass="entr" presetSubtype="16" fill="hold" nodeType="after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p:cTn id="27" dur="300" fill="hold"/>
                                        <p:tgtEl>
                                          <p:spTgt spid="12"/>
                                        </p:tgtEl>
                                        <p:attrNameLst>
                                          <p:attrName>ppt_w</p:attrName>
                                        </p:attrNameLst>
                                      </p:cBhvr>
                                      <p:tavLst>
                                        <p:tav tm="0">
                                          <p:val>
                                            <p:fltVal val="0"/>
                                          </p:val>
                                        </p:tav>
                                        <p:tav tm="100000">
                                          <p:val>
                                            <p:strVal val="#ppt_w"/>
                                          </p:val>
                                        </p:tav>
                                      </p:tavLst>
                                    </p:anim>
                                    <p:anim calcmode="lin" valueType="num">
                                      <p:cBhvr>
                                        <p:cTn id="28" dur="300" fill="hold"/>
                                        <p:tgtEl>
                                          <p:spTgt spid="12"/>
                                        </p:tgtEl>
                                        <p:attrNameLst>
                                          <p:attrName>ppt_h</p:attrName>
                                        </p:attrNameLst>
                                      </p:cBhvr>
                                      <p:tavLst>
                                        <p:tav tm="0">
                                          <p:val>
                                            <p:fltVal val="0"/>
                                          </p:val>
                                        </p:tav>
                                        <p:tav tm="100000">
                                          <p:val>
                                            <p:strVal val="#ppt_h"/>
                                          </p:val>
                                        </p:tav>
                                      </p:tavLst>
                                    </p:anim>
                                    <p:animEffect transition="in" filter="fade">
                                      <p:cBhvr>
                                        <p:cTn id="29" dur="300"/>
                                        <p:tgtEl>
                                          <p:spTgt spid="12"/>
                                        </p:tgtEl>
                                      </p:cBhvr>
                                    </p:animEffect>
                                  </p:childTnLst>
                                </p:cTn>
                              </p:par>
                              <p:par>
                                <p:cTn id="30" presetID="12" presetClass="entr" presetSubtype="4" fill="hold" grpId="1" nodeType="withEffect">
                                  <p:stCondLst>
                                    <p:cond delay="0"/>
                                  </p:stCondLst>
                                  <p:childTnLst>
                                    <p:set>
                                      <p:cBhvr>
                                        <p:cTn id="31" dur="1" fill="hold">
                                          <p:stCondLst>
                                            <p:cond delay="0"/>
                                          </p:stCondLst>
                                        </p:cTn>
                                        <p:tgtEl>
                                          <p:spTgt spid="26"/>
                                        </p:tgtEl>
                                        <p:attrNameLst>
                                          <p:attrName>style.visibility</p:attrName>
                                        </p:attrNameLst>
                                      </p:cBhvr>
                                      <p:to>
                                        <p:strVal val="visible"/>
                                      </p:to>
                                    </p:set>
                                    <p:anim calcmode="lin" valueType="num">
                                      <p:cBhvr additive="base">
                                        <p:cTn id="32" dur="300"/>
                                        <p:tgtEl>
                                          <p:spTgt spid="26"/>
                                        </p:tgtEl>
                                        <p:attrNameLst>
                                          <p:attrName>ppt_y</p:attrName>
                                        </p:attrNameLst>
                                      </p:cBhvr>
                                      <p:tavLst>
                                        <p:tav tm="0">
                                          <p:val>
                                            <p:strVal val="#ppt_y+#ppt_h*1.125000"/>
                                          </p:val>
                                        </p:tav>
                                        <p:tav tm="100000">
                                          <p:val>
                                            <p:strVal val="#ppt_y"/>
                                          </p:val>
                                        </p:tav>
                                      </p:tavLst>
                                    </p:anim>
                                    <p:animEffect transition="in" filter="wipe(up)">
                                      <p:cBhvr>
                                        <p:cTn id="33" dur="300"/>
                                        <p:tgtEl>
                                          <p:spTgt spid="26"/>
                                        </p:tgtEl>
                                      </p:cBhvr>
                                    </p:animEffect>
                                  </p:childTnLst>
                                </p:cTn>
                              </p:par>
                            </p:childTnLst>
                          </p:cTn>
                        </p:par>
                        <p:par>
                          <p:cTn id="34" fill="hold">
                            <p:stCondLst>
                              <p:cond delay="1500"/>
                            </p:stCondLst>
                            <p:childTnLst>
                              <p:par>
                                <p:cTn id="35" presetID="53" presetClass="entr" presetSubtype="16" fill="hold" nodeType="after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p:cTn id="37" dur="300" fill="hold"/>
                                        <p:tgtEl>
                                          <p:spTgt spid="15"/>
                                        </p:tgtEl>
                                        <p:attrNameLst>
                                          <p:attrName>ppt_w</p:attrName>
                                        </p:attrNameLst>
                                      </p:cBhvr>
                                      <p:tavLst>
                                        <p:tav tm="0">
                                          <p:val>
                                            <p:fltVal val="0"/>
                                          </p:val>
                                        </p:tav>
                                        <p:tav tm="100000">
                                          <p:val>
                                            <p:strVal val="#ppt_w"/>
                                          </p:val>
                                        </p:tav>
                                      </p:tavLst>
                                    </p:anim>
                                    <p:anim calcmode="lin" valueType="num">
                                      <p:cBhvr>
                                        <p:cTn id="38" dur="300" fill="hold"/>
                                        <p:tgtEl>
                                          <p:spTgt spid="15"/>
                                        </p:tgtEl>
                                        <p:attrNameLst>
                                          <p:attrName>ppt_h</p:attrName>
                                        </p:attrNameLst>
                                      </p:cBhvr>
                                      <p:tavLst>
                                        <p:tav tm="0">
                                          <p:val>
                                            <p:fltVal val="0"/>
                                          </p:val>
                                        </p:tav>
                                        <p:tav tm="100000">
                                          <p:val>
                                            <p:strVal val="#ppt_h"/>
                                          </p:val>
                                        </p:tav>
                                      </p:tavLst>
                                    </p:anim>
                                    <p:animEffect transition="in" filter="fade">
                                      <p:cBhvr>
                                        <p:cTn id="39" dur="300"/>
                                        <p:tgtEl>
                                          <p:spTgt spid="15"/>
                                        </p:tgtEl>
                                      </p:cBhvr>
                                    </p:animEffect>
                                  </p:childTnLst>
                                </p:cTn>
                              </p:par>
                              <p:par>
                                <p:cTn id="40" presetID="12" presetClass="entr" presetSubtype="4" fill="hold" grpId="1" nodeType="withEffect">
                                  <p:stCondLst>
                                    <p:cond delay="0"/>
                                  </p:stCondLst>
                                  <p:childTnLst>
                                    <p:set>
                                      <p:cBhvr>
                                        <p:cTn id="41" dur="1" fill="hold">
                                          <p:stCondLst>
                                            <p:cond delay="0"/>
                                          </p:stCondLst>
                                        </p:cTn>
                                        <p:tgtEl>
                                          <p:spTgt spid="30"/>
                                        </p:tgtEl>
                                        <p:attrNameLst>
                                          <p:attrName>style.visibility</p:attrName>
                                        </p:attrNameLst>
                                      </p:cBhvr>
                                      <p:to>
                                        <p:strVal val="visible"/>
                                      </p:to>
                                    </p:set>
                                    <p:anim calcmode="lin" valueType="num">
                                      <p:cBhvr additive="base">
                                        <p:cTn id="42" dur="300"/>
                                        <p:tgtEl>
                                          <p:spTgt spid="30"/>
                                        </p:tgtEl>
                                        <p:attrNameLst>
                                          <p:attrName>ppt_y</p:attrName>
                                        </p:attrNameLst>
                                      </p:cBhvr>
                                      <p:tavLst>
                                        <p:tav tm="0">
                                          <p:val>
                                            <p:strVal val="#ppt_y+#ppt_h*1.125000"/>
                                          </p:val>
                                        </p:tav>
                                        <p:tav tm="100000">
                                          <p:val>
                                            <p:strVal val="#ppt_y"/>
                                          </p:val>
                                        </p:tav>
                                      </p:tavLst>
                                    </p:anim>
                                    <p:animEffect transition="in" filter="wipe(up)">
                                      <p:cBhvr>
                                        <p:cTn id="43" dur="300"/>
                                        <p:tgtEl>
                                          <p:spTgt spid="30"/>
                                        </p:tgtEl>
                                      </p:cBhvr>
                                    </p:animEffect>
                                  </p:childTnLst>
                                </p:cTn>
                              </p:par>
                            </p:childTnLst>
                          </p:cTn>
                        </p:par>
                        <p:par>
                          <p:cTn id="44" fill="hold">
                            <p:stCondLst>
                              <p:cond delay="1800"/>
                            </p:stCondLst>
                            <p:childTnLst>
                              <p:par>
                                <p:cTn id="45" presetID="53" presetClass="entr" presetSubtype="16" fill="hold" nodeType="after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p:cTn id="47" dur="300" fill="hold"/>
                                        <p:tgtEl>
                                          <p:spTgt spid="13"/>
                                        </p:tgtEl>
                                        <p:attrNameLst>
                                          <p:attrName>ppt_w</p:attrName>
                                        </p:attrNameLst>
                                      </p:cBhvr>
                                      <p:tavLst>
                                        <p:tav tm="0">
                                          <p:val>
                                            <p:fltVal val="0"/>
                                          </p:val>
                                        </p:tav>
                                        <p:tav tm="100000">
                                          <p:val>
                                            <p:strVal val="#ppt_w"/>
                                          </p:val>
                                        </p:tav>
                                      </p:tavLst>
                                    </p:anim>
                                    <p:anim calcmode="lin" valueType="num">
                                      <p:cBhvr>
                                        <p:cTn id="48" dur="300" fill="hold"/>
                                        <p:tgtEl>
                                          <p:spTgt spid="13"/>
                                        </p:tgtEl>
                                        <p:attrNameLst>
                                          <p:attrName>ppt_h</p:attrName>
                                        </p:attrNameLst>
                                      </p:cBhvr>
                                      <p:tavLst>
                                        <p:tav tm="0">
                                          <p:val>
                                            <p:fltVal val="0"/>
                                          </p:val>
                                        </p:tav>
                                        <p:tav tm="100000">
                                          <p:val>
                                            <p:strVal val="#ppt_h"/>
                                          </p:val>
                                        </p:tav>
                                      </p:tavLst>
                                    </p:anim>
                                    <p:animEffect transition="in" filter="fade">
                                      <p:cBhvr>
                                        <p:cTn id="49" dur="300"/>
                                        <p:tgtEl>
                                          <p:spTgt spid="13"/>
                                        </p:tgtEl>
                                      </p:cBhvr>
                                    </p:animEffect>
                                  </p:childTnLst>
                                </p:cTn>
                              </p:par>
                              <p:par>
                                <p:cTn id="50" presetID="12" presetClass="entr" presetSubtype="4" fill="hold" grpId="1" nodeType="withEffect">
                                  <p:stCondLst>
                                    <p:cond delay="0"/>
                                  </p:stCondLst>
                                  <p:childTnLst>
                                    <p:set>
                                      <p:cBhvr>
                                        <p:cTn id="51" dur="1" fill="hold">
                                          <p:stCondLst>
                                            <p:cond delay="0"/>
                                          </p:stCondLst>
                                        </p:cTn>
                                        <p:tgtEl>
                                          <p:spTgt spid="28"/>
                                        </p:tgtEl>
                                        <p:attrNameLst>
                                          <p:attrName>style.visibility</p:attrName>
                                        </p:attrNameLst>
                                      </p:cBhvr>
                                      <p:to>
                                        <p:strVal val="visible"/>
                                      </p:to>
                                    </p:set>
                                    <p:anim calcmode="lin" valueType="num">
                                      <p:cBhvr additive="base">
                                        <p:cTn id="52" dur="300"/>
                                        <p:tgtEl>
                                          <p:spTgt spid="28"/>
                                        </p:tgtEl>
                                        <p:attrNameLst>
                                          <p:attrName>ppt_y</p:attrName>
                                        </p:attrNameLst>
                                      </p:cBhvr>
                                      <p:tavLst>
                                        <p:tav tm="0">
                                          <p:val>
                                            <p:strVal val="#ppt_y+#ppt_h*1.125000"/>
                                          </p:val>
                                        </p:tav>
                                        <p:tav tm="100000">
                                          <p:val>
                                            <p:strVal val="#ppt_y"/>
                                          </p:val>
                                        </p:tav>
                                      </p:tavLst>
                                    </p:anim>
                                    <p:animEffect transition="in" filter="wipe(up)">
                                      <p:cBhvr>
                                        <p:cTn id="53" dur="300"/>
                                        <p:tgtEl>
                                          <p:spTgt spid="28"/>
                                        </p:tgtEl>
                                      </p:cBhvr>
                                    </p:animEffect>
                                  </p:childTnLst>
                                </p:cTn>
                              </p:par>
                            </p:childTnLst>
                          </p:cTn>
                        </p:par>
                        <p:par>
                          <p:cTn id="54" fill="hold">
                            <p:stCondLst>
                              <p:cond delay="2100"/>
                            </p:stCondLst>
                            <p:childTnLst>
                              <p:par>
                                <p:cTn id="55" presetID="53" presetClass="entr" presetSubtype="16" fill="hold" nodeType="afterEffect">
                                  <p:stCondLst>
                                    <p:cond delay="0"/>
                                  </p:stCondLst>
                                  <p:childTnLst>
                                    <p:set>
                                      <p:cBhvr>
                                        <p:cTn id="56" dur="1" fill="hold">
                                          <p:stCondLst>
                                            <p:cond delay="0"/>
                                          </p:stCondLst>
                                        </p:cTn>
                                        <p:tgtEl>
                                          <p:spTgt spid="1026"/>
                                        </p:tgtEl>
                                        <p:attrNameLst>
                                          <p:attrName>style.visibility</p:attrName>
                                        </p:attrNameLst>
                                      </p:cBhvr>
                                      <p:to>
                                        <p:strVal val="visible"/>
                                      </p:to>
                                    </p:set>
                                    <p:anim calcmode="lin" valueType="num">
                                      <p:cBhvr>
                                        <p:cTn id="57" dur="300" fill="hold"/>
                                        <p:tgtEl>
                                          <p:spTgt spid="1026"/>
                                        </p:tgtEl>
                                        <p:attrNameLst>
                                          <p:attrName>ppt_w</p:attrName>
                                        </p:attrNameLst>
                                      </p:cBhvr>
                                      <p:tavLst>
                                        <p:tav tm="0">
                                          <p:val>
                                            <p:fltVal val="0"/>
                                          </p:val>
                                        </p:tav>
                                        <p:tav tm="100000">
                                          <p:val>
                                            <p:strVal val="#ppt_w"/>
                                          </p:val>
                                        </p:tav>
                                      </p:tavLst>
                                    </p:anim>
                                    <p:anim calcmode="lin" valueType="num">
                                      <p:cBhvr>
                                        <p:cTn id="58" dur="300" fill="hold"/>
                                        <p:tgtEl>
                                          <p:spTgt spid="1026"/>
                                        </p:tgtEl>
                                        <p:attrNameLst>
                                          <p:attrName>ppt_h</p:attrName>
                                        </p:attrNameLst>
                                      </p:cBhvr>
                                      <p:tavLst>
                                        <p:tav tm="0">
                                          <p:val>
                                            <p:fltVal val="0"/>
                                          </p:val>
                                        </p:tav>
                                        <p:tav tm="100000">
                                          <p:val>
                                            <p:strVal val="#ppt_h"/>
                                          </p:val>
                                        </p:tav>
                                      </p:tavLst>
                                    </p:anim>
                                    <p:animEffect transition="in" filter="fade">
                                      <p:cBhvr>
                                        <p:cTn id="59" dur="300"/>
                                        <p:tgtEl>
                                          <p:spTgt spid="1026"/>
                                        </p:tgtEl>
                                      </p:cBhvr>
                                    </p:animEffect>
                                  </p:childTnLst>
                                </p:cTn>
                              </p:par>
                              <p:par>
                                <p:cTn id="60" presetID="12" presetClass="entr" presetSubtype="4" fill="hold" grpId="1" nodeType="withEffect">
                                  <p:stCondLst>
                                    <p:cond delay="0"/>
                                  </p:stCondLst>
                                  <p:childTnLst>
                                    <p:set>
                                      <p:cBhvr>
                                        <p:cTn id="61" dur="1" fill="hold">
                                          <p:stCondLst>
                                            <p:cond delay="0"/>
                                          </p:stCondLst>
                                        </p:cTn>
                                        <p:tgtEl>
                                          <p:spTgt spid="2"/>
                                        </p:tgtEl>
                                        <p:attrNameLst>
                                          <p:attrName>style.visibility</p:attrName>
                                        </p:attrNameLst>
                                      </p:cBhvr>
                                      <p:to>
                                        <p:strVal val="visible"/>
                                      </p:to>
                                    </p:set>
                                    <p:anim calcmode="lin" valueType="num">
                                      <p:cBhvr additive="base">
                                        <p:cTn id="62" dur="300"/>
                                        <p:tgtEl>
                                          <p:spTgt spid="2"/>
                                        </p:tgtEl>
                                        <p:attrNameLst>
                                          <p:attrName>ppt_y</p:attrName>
                                        </p:attrNameLst>
                                      </p:cBhvr>
                                      <p:tavLst>
                                        <p:tav tm="0">
                                          <p:val>
                                            <p:strVal val="#ppt_y+#ppt_h*1.125000"/>
                                          </p:val>
                                        </p:tav>
                                        <p:tav tm="100000">
                                          <p:val>
                                            <p:strVal val="#ppt_y"/>
                                          </p:val>
                                        </p:tav>
                                      </p:tavLst>
                                    </p:anim>
                                    <p:animEffect transition="in" filter="wipe(up)">
                                      <p:cBhvr>
                                        <p:cTn id="63" dur="300"/>
                                        <p:tgtEl>
                                          <p:spTgt spid="2"/>
                                        </p:tgtEl>
                                      </p:cBhvr>
                                    </p:animEffect>
                                  </p:childTnLst>
                                </p:cTn>
                              </p:par>
                            </p:childTnLst>
                          </p:cTn>
                        </p:par>
                        <p:par>
                          <p:cTn id="64" fill="hold">
                            <p:stCondLst>
                              <p:cond delay="2400"/>
                            </p:stCondLst>
                            <p:childTnLst>
                              <p:par>
                                <p:cTn id="65" presetID="53" presetClass="entr" presetSubtype="16" fill="hold" nodeType="afterEffect">
                                  <p:stCondLst>
                                    <p:cond delay="0"/>
                                  </p:stCondLst>
                                  <p:childTnLst>
                                    <p:set>
                                      <p:cBhvr>
                                        <p:cTn id="66" dur="1" fill="hold">
                                          <p:stCondLst>
                                            <p:cond delay="0"/>
                                          </p:stCondLst>
                                        </p:cTn>
                                        <p:tgtEl>
                                          <p:spTgt spid="14"/>
                                        </p:tgtEl>
                                        <p:attrNameLst>
                                          <p:attrName>style.visibility</p:attrName>
                                        </p:attrNameLst>
                                      </p:cBhvr>
                                      <p:to>
                                        <p:strVal val="visible"/>
                                      </p:to>
                                    </p:set>
                                    <p:anim calcmode="lin" valueType="num">
                                      <p:cBhvr>
                                        <p:cTn id="67" dur="300" fill="hold"/>
                                        <p:tgtEl>
                                          <p:spTgt spid="14"/>
                                        </p:tgtEl>
                                        <p:attrNameLst>
                                          <p:attrName>ppt_w</p:attrName>
                                        </p:attrNameLst>
                                      </p:cBhvr>
                                      <p:tavLst>
                                        <p:tav tm="0">
                                          <p:val>
                                            <p:fltVal val="0"/>
                                          </p:val>
                                        </p:tav>
                                        <p:tav tm="100000">
                                          <p:val>
                                            <p:strVal val="#ppt_w"/>
                                          </p:val>
                                        </p:tav>
                                      </p:tavLst>
                                    </p:anim>
                                    <p:anim calcmode="lin" valueType="num">
                                      <p:cBhvr>
                                        <p:cTn id="68" dur="300" fill="hold"/>
                                        <p:tgtEl>
                                          <p:spTgt spid="14"/>
                                        </p:tgtEl>
                                        <p:attrNameLst>
                                          <p:attrName>ppt_h</p:attrName>
                                        </p:attrNameLst>
                                      </p:cBhvr>
                                      <p:tavLst>
                                        <p:tav tm="0">
                                          <p:val>
                                            <p:fltVal val="0"/>
                                          </p:val>
                                        </p:tav>
                                        <p:tav tm="100000">
                                          <p:val>
                                            <p:strVal val="#ppt_h"/>
                                          </p:val>
                                        </p:tav>
                                      </p:tavLst>
                                    </p:anim>
                                    <p:animEffect transition="in" filter="fade">
                                      <p:cBhvr>
                                        <p:cTn id="69" dur="300"/>
                                        <p:tgtEl>
                                          <p:spTgt spid="14"/>
                                        </p:tgtEl>
                                      </p:cBhvr>
                                    </p:animEffect>
                                  </p:childTnLst>
                                </p:cTn>
                              </p:par>
                              <p:par>
                                <p:cTn id="70" presetID="12" presetClass="entr" presetSubtype="4" fill="hold" grpId="1" nodeType="withEffect">
                                  <p:stCondLst>
                                    <p:cond delay="0"/>
                                  </p:stCondLst>
                                  <p:childTnLst>
                                    <p:set>
                                      <p:cBhvr>
                                        <p:cTn id="71" dur="1" fill="hold">
                                          <p:stCondLst>
                                            <p:cond delay="0"/>
                                          </p:stCondLst>
                                        </p:cTn>
                                        <p:tgtEl>
                                          <p:spTgt spid="29"/>
                                        </p:tgtEl>
                                        <p:attrNameLst>
                                          <p:attrName>style.visibility</p:attrName>
                                        </p:attrNameLst>
                                      </p:cBhvr>
                                      <p:to>
                                        <p:strVal val="visible"/>
                                      </p:to>
                                    </p:set>
                                    <p:anim calcmode="lin" valueType="num">
                                      <p:cBhvr additive="base">
                                        <p:cTn id="72" dur="300"/>
                                        <p:tgtEl>
                                          <p:spTgt spid="29"/>
                                        </p:tgtEl>
                                        <p:attrNameLst>
                                          <p:attrName>ppt_y</p:attrName>
                                        </p:attrNameLst>
                                      </p:cBhvr>
                                      <p:tavLst>
                                        <p:tav tm="0">
                                          <p:val>
                                            <p:strVal val="#ppt_y+#ppt_h*1.125000"/>
                                          </p:val>
                                        </p:tav>
                                        <p:tav tm="100000">
                                          <p:val>
                                            <p:strVal val="#ppt_y"/>
                                          </p:val>
                                        </p:tav>
                                      </p:tavLst>
                                    </p:anim>
                                    <p:animEffect transition="in" filter="wipe(up)">
                                      <p:cBhvr>
                                        <p:cTn id="73" dur="300"/>
                                        <p:tgtEl>
                                          <p:spTgt spid="29"/>
                                        </p:tgtEl>
                                      </p:cBhvr>
                                    </p:animEffect>
                                  </p:childTnLst>
                                </p:cTn>
                              </p:par>
                            </p:childTnLst>
                          </p:cTn>
                        </p:par>
                        <p:par>
                          <p:cTn id="74" fill="hold">
                            <p:stCondLst>
                              <p:cond delay="2700"/>
                            </p:stCondLst>
                            <p:childTnLst>
                              <p:par>
                                <p:cTn id="75" presetID="53" presetClass="entr" presetSubtype="16" fill="hold" nodeType="afterEffect">
                                  <p:stCondLst>
                                    <p:cond delay="0"/>
                                  </p:stCondLst>
                                  <p:childTnLst>
                                    <p:set>
                                      <p:cBhvr>
                                        <p:cTn id="76" dur="1" fill="hold">
                                          <p:stCondLst>
                                            <p:cond delay="0"/>
                                          </p:stCondLst>
                                        </p:cTn>
                                        <p:tgtEl>
                                          <p:spTgt spid="16"/>
                                        </p:tgtEl>
                                        <p:attrNameLst>
                                          <p:attrName>style.visibility</p:attrName>
                                        </p:attrNameLst>
                                      </p:cBhvr>
                                      <p:to>
                                        <p:strVal val="visible"/>
                                      </p:to>
                                    </p:set>
                                    <p:anim calcmode="lin" valueType="num">
                                      <p:cBhvr>
                                        <p:cTn id="77" dur="300" fill="hold"/>
                                        <p:tgtEl>
                                          <p:spTgt spid="16"/>
                                        </p:tgtEl>
                                        <p:attrNameLst>
                                          <p:attrName>ppt_w</p:attrName>
                                        </p:attrNameLst>
                                      </p:cBhvr>
                                      <p:tavLst>
                                        <p:tav tm="0">
                                          <p:val>
                                            <p:fltVal val="0"/>
                                          </p:val>
                                        </p:tav>
                                        <p:tav tm="100000">
                                          <p:val>
                                            <p:strVal val="#ppt_w"/>
                                          </p:val>
                                        </p:tav>
                                      </p:tavLst>
                                    </p:anim>
                                    <p:anim calcmode="lin" valueType="num">
                                      <p:cBhvr>
                                        <p:cTn id="78" dur="300" fill="hold"/>
                                        <p:tgtEl>
                                          <p:spTgt spid="16"/>
                                        </p:tgtEl>
                                        <p:attrNameLst>
                                          <p:attrName>ppt_h</p:attrName>
                                        </p:attrNameLst>
                                      </p:cBhvr>
                                      <p:tavLst>
                                        <p:tav tm="0">
                                          <p:val>
                                            <p:fltVal val="0"/>
                                          </p:val>
                                        </p:tav>
                                        <p:tav tm="100000">
                                          <p:val>
                                            <p:strVal val="#ppt_h"/>
                                          </p:val>
                                        </p:tav>
                                      </p:tavLst>
                                    </p:anim>
                                    <p:animEffect transition="in" filter="fade">
                                      <p:cBhvr>
                                        <p:cTn id="79" dur="300"/>
                                        <p:tgtEl>
                                          <p:spTgt spid="16"/>
                                        </p:tgtEl>
                                      </p:cBhvr>
                                    </p:animEffect>
                                  </p:childTnLst>
                                </p:cTn>
                              </p:par>
                              <p:par>
                                <p:cTn id="80" presetID="12" presetClass="entr" presetSubtype="4" fill="hold" grpId="1" nodeType="withEffect">
                                  <p:stCondLst>
                                    <p:cond delay="0"/>
                                  </p:stCondLst>
                                  <p:childTnLst>
                                    <p:set>
                                      <p:cBhvr>
                                        <p:cTn id="81" dur="1" fill="hold">
                                          <p:stCondLst>
                                            <p:cond delay="0"/>
                                          </p:stCondLst>
                                        </p:cTn>
                                        <p:tgtEl>
                                          <p:spTgt spid="7"/>
                                        </p:tgtEl>
                                        <p:attrNameLst>
                                          <p:attrName>style.visibility</p:attrName>
                                        </p:attrNameLst>
                                      </p:cBhvr>
                                      <p:to>
                                        <p:strVal val="visible"/>
                                      </p:to>
                                    </p:set>
                                    <p:anim calcmode="lin" valueType="num">
                                      <p:cBhvr additive="base">
                                        <p:cTn id="82" dur="300"/>
                                        <p:tgtEl>
                                          <p:spTgt spid="7"/>
                                        </p:tgtEl>
                                        <p:attrNameLst>
                                          <p:attrName>ppt_y</p:attrName>
                                        </p:attrNameLst>
                                      </p:cBhvr>
                                      <p:tavLst>
                                        <p:tav tm="0">
                                          <p:val>
                                            <p:strVal val="#ppt_y+#ppt_h*1.125000"/>
                                          </p:val>
                                        </p:tav>
                                        <p:tav tm="100000">
                                          <p:val>
                                            <p:strVal val="#ppt_y"/>
                                          </p:val>
                                        </p:tav>
                                      </p:tavLst>
                                    </p:anim>
                                    <p:animEffect transition="in" filter="wipe(up)">
                                      <p:cBhvr>
                                        <p:cTn id="83" dur="300"/>
                                        <p:tgtEl>
                                          <p:spTgt spid="7"/>
                                        </p:tgtEl>
                                      </p:cBhvr>
                                    </p:animEffect>
                                  </p:childTnLst>
                                </p:cTn>
                              </p:par>
                            </p:childTnLst>
                          </p:cTn>
                        </p:par>
                        <p:par>
                          <p:cTn id="84" fill="hold">
                            <p:stCondLst>
                              <p:cond delay="3000"/>
                            </p:stCondLst>
                            <p:childTnLst>
                              <p:par>
                                <p:cTn id="85" presetID="53" presetClass="entr" presetSubtype="16" fill="hold" nodeType="afterEffect">
                                  <p:stCondLst>
                                    <p:cond delay="0"/>
                                  </p:stCondLst>
                                  <p:childTnLst>
                                    <p:set>
                                      <p:cBhvr>
                                        <p:cTn id="86" dur="1" fill="hold">
                                          <p:stCondLst>
                                            <p:cond delay="0"/>
                                          </p:stCondLst>
                                        </p:cTn>
                                        <p:tgtEl>
                                          <p:spTgt spid="17"/>
                                        </p:tgtEl>
                                        <p:attrNameLst>
                                          <p:attrName>style.visibility</p:attrName>
                                        </p:attrNameLst>
                                      </p:cBhvr>
                                      <p:to>
                                        <p:strVal val="visible"/>
                                      </p:to>
                                    </p:set>
                                    <p:anim calcmode="lin" valueType="num">
                                      <p:cBhvr>
                                        <p:cTn id="87" dur="300" fill="hold"/>
                                        <p:tgtEl>
                                          <p:spTgt spid="17"/>
                                        </p:tgtEl>
                                        <p:attrNameLst>
                                          <p:attrName>ppt_w</p:attrName>
                                        </p:attrNameLst>
                                      </p:cBhvr>
                                      <p:tavLst>
                                        <p:tav tm="0">
                                          <p:val>
                                            <p:fltVal val="0"/>
                                          </p:val>
                                        </p:tav>
                                        <p:tav tm="100000">
                                          <p:val>
                                            <p:strVal val="#ppt_w"/>
                                          </p:val>
                                        </p:tav>
                                      </p:tavLst>
                                    </p:anim>
                                    <p:anim calcmode="lin" valueType="num">
                                      <p:cBhvr>
                                        <p:cTn id="88" dur="300" fill="hold"/>
                                        <p:tgtEl>
                                          <p:spTgt spid="17"/>
                                        </p:tgtEl>
                                        <p:attrNameLst>
                                          <p:attrName>ppt_h</p:attrName>
                                        </p:attrNameLst>
                                      </p:cBhvr>
                                      <p:tavLst>
                                        <p:tav tm="0">
                                          <p:val>
                                            <p:fltVal val="0"/>
                                          </p:val>
                                        </p:tav>
                                        <p:tav tm="100000">
                                          <p:val>
                                            <p:strVal val="#ppt_h"/>
                                          </p:val>
                                        </p:tav>
                                      </p:tavLst>
                                    </p:anim>
                                    <p:animEffect transition="in" filter="fade">
                                      <p:cBhvr>
                                        <p:cTn id="89" dur="3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P spid="9" grpId="0" build="p"/>
      <p:bldP spid="6" grpId="0"/>
      <p:bldP spid="6" grpId="1"/>
      <p:bldP spid="2" grpId="0"/>
      <p:bldP spid="2" grpId="1"/>
      <p:bldP spid="25" grpId="0"/>
      <p:bldP spid="25" grpId="1"/>
      <p:bldP spid="26" grpId="0"/>
      <p:bldP spid="26" grpId="1"/>
      <p:bldP spid="28" grpId="0"/>
      <p:bldP spid="28" grpId="1"/>
      <p:bldP spid="29" grpId="0"/>
      <p:bldP spid="29" grpId="1"/>
      <p:bldP spid="30" grpId="0"/>
      <p:bldP spid="30" grpId="1"/>
      <p:bldP spid="7" grpId="0"/>
      <p:bldP spid="7"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Data 24">
            <a:extLst>
              <a:ext uri="{FF2B5EF4-FFF2-40B4-BE49-F238E27FC236}">
                <a16:creationId xmlns:a16="http://schemas.microsoft.com/office/drawing/2014/main" id="{85F50038-5454-FEC2-CA5D-0697343AA154}"/>
              </a:ext>
            </a:extLst>
          </p:cNvPr>
          <p:cNvSpPr/>
          <p:nvPr/>
        </p:nvSpPr>
        <p:spPr>
          <a:xfrm>
            <a:off x="1758615" y="3150093"/>
            <a:ext cx="7248523" cy="690446"/>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567"/>
              <a:gd name="connsiteY0" fmla="*/ 10345 h 10345"/>
              <a:gd name="connsiteX1" fmla="*/ 2000 w 8567"/>
              <a:gd name="connsiteY1" fmla="*/ 345 h 10345"/>
              <a:gd name="connsiteX2" fmla="*/ 8567 w 8567"/>
              <a:gd name="connsiteY2" fmla="*/ 0 h 10345"/>
              <a:gd name="connsiteX3" fmla="*/ 8000 w 8567"/>
              <a:gd name="connsiteY3" fmla="*/ 10345 h 10345"/>
              <a:gd name="connsiteX4" fmla="*/ 0 w 8567"/>
              <a:gd name="connsiteY4" fmla="*/ 10345 h 10345"/>
              <a:gd name="connsiteX0" fmla="*/ 0 w 10000"/>
              <a:gd name="connsiteY0" fmla="*/ 10555 h 10555"/>
              <a:gd name="connsiteX1" fmla="*/ 490 w 10000"/>
              <a:gd name="connsiteY1" fmla="*/ 0 h 10555"/>
              <a:gd name="connsiteX2" fmla="*/ 10000 w 10000"/>
              <a:gd name="connsiteY2" fmla="*/ 555 h 10555"/>
              <a:gd name="connsiteX3" fmla="*/ 9338 w 10000"/>
              <a:gd name="connsiteY3" fmla="*/ 10555 h 10555"/>
              <a:gd name="connsiteX4" fmla="*/ 0 w 10000"/>
              <a:gd name="connsiteY4" fmla="*/ 10555 h 10555"/>
              <a:gd name="connsiteX0" fmla="*/ 0 w 10000"/>
              <a:gd name="connsiteY0" fmla="*/ 10666 h 10666"/>
              <a:gd name="connsiteX1" fmla="*/ 467 w 10000"/>
              <a:gd name="connsiteY1" fmla="*/ 0 h 10666"/>
              <a:gd name="connsiteX2" fmla="*/ 10000 w 10000"/>
              <a:gd name="connsiteY2" fmla="*/ 666 h 10666"/>
              <a:gd name="connsiteX3" fmla="*/ 9338 w 10000"/>
              <a:gd name="connsiteY3" fmla="*/ 10666 h 10666"/>
              <a:gd name="connsiteX4" fmla="*/ 0 w 10000"/>
              <a:gd name="connsiteY4" fmla="*/ 10666 h 10666"/>
              <a:gd name="connsiteX0" fmla="*/ 0 w 9988"/>
              <a:gd name="connsiteY0" fmla="*/ 10666 h 10666"/>
              <a:gd name="connsiteX1" fmla="*/ 467 w 9988"/>
              <a:gd name="connsiteY1" fmla="*/ 0 h 10666"/>
              <a:gd name="connsiteX2" fmla="*/ 9988 w 9988"/>
              <a:gd name="connsiteY2" fmla="*/ 555 h 10666"/>
              <a:gd name="connsiteX3" fmla="*/ 9338 w 9988"/>
              <a:gd name="connsiteY3" fmla="*/ 10666 h 10666"/>
              <a:gd name="connsiteX4" fmla="*/ 0 w 9988"/>
              <a:gd name="connsiteY4" fmla="*/ 10666 h 10666"/>
              <a:gd name="connsiteX0" fmla="*/ 0 w 10046"/>
              <a:gd name="connsiteY0" fmla="*/ 10000 h 10000"/>
              <a:gd name="connsiteX1" fmla="*/ 468 w 10046"/>
              <a:gd name="connsiteY1" fmla="*/ 0 h 10000"/>
              <a:gd name="connsiteX2" fmla="*/ 10046 w 10046"/>
              <a:gd name="connsiteY2" fmla="*/ 520 h 10000"/>
              <a:gd name="connsiteX3" fmla="*/ 9349 w 10046"/>
              <a:gd name="connsiteY3" fmla="*/ 10000 h 10000"/>
              <a:gd name="connsiteX4" fmla="*/ 0 w 10046"/>
              <a:gd name="connsiteY4" fmla="*/ 10000 h 10000"/>
              <a:gd name="connsiteX0" fmla="*/ 0 w 10046"/>
              <a:gd name="connsiteY0" fmla="*/ 10000 h 10000"/>
              <a:gd name="connsiteX1" fmla="*/ 468 w 10046"/>
              <a:gd name="connsiteY1" fmla="*/ 0 h 10000"/>
              <a:gd name="connsiteX2" fmla="*/ 10046 w 10046"/>
              <a:gd name="connsiteY2" fmla="*/ 312 h 10000"/>
              <a:gd name="connsiteX3" fmla="*/ 9349 w 10046"/>
              <a:gd name="connsiteY3" fmla="*/ 10000 h 10000"/>
              <a:gd name="connsiteX4" fmla="*/ 0 w 10046"/>
              <a:gd name="connsiteY4" fmla="*/ 10000 h 10000"/>
              <a:gd name="connsiteX0" fmla="*/ 0 w 10058"/>
              <a:gd name="connsiteY0" fmla="*/ 10000 h 10000"/>
              <a:gd name="connsiteX1" fmla="*/ 468 w 10058"/>
              <a:gd name="connsiteY1" fmla="*/ 0 h 10000"/>
              <a:gd name="connsiteX2" fmla="*/ 10058 w 10058"/>
              <a:gd name="connsiteY2" fmla="*/ 208 h 10000"/>
              <a:gd name="connsiteX3" fmla="*/ 9349 w 10058"/>
              <a:gd name="connsiteY3" fmla="*/ 10000 h 10000"/>
              <a:gd name="connsiteX4" fmla="*/ 0 w 10058"/>
              <a:gd name="connsiteY4" fmla="*/ 10000 h 10000"/>
              <a:gd name="connsiteX0" fmla="*/ 0 w 10070"/>
              <a:gd name="connsiteY0" fmla="*/ 10060 h 10060"/>
              <a:gd name="connsiteX1" fmla="*/ 468 w 10070"/>
              <a:gd name="connsiteY1" fmla="*/ 60 h 10060"/>
              <a:gd name="connsiteX2" fmla="*/ 10070 w 10070"/>
              <a:gd name="connsiteY2" fmla="*/ 60 h 10060"/>
              <a:gd name="connsiteX3" fmla="*/ 9349 w 10070"/>
              <a:gd name="connsiteY3" fmla="*/ 10060 h 10060"/>
              <a:gd name="connsiteX4" fmla="*/ 0 w 10070"/>
              <a:gd name="connsiteY4" fmla="*/ 10060 h 10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70" h="10060">
                <a:moveTo>
                  <a:pt x="0" y="10060"/>
                </a:moveTo>
                <a:cubicBezTo>
                  <a:pt x="163" y="6762"/>
                  <a:pt x="304" y="3358"/>
                  <a:pt x="468" y="60"/>
                </a:cubicBezTo>
                <a:cubicBezTo>
                  <a:pt x="3649" y="268"/>
                  <a:pt x="6888" y="-148"/>
                  <a:pt x="10070" y="60"/>
                </a:cubicBezTo>
                <a:cubicBezTo>
                  <a:pt x="9849" y="3185"/>
                  <a:pt x="9570" y="6935"/>
                  <a:pt x="9349" y="10060"/>
                </a:cubicBezTo>
                <a:lnTo>
                  <a:pt x="0" y="10060"/>
                </a:lnTo>
                <a:close/>
              </a:path>
            </a:pathLst>
          </a:custGeom>
          <a:solidFill>
            <a:schemeClr val="accent1">
              <a:lumMod val="75000"/>
            </a:schemeClr>
          </a:solidFill>
          <a:ln>
            <a:noFill/>
          </a:ln>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lowchart: Data 24">
            <a:extLst>
              <a:ext uri="{FF2B5EF4-FFF2-40B4-BE49-F238E27FC236}">
                <a16:creationId xmlns:a16="http://schemas.microsoft.com/office/drawing/2014/main" id="{34D8B3E5-0006-BB5D-F682-9905393533D2}"/>
              </a:ext>
            </a:extLst>
          </p:cNvPr>
          <p:cNvSpPr/>
          <p:nvPr/>
        </p:nvSpPr>
        <p:spPr>
          <a:xfrm>
            <a:off x="444630" y="1602413"/>
            <a:ext cx="6193491" cy="686328"/>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567"/>
              <a:gd name="connsiteY0" fmla="*/ 10345 h 10345"/>
              <a:gd name="connsiteX1" fmla="*/ 2000 w 8567"/>
              <a:gd name="connsiteY1" fmla="*/ 345 h 10345"/>
              <a:gd name="connsiteX2" fmla="*/ 8567 w 8567"/>
              <a:gd name="connsiteY2" fmla="*/ 0 h 10345"/>
              <a:gd name="connsiteX3" fmla="*/ 8000 w 8567"/>
              <a:gd name="connsiteY3" fmla="*/ 10345 h 10345"/>
              <a:gd name="connsiteX4" fmla="*/ 0 w 8567"/>
              <a:gd name="connsiteY4" fmla="*/ 10345 h 10345"/>
              <a:gd name="connsiteX0" fmla="*/ 0 w 10000"/>
              <a:gd name="connsiteY0" fmla="*/ 10555 h 10555"/>
              <a:gd name="connsiteX1" fmla="*/ 490 w 10000"/>
              <a:gd name="connsiteY1" fmla="*/ 0 h 10555"/>
              <a:gd name="connsiteX2" fmla="*/ 10000 w 10000"/>
              <a:gd name="connsiteY2" fmla="*/ 555 h 10555"/>
              <a:gd name="connsiteX3" fmla="*/ 9338 w 10000"/>
              <a:gd name="connsiteY3" fmla="*/ 10555 h 10555"/>
              <a:gd name="connsiteX4" fmla="*/ 0 w 10000"/>
              <a:gd name="connsiteY4" fmla="*/ 10555 h 10555"/>
              <a:gd name="connsiteX0" fmla="*/ 0 w 10000"/>
              <a:gd name="connsiteY0" fmla="*/ 10666 h 10666"/>
              <a:gd name="connsiteX1" fmla="*/ 467 w 10000"/>
              <a:gd name="connsiteY1" fmla="*/ 0 h 10666"/>
              <a:gd name="connsiteX2" fmla="*/ 10000 w 10000"/>
              <a:gd name="connsiteY2" fmla="*/ 666 h 10666"/>
              <a:gd name="connsiteX3" fmla="*/ 9338 w 10000"/>
              <a:gd name="connsiteY3" fmla="*/ 10666 h 10666"/>
              <a:gd name="connsiteX4" fmla="*/ 0 w 10000"/>
              <a:gd name="connsiteY4" fmla="*/ 10666 h 10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666">
                <a:moveTo>
                  <a:pt x="0" y="10666"/>
                </a:moveTo>
                <a:cubicBezTo>
                  <a:pt x="163" y="7148"/>
                  <a:pt x="304" y="3518"/>
                  <a:pt x="467" y="0"/>
                </a:cubicBezTo>
                <a:lnTo>
                  <a:pt x="10000" y="666"/>
                </a:lnTo>
                <a:cubicBezTo>
                  <a:pt x="9779" y="3999"/>
                  <a:pt x="9559" y="7333"/>
                  <a:pt x="9338" y="10666"/>
                </a:cubicBezTo>
                <a:lnTo>
                  <a:pt x="0" y="10666"/>
                </a:lnTo>
                <a:close/>
              </a:path>
            </a:pathLst>
          </a:custGeom>
          <a:solidFill>
            <a:schemeClr val="tx2">
              <a:lumMod val="20000"/>
              <a:lumOff val="80000"/>
            </a:schemeClr>
          </a:solidFill>
          <a:ln>
            <a:noFill/>
          </a:ln>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p:cNvGrpSpPr/>
          <p:nvPr/>
        </p:nvGrpSpPr>
        <p:grpSpPr>
          <a:xfrm>
            <a:off x="2194296" y="433071"/>
            <a:ext cx="3930733" cy="350702"/>
            <a:chOff x="2194296" y="433071"/>
            <a:chExt cx="3930733" cy="350702"/>
          </a:xfrm>
        </p:grpSpPr>
        <p:sp>
          <p:nvSpPr>
            <p:cNvPr id="8" name="Parallelogram 7"/>
            <p:cNvSpPr/>
            <p:nvPr/>
          </p:nvSpPr>
          <p:spPr>
            <a:xfrm>
              <a:off x="2194296" y="433071"/>
              <a:ext cx="3930733" cy="343444"/>
            </a:xfrm>
            <a:prstGeom prst="parallelogram">
              <a:avLst>
                <a:gd name="adj" fmla="val 9962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Google Shape;1856;p24"/>
            <p:cNvSpPr txBox="1">
              <a:spLocks/>
            </p:cNvSpPr>
            <p:nvPr/>
          </p:nvSpPr>
          <p:spPr>
            <a:xfrm>
              <a:off x="2363519" y="440329"/>
              <a:ext cx="3592286" cy="3434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2000" b="1">
                  <a:solidFill>
                    <a:schemeClr val="tx1"/>
                  </a:solidFill>
                  <a:latin typeface="Arial" panose="020B0604020202020204" pitchFamily="34" charset="0"/>
                  <a:cs typeface="Arial" panose="020B0604020202020204" pitchFamily="34" charset="0"/>
                </a:rPr>
                <a:t>XÂY DỰNG MÔ HÌNH</a:t>
              </a:r>
            </a:p>
          </p:txBody>
        </p:sp>
      </p:grpSp>
      <p:sp>
        <p:nvSpPr>
          <p:cNvPr id="6" name="Google Shape;1855;p24"/>
          <p:cNvSpPr txBox="1">
            <a:spLocks/>
          </p:cNvSpPr>
          <p:nvPr/>
        </p:nvSpPr>
        <p:spPr>
          <a:xfrm>
            <a:off x="294984" y="959121"/>
            <a:ext cx="1464074" cy="32763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altLang="en-GB" sz="1800">
                <a:solidFill>
                  <a:schemeClr val="bg1">
                    <a:lumMod val="50000"/>
                  </a:schemeClr>
                </a:solidFill>
                <a:latin typeface="+mn-lt"/>
                <a:cs typeface="+mn-lt"/>
              </a:rPr>
              <a:t>PHẦN MỀM</a:t>
            </a:r>
          </a:p>
        </p:txBody>
      </p:sp>
      <p:grpSp>
        <p:nvGrpSpPr>
          <p:cNvPr id="4" name="Group 3">
            <a:extLst>
              <a:ext uri="{FF2B5EF4-FFF2-40B4-BE49-F238E27FC236}">
                <a16:creationId xmlns:a16="http://schemas.microsoft.com/office/drawing/2014/main" id="{85A7281D-81F5-E0E8-4E13-F64BA91EDAAF}"/>
              </a:ext>
            </a:extLst>
          </p:cNvPr>
          <p:cNvGrpSpPr/>
          <p:nvPr/>
        </p:nvGrpSpPr>
        <p:grpSpPr>
          <a:xfrm>
            <a:off x="304804" y="1239160"/>
            <a:ext cx="1288050" cy="95191"/>
            <a:chOff x="304804" y="1239160"/>
            <a:chExt cx="1288050" cy="95191"/>
          </a:xfrm>
        </p:grpSpPr>
        <p:cxnSp>
          <p:nvCxnSpPr>
            <p:cNvPr id="5" name="Straight Connector 4"/>
            <p:cNvCxnSpPr>
              <a:cxnSpLocks/>
            </p:cNvCxnSpPr>
            <p:nvPr/>
          </p:nvCxnSpPr>
          <p:spPr>
            <a:xfrm flipH="1">
              <a:off x="304804" y="1294013"/>
              <a:ext cx="1238246" cy="0"/>
            </a:xfrm>
            <a:prstGeom prst="line">
              <a:avLst/>
            </a:prstGeom>
          </p:spPr>
          <p:style>
            <a:lnRef idx="2">
              <a:schemeClr val="accent3"/>
            </a:lnRef>
            <a:fillRef idx="0">
              <a:schemeClr val="accent3"/>
            </a:fillRef>
            <a:effectRef idx="1">
              <a:schemeClr val="accent3"/>
            </a:effectRef>
            <a:fontRef idx="minor">
              <a:schemeClr val="tx1"/>
            </a:fontRef>
          </p:style>
        </p:cxnSp>
        <p:sp>
          <p:nvSpPr>
            <p:cNvPr id="10" name="Google Shape;10105;p59"/>
            <p:cNvSpPr/>
            <p:nvPr/>
          </p:nvSpPr>
          <p:spPr>
            <a:xfrm>
              <a:off x="1493783" y="1239160"/>
              <a:ext cx="99071" cy="95191"/>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1855;p24"/>
          <p:cNvSpPr txBox="1">
            <a:spLocks/>
          </p:cNvSpPr>
          <p:nvPr/>
        </p:nvSpPr>
        <p:spPr>
          <a:xfrm>
            <a:off x="957720" y="1614390"/>
            <a:ext cx="5167309" cy="662373"/>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vi-VN" sz="1600">
                <a:solidFill>
                  <a:schemeClr val="bg1">
                    <a:lumMod val="50000"/>
                  </a:schemeClr>
                </a:solidFill>
                <a:latin typeface="Arial" panose="020B0604020202020204" pitchFamily="34" charset="0"/>
                <a:cs typeface="Arial" panose="020B0604020202020204" pitchFamily="34" charset="0"/>
              </a:rPr>
              <a:t>JetPack 4.4.1 hỗ trợ hệ điều hành Ubuntu 18.04 LTS </a:t>
            </a:r>
            <a:r>
              <a:rPr lang="en-US" sz="1600">
                <a:solidFill>
                  <a:schemeClr val="bg1">
                    <a:lumMod val="50000"/>
                  </a:schemeClr>
                </a:solidFill>
                <a:latin typeface="Arial" panose="020B0604020202020204" pitchFamily="34" charset="0"/>
                <a:cs typeface="Arial" panose="020B0604020202020204" pitchFamily="34" charset="0"/>
              </a:rPr>
              <a:t>cho Jetson Nano 4GB được phát hành bởi NVIDIA.</a:t>
            </a:r>
          </a:p>
        </p:txBody>
      </p:sp>
      <p:sp>
        <p:nvSpPr>
          <p:cNvPr id="22" name="Google Shape;1855;p24"/>
          <p:cNvSpPr txBox="1">
            <a:spLocks/>
          </p:cNvSpPr>
          <p:nvPr/>
        </p:nvSpPr>
        <p:spPr>
          <a:xfrm>
            <a:off x="1963401" y="3173335"/>
            <a:ext cx="6529388" cy="662373"/>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r"/>
            <a:r>
              <a:rPr lang="vi-VN" sz="1600">
                <a:solidFill>
                  <a:schemeClr val="tx1"/>
                </a:solidFill>
                <a:latin typeface="Arial" panose="020B0604020202020204" pitchFamily="34" charset="0"/>
                <a:cs typeface="Arial" panose="020B0604020202020204" pitchFamily="34" charset="0"/>
              </a:rPr>
              <a:t>JetBot 0.4.1 được phát hành vào tháng 4 năm 2020</a:t>
            </a:r>
            <a:r>
              <a:rPr lang="en-US" sz="1600">
                <a:solidFill>
                  <a:schemeClr val="tx1"/>
                </a:solidFill>
                <a:latin typeface="Arial" panose="020B0604020202020204" pitchFamily="34" charset="0"/>
                <a:cs typeface="Arial" panose="020B0604020202020204" pitchFamily="34" charset="0"/>
              </a:rPr>
              <a:t>, c</a:t>
            </a:r>
            <a:r>
              <a:rPr lang="vi-VN" sz="1600">
                <a:solidFill>
                  <a:schemeClr val="tx1"/>
                </a:solidFill>
                <a:latin typeface="Arial" panose="020B0604020202020204" pitchFamily="34" charset="0"/>
                <a:cs typeface="Arial" panose="020B0604020202020204" pitchFamily="34" charset="0"/>
              </a:rPr>
              <a:t>ập nhật để tương thích với JetPack 4.4</a:t>
            </a:r>
            <a:r>
              <a:rPr lang="en-US" sz="1600">
                <a:solidFill>
                  <a:schemeClr val="tx1"/>
                </a:solidFill>
                <a:latin typeface="Arial" panose="020B0604020202020204" pitchFamily="34" charset="0"/>
                <a:cs typeface="Arial" panose="020B0604020202020204" pitchFamily="34" charset="0"/>
              </a:rPr>
              <a:t>, hỗ trợ cho OpenCV 4.1.1 và JupyterLab 1.0.</a:t>
            </a:r>
          </a:p>
        </p:txBody>
      </p:sp>
      <p:sp>
        <p:nvSpPr>
          <p:cNvPr id="24" name="TextBox 23"/>
          <p:cNvSpPr txBox="1"/>
          <p:nvPr/>
        </p:nvSpPr>
        <p:spPr>
          <a:xfrm>
            <a:off x="8723086" y="4702628"/>
            <a:ext cx="284052" cy="307777"/>
          </a:xfrm>
          <a:prstGeom prst="rect">
            <a:avLst/>
          </a:prstGeom>
          <a:noFill/>
        </p:spPr>
        <p:txBody>
          <a:bodyPr wrap="none" rtlCol="0">
            <a:spAutoFit/>
          </a:bodyPr>
          <a:lstStyle/>
          <a:p>
            <a:fld id="{3B13CC22-955F-4C18-B43E-F8F0DA7FF5AB}" type="slidenum">
              <a:rPr lang="en-US" smtClean="0"/>
              <a:t>15</a:t>
            </a:fld>
            <a:endParaRPr lang="en-US"/>
          </a:p>
        </p:txBody>
      </p:sp>
    </p:spTree>
    <p:extLst>
      <p:ext uri="{BB962C8B-B14F-4D97-AF65-F5344CB8AC3E}">
        <p14:creationId xmlns:p14="http://schemas.microsoft.com/office/powerpoint/2010/main" val="997513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250"/>
                                        <p:tgtEl>
                                          <p:spTgt spid="4"/>
                                        </p:tgtEl>
                                      </p:cBhvr>
                                    </p:animEffect>
                                  </p:childTnLst>
                                </p:cTn>
                              </p:par>
                            </p:childTnLst>
                          </p:cTn>
                        </p:par>
                        <p:par>
                          <p:cTn id="8" fill="hold">
                            <p:stCondLst>
                              <p:cond delay="250"/>
                            </p:stCondLst>
                            <p:childTnLst>
                              <p:par>
                                <p:cTn id="9" presetID="22" presetClass="entr" presetSubtype="8" fill="hold" grpId="1"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250"/>
                                        <p:tgtEl>
                                          <p:spTgt spid="6"/>
                                        </p:tgtEl>
                                      </p:cBhvr>
                                    </p:animEffect>
                                  </p:childTnLst>
                                </p:cTn>
                              </p:par>
                            </p:childTnLst>
                          </p:cTn>
                        </p:par>
                        <p:par>
                          <p:cTn id="12" fill="hold">
                            <p:stCondLst>
                              <p:cond delay="500"/>
                            </p:stCondLst>
                            <p:childTnLst>
                              <p:par>
                                <p:cTn id="13" presetID="12" presetClass="entr" presetSubtype="8"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500"/>
                                        <p:tgtEl>
                                          <p:spTgt spid="25"/>
                                        </p:tgtEl>
                                        <p:attrNameLst>
                                          <p:attrName>ppt_x</p:attrName>
                                        </p:attrNameLst>
                                      </p:cBhvr>
                                      <p:tavLst>
                                        <p:tav tm="0">
                                          <p:val>
                                            <p:strVal val="#ppt_x-#ppt_w*1.125000"/>
                                          </p:val>
                                        </p:tav>
                                        <p:tav tm="100000">
                                          <p:val>
                                            <p:strVal val="#ppt_x"/>
                                          </p:val>
                                        </p:tav>
                                      </p:tavLst>
                                    </p:anim>
                                    <p:animEffect transition="in" filter="wipe(right)">
                                      <p:cBhvr>
                                        <p:cTn id="16" dur="500"/>
                                        <p:tgtEl>
                                          <p:spTgt spid="25"/>
                                        </p:tgtEl>
                                      </p:cBhvr>
                                    </p:animEffect>
                                  </p:childTnLst>
                                </p:cTn>
                              </p:par>
                              <p:par>
                                <p:cTn id="17" presetID="12" presetClass="entr" presetSubtype="8" fill="hold" grpId="1" nodeType="with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300"/>
                                        <p:tgtEl>
                                          <p:spTgt spid="21"/>
                                        </p:tgtEl>
                                        <p:attrNameLst>
                                          <p:attrName>ppt_x</p:attrName>
                                        </p:attrNameLst>
                                      </p:cBhvr>
                                      <p:tavLst>
                                        <p:tav tm="0">
                                          <p:val>
                                            <p:strVal val="#ppt_x-#ppt_w*1.125000"/>
                                          </p:val>
                                        </p:tav>
                                        <p:tav tm="100000">
                                          <p:val>
                                            <p:strVal val="#ppt_x"/>
                                          </p:val>
                                        </p:tav>
                                      </p:tavLst>
                                    </p:anim>
                                    <p:animEffect transition="in" filter="wipe(right)">
                                      <p:cBhvr>
                                        <p:cTn id="20" dur="300"/>
                                        <p:tgtEl>
                                          <p:spTgt spid="21"/>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p:tgtEl>
                                          <p:spTgt spid="2"/>
                                        </p:tgtEl>
                                        <p:attrNameLst>
                                          <p:attrName>ppt_x</p:attrName>
                                        </p:attrNameLst>
                                      </p:cBhvr>
                                      <p:tavLst>
                                        <p:tav tm="0">
                                          <p:val>
                                            <p:strVal val="#ppt_x-#ppt_w*1.125000"/>
                                          </p:val>
                                        </p:tav>
                                        <p:tav tm="100000">
                                          <p:val>
                                            <p:strVal val="#ppt_x"/>
                                          </p:val>
                                        </p:tav>
                                      </p:tavLst>
                                    </p:anim>
                                    <p:animEffect transition="in" filter="wipe(right)">
                                      <p:cBhvr>
                                        <p:cTn id="24" dur="500"/>
                                        <p:tgtEl>
                                          <p:spTgt spid="2"/>
                                        </p:tgtEl>
                                      </p:cBhvr>
                                    </p:animEffect>
                                  </p:childTnLst>
                                </p:cTn>
                              </p:par>
                              <p:par>
                                <p:cTn id="25" presetID="12" presetClass="entr" presetSubtype="8" fill="hold" grpId="1" nodeType="with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additive="base">
                                        <p:cTn id="27" dur="300"/>
                                        <p:tgtEl>
                                          <p:spTgt spid="22"/>
                                        </p:tgtEl>
                                        <p:attrNameLst>
                                          <p:attrName>ppt_x</p:attrName>
                                        </p:attrNameLst>
                                      </p:cBhvr>
                                      <p:tavLst>
                                        <p:tav tm="0">
                                          <p:val>
                                            <p:strVal val="#ppt_x-#ppt_w*1.125000"/>
                                          </p:val>
                                        </p:tav>
                                        <p:tav tm="100000">
                                          <p:val>
                                            <p:strVal val="#ppt_x"/>
                                          </p:val>
                                        </p:tav>
                                      </p:tavLst>
                                    </p:anim>
                                    <p:animEffect transition="in" filter="wipe(right)">
                                      <p:cBhvr>
                                        <p:cTn id="28" dur="3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5" grpId="0" animBg="1"/>
      <p:bldP spid="8" grpId="0" animBg="1"/>
      <p:bldP spid="9" grpId="0" build="p"/>
      <p:bldP spid="6" grpId="0"/>
      <p:bldP spid="6" grpId="1"/>
      <p:bldP spid="21" grpId="0"/>
      <p:bldP spid="21" grpId="1"/>
      <p:bldP spid="22" grpId="0"/>
      <p:bldP spid="22"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1855;p24"/>
          <p:cNvSpPr txBox="1">
            <a:spLocks/>
          </p:cNvSpPr>
          <p:nvPr/>
        </p:nvSpPr>
        <p:spPr>
          <a:xfrm>
            <a:off x="294984" y="959121"/>
            <a:ext cx="5447138" cy="32763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altLang="en-GB" sz="1800">
                <a:solidFill>
                  <a:schemeClr val="bg1">
                    <a:lumMod val="50000"/>
                  </a:schemeClr>
                </a:solidFill>
                <a:latin typeface="+mn-lt"/>
                <a:cs typeface="+mn-lt"/>
              </a:rPr>
              <a:t>MÔI TRƯỜNG SỬ DỤNG, NGÔN NGỮ LẬP TRÌNH</a:t>
            </a:r>
          </a:p>
        </p:txBody>
      </p:sp>
      <p:grpSp>
        <p:nvGrpSpPr>
          <p:cNvPr id="42" name="Group 41"/>
          <p:cNvGrpSpPr/>
          <p:nvPr/>
        </p:nvGrpSpPr>
        <p:grpSpPr>
          <a:xfrm>
            <a:off x="304805" y="1246416"/>
            <a:ext cx="5458897" cy="95191"/>
            <a:chOff x="304805" y="1246416"/>
            <a:chExt cx="5458897" cy="95191"/>
          </a:xfrm>
        </p:grpSpPr>
        <p:cxnSp>
          <p:nvCxnSpPr>
            <p:cNvPr id="5" name="Straight Connector 4"/>
            <p:cNvCxnSpPr/>
            <p:nvPr/>
          </p:nvCxnSpPr>
          <p:spPr>
            <a:xfrm flipH="1">
              <a:off x="304805" y="1294012"/>
              <a:ext cx="5375324" cy="1"/>
            </a:xfrm>
            <a:prstGeom prst="line">
              <a:avLst/>
            </a:prstGeom>
          </p:spPr>
          <p:style>
            <a:lnRef idx="2">
              <a:schemeClr val="accent3"/>
            </a:lnRef>
            <a:fillRef idx="0">
              <a:schemeClr val="accent3"/>
            </a:fillRef>
            <a:effectRef idx="1">
              <a:schemeClr val="accent3"/>
            </a:effectRef>
            <a:fontRef idx="minor">
              <a:schemeClr val="tx1"/>
            </a:fontRef>
          </p:style>
        </p:cxnSp>
        <p:sp>
          <p:nvSpPr>
            <p:cNvPr id="10" name="Google Shape;10105;p59"/>
            <p:cNvSpPr/>
            <p:nvPr/>
          </p:nvSpPr>
          <p:spPr>
            <a:xfrm>
              <a:off x="5664631" y="1246416"/>
              <a:ext cx="99071" cy="95191"/>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 name="Google Shape;9956;p59"/>
          <p:cNvSpPr/>
          <p:nvPr/>
        </p:nvSpPr>
        <p:spPr>
          <a:xfrm>
            <a:off x="608190" y="1727968"/>
            <a:ext cx="478632" cy="478632"/>
          </a:xfrm>
          <a:prstGeom prst="flowChartConnector">
            <a:avLst/>
          </a:prstGeom>
          <a:solidFill>
            <a:schemeClr val="tx2">
              <a:lumMod val="75000"/>
            </a:schemeClr>
          </a:solidFill>
          <a:ln w="9525" cap="flat" cmpd="sng">
            <a:noFill/>
            <a:prstDash val="solid"/>
            <a:round/>
            <a:headEnd type="none" w="sm" len="sm"/>
            <a:tailEnd type="none" w="sm" len="sm"/>
          </a:ln>
          <a:effectLst>
            <a:outerShdw blurRad="50800" dist="38100" dir="5400000" algn="t" rotWithShape="0">
              <a:prstClr val="black">
                <a:alpha val="40000"/>
              </a:prstClr>
            </a:outerShdw>
          </a:effectLst>
          <a:scene3d>
            <a:camera prst="orthographicFront"/>
            <a:lightRig rig="threePt" dir="t"/>
          </a:scene3d>
          <a:sp3d>
            <a:bevelT w="152400" h="50800" prst="softRound"/>
          </a:sp3d>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9961;p59"/>
          <p:cNvSpPr/>
          <p:nvPr/>
        </p:nvSpPr>
        <p:spPr>
          <a:xfrm>
            <a:off x="608190" y="2420077"/>
            <a:ext cx="478632" cy="478632"/>
          </a:xfrm>
          <a:prstGeom prst="flowChartConnector">
            <a:avLst/>
          </a:prstGeom>
          <a:solidFill>
            <a:schemeClr val="bg2">
              <a:lumMod val="60000"/>
              <a:lumOff val="40000"/>
            </a:schemeClr>
          </a:solidFill>
          <a:ln w="9525" cap="flat" cmpd="sng">
            <a:noFill/>
            <a:prstDash val="solid"/>
            <a:round/>
            <a:headEnd type="none" w="sm" len="sm"/>
            <a:tailEnd type="none" w="sm" len="sm"/>
          </a:ln>
          <a:effectLst>
            <a:outerShdw blurRad="50800" dist="38100" dir="5400000" algn="t" rotWithShape="0">
              <a:prstClr val="black">
                <a:alpha val="40000"/>
              </a:prstClr>
            </a:outerShdw>
          </a:effectLst>
          <a:scene3d>
            <a:camera prst="orthographicFront"/>
            <a:lightRig rig="threePt" dir="t"/>
          </a:scene3d>
          <a:sp3d>
            <a:bevelT w="152400" h="50800" prst="softRound"/>
          </a:sp3d>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9964;p59"/>
          <p:cNvSpPr/>
          <p:nvPr/>
        </p:nvSpPr>
        <p:spPr>
          <a:xfrm>
            <a:off x="608190" y="3108423"/>
            <a:ext cx="478632" cy="478632"/>
          </a:xfrm>
          <a:prstGeom prst="flowChartConnector">
            <a:avLst/>
          </a:prstGeom>
          <a:solidFill>
            <a:schemeClr val="tx2">
              <a:lumMod val="75000"/>
            </a:schemeClr>
          </a:solidFill>
          <a:ln w="9525" cap="flat" cmpd="sng">
            <a:noFill/>
            <a:prstDash val="solid"/>
            <a:round/>
            <a:headEnd type="none" w="sm" len="sm"/>
            <a:tailEnd type="none" w="sm" len="sm"/>
          </a:ln>
          <a:effectLst>
            <a:outerShdw blurRad="50800" dist="38100" dir="5400000" algn="t" rotWithShape="0">
              <a:prstClr val="black">
                <a:alpha val="40000"/>
              </a:prstClr>
            </a:outerShdw>
          </a:effectLst>
          <a:scene3d>
            <a:camera prst="orthographicFront"/>
            <a:lightRig rig="threePt" dir="t"/>
          </a:scene3d>
          <a:sp3d>
            <a:bevelT w="152400" h="50800" prst="softRound"/>
          </a:sp3d>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855;p24"/>
          <p:cNvSpPr txBox="1">
            <a:spLocks/>
          </p:cNvSpPr>
          <p:nvPr/>
        </p:nvSpPr>
        <p:spPr>
          <a:xfrm>
            <a:off x="1272239" y="1852603"/>
            <a:ext cx="3005944" cy="228433"/>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vi-VN" sz="1600">
                <a:solidFill>
                  <a:schemeClr val="bg1">
                    <a:lumMod val="50000"/>
                  </a:schemeClr>
                </a:solidFill>
                <a:latin typeface="Arial" panose="020B0604020202020204" pitchFamily="34" charset="0"/>
                <a:cs typeface="Arial" panose="020B0604020202020204" pitchFamily="34" charset="0"/>
              </a:rPr>
              <a:t>Hệ điều hành Ubuntu 18.04 LTS</a:t>
            </a:r>
            <a:endParaRPr lang="en-US" sz="1600">
              <a:solidFill>
                <a:schemeClr val="bg1">
                  <a:lumMod val="50000"/>
                </a:schemeClr>
              </a:solidFill>
              <a:latin typeface="Arial" panose="020B0604020202020204" pitchFamily="34" charset="0"/>
              <a:cs typeface="Arial" panose="020B0604020202020204" pitchFamily="34" charset="0"/>
            </a:endParaRPr>
          </a:p>
        </p:txBody>
      </p:sp>
      <p:sp>
        <p:nvSpPr>
          <p:cNvPr id="36" name="Google Shape;1855;p24"/>
          <p:cNvSpPr txBox="1">
            <a:spLocks/>
          </p:cNvSpPr>
          <p:nvPr/>
        </p:nvSpPr>
        <p:spPr>
          <a:xfrm>
            <a:off x="1272239" y="2544712"/>
            <a:ext cx="4469883" cy="24801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vi-VN" sz="1600">
                <a:solidFill>
                  <a:schemeClr val="bg1">
                    <a:lumMod val="50000"/>
                  </a:schemeClr>
                </a:solidFill>
                <a:latin typeface="Arial" panose="020B0604020202020204" pitchFamily="34" charset="0"/>
                <a:cs typeface="Arial" panose="020B0604020202020204" pitchFamily="34" charset="0"/>
              </a:rPr>
              <a:t>Môi trường Jupyter Notebook</a:t>
            </a:r>
            <a:r>
              <a:rPr lang="en-US" sz="1600">
                <a:solidFill>
                  <a:schemeClr val="bg1">
                    <a:lumMod val="50000"/>
                  </a:schemeClr>
                </a:solidFill>
                <a:latin typeface="Arial" panose="020B0604020202020204" pitchFamily="34" charset="0"/>
                <a:cs typeface="Arial" panose="020B0604020202020204" pitchFamily="34" charset="0"/>
              </a:rPr>
              <a:t> (Jupyter Lab)</a:t>
            </a:r>
          </a:p>
        </p:txBody>
      </p:sp>
      <p:sp>
        <p:nvSpPr>
          <p:cNvPr id="37" name="Google Shape;1855;p24"/>
          <p:cNvSpPr txBox="1">
            <a:spLocks/>
          </p:cNvSpPr>
          <p:nvPr/>
        </p:nvSpPr>
        <p:spPr>
          <a:xfrm>
            <a:off x="1272239" y="3236821"/>
            <a:ext cx="3005944" cy="228433"/>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vi-VN" sz="1600">
                <a:solidFill>
                  <a:schemeClr val="bg1">
                    <a:lumMod val="50000"/>
                  </a:schemeClr>
                </a:solidFill>
                <a:latin typeface="Arial" panose="020B0604020202020204" pitchFamily="34" charset="0"/>
                <a:cs typeface="Arial" panose="020B0604020202020204" pitchFamily="34" charset="0"/>
              </a:rPr>
              <a:t>Ngôn ngữ lập trình Python</a:t>
            </a:r>
            <a:endParaRPr lang="en-US" sz="1600">
              <a:solidFill>
                <a:schemeClr val="bg1">
                  <a:lumMod val="50000"/>
                </a:schemeClr>
              </a:solidFill>
              <a:latin typeface="Arial" panose="020B0604020202020204" pitchFamily="34" charset="0"/>
              <a:cs typeface="Arial" panose="020B0604020202020204" pitchFamily="34" charset="0"/>
            </a:endParaRPr>
          </a:p>
        </p:txBody>
      </p:sp>
      <p:grpSp>
        <p:nvGrpSpPr>
          <p:cNvPr id="43" name="Group 42"/>
          <p:cNvGrpSpPr/>
          <p:nvPr/>
        </p:nvGrpSpPr>
        <p:grpSpPr>
          <a:xfrm>
            <a:off x="2194296" y="433071"/>
            <a:ext cx="3930733" cy="350702"/>
            <a:chOff x="2194296" y="433071"/>
            <a:chExt cx="3930733" cy="350702"/>
          </a:xfrm>
        </p:grpSpPr>
        <p:sp>
          <p:nvSpPr>
            <p:cNvPr id="44" name="Parallelogram 43"/>
            <p:cNvSpPr/>
            <p:nvPr/>
          </p:nvSpPr>
          <p:spPr>
            <a:xfrm>
              <a:off x="2194296" y="433071"/>
              <a:ext cx="3930733" cy="343444"/>
            </a:xfrm>
            <a:prstGeom prst="parallelogram">
              <a:avLst>
                <a:gd name="adj" fmla="val 9962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Google Shape;1856;p24"/>
            <p:cNvSpPr txBox="1">
              <a:spLocks/>
            </p:cNvSpPr>
            <p:nvPr/>
          </p:nvSpPr>
          <p:spPr>
            <a:xfrm>
              <a:off x="2363519" y="440329"/>
              <a:ext cx="3592286" cy="3434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2000" b="1">
                  <a:solidFill>
                    <a:schemeClr val="tx1"/>
                  </a:solidFill>
                  <a:latin typeface="Arial" panose="020B0604020202020204" pitchFamily="34" charset="0"/>
                  <a:cs typeface="Arial" panose="020B0604020202020204" pitchFamily="34" charset="0"/>
                </a:rPr>
                <a:t>XÂY DỰNG MÔ HÌNH</a:t>
              </a:r>
            </a:p>
          </p:txBody>
        </p:sp>
      </p:grpSp>
      <p:sp>
        <p:nvSpPr>
          <p:cNvPr id="41" name="TextBox 40"/>
          <p:cNvSpPr txBox="1"/>
          <p:nvPr/>
        </p:nvSpPr>
        <p:spPr>
          <a:xfrm>
            <a:off x="8723086" y="4702628"/>
            <a:ext cx="284052" cy="307777"/>
          </a:xfrm>
          <a:prstGeom prst="rect">
            <a:avLst/>
          </a:prstGeom>
          <a:noFill/>
        </p:spPr>
        <p:txBody>
          <a:bodyPr wrap="none" rtlCol="0">
            <a:spAutoFit/>
          </a:bodyPr>
          <a:lstStyle/>
          <a:p>
            <a:fld id="{3B13CC22-955F-4C18-B43E-F8F0DA7FF5AB}" type="slidenum">
              <a:rPr lang="en-US" smtClean="0"/>
              <a:t>16</a:t>
            </a:fld>
            <a:endParaRPr lang="en-US"/>
          </a:p>
        </p:txBody>
      </p:sp>
    </p:spTree>
    <p:extLst>
      <p:ext uri="{BB962C8B-B14F-4D97-AF65-F5344CB8AC3E}">
        <p14:creationId xmlns:p14="http://schemas.microsoft.com/office/powerpoint/2010/main" val="2948765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additive="base">
                                        <p:cTn id="7" dur="400"/>
                                        <p:tgtEl>
                                          <p:spTgt spid="42"/>
                                        </p:tgtEl>
                                        <p:attrNameLst>
                                          <p:attrName>ppt_x</p:attrName>
                                        </p:attrNameLst>
                                      </p:cBhvr>
                                      <p:tavLst>
                                        <p:tav tm="0">
                                          <p:val>
                                            <p:strVal val="#ppt_x-#ppt_w*1.125000"/>
                                          </p:val>
                                        </p:tav>
                                        <p:tav tm="100000">
                                          <p:val>
                                            <p:strVal val="#ppt_x"/>
                                          </p:val>
                                        </p:tav>
                                      </p:tavLst>
                                    </p:anim>
                                    <p:animEffect transition="in" filter="wipe(right)">
                                      <p:cBhvr>
                                        <p:cTn id="8" dur="400"/>
                                        <p:tgtEl>
                                          <p:spTgt spid="42"/>
                                        </p:tgtEl>
                                      </p:cBhvr>
                                    </p:animEffect>
                                  </p:childTnLst>
                                </p:cTn>
                              </p:par>
                            </p:childTnLst>
                          </p:cTn>
                        </p:par>
                        <p:par>
                          <p:cTn id="9" fill="hold">
                            <p:stCondLst>
                              <p:cond delay="400"/>
                            </p:stCondLst>
                            <p:childTnLst>
                              <p:par>
                                <p:cTn id="10" presetID="12" presetClass="entr" presetSubtype="8" fill="hold" grpId="1"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400"/>
                                        <p:tgtEl>
                                          <p:spTgt spid="6"/>
                                        </p:tgtEl>
                                        <p:attrNameLst>
                                          <p:attrName>ppt_x</p:attrName>
                                        </p:attrNameLst>
                                      </p:cBhvr>
                                      <p:tavLst>
                                        <p:tav tm="0">
                                          <p:val>
                                            <p:strVal val="#ppt_x-#ppt_w*1.125000"/>
                                          </p:val>
                                        </p:tav>
                                        <p:tav tm="100000">
                                          <p:val>
                                            <p:strVal val="#ppt_x"/>
                                          </p:val>
                                        </p:tav>
                                      </p:tavLst>
                                    </p:anim>
                                    <p:animEffect transition="in" filter="wipe(right)">
                                      <p:cBhvr>
                                        <p:cTn id="13" dur="400"/>
                                        <p:tgtEl>
                                          <p:spTgt spid="6"/>
                                        </p:tgtEl>
                                      </p:cBhvr>
                                    </p:animEffect>
                                  </p:childTnLst>
                                </p:cTn>
                              </p:par>
                            </p:childTnLst>
                          </p:cTn>
                        </p:par>
                        <p:par>
                          <p:cTn id="14" fill="hold">
                            <p:stCondLst>
                              <p:cond delay="800"/>
                            </p:stCondLst>
                            <p:childTnLst>
                              <p:par>
                                <p:cTn id="15" presetID="53" presetClass="entr" presetSubtype="16" fill="hold" grpId="0" nodeType="afterEffect">
                                  <p:stCondLst>
                                    <p:cond delay="0"/>
                                  </p:stCondLst>
                                  <p:childTnLst>
                                    <p:set>
                                      <p:cBhvr>
                                        <p:cTn id="16" dur="1" fill="hold">
                                          <p:stCondLst>
                                            <p:cond delay="0"/>
                                          </p:stCondLst>
                                        </p:cTn>
                                        <p:tgtEl>
                                          <p:spTgt spid="24"/>
                                        </p:tgtEl>
                                        <p:attrNameLst>
                                          <p:attrName>style.visibility</p:attrName>
                                        </p:attrNameLst>
                                      </p:cBhvr>
                                      <p:to>
                                        <p:strVal val="visible"/>
                                      </p:to>
                                    </p:set>
                                    <p:anim calcmode="lin" valueType="num">
                                      <p:cBhvr>
                                        <p:cTn id="17" dur="400" fill="hold"/>
                                        <p:tgtEl>
                                          <p:spTgt spid="24"/>
                                        </p:tgtEl>
                                        <p:attrNameLst>
                                          <p:attrName>ppt_w</p:attrName>
                                        </p:attrNameLst>
                                      </p:cBhvr>
                                      <p:tavLst>
                                        <p:tav tm="0">
                                          <p:val>
                                            <p:fltVal val="0"/>
                                          </p:val>
                                        </p:tav>
                                        <p:tav tm="100000">
                                          <p:val>
                                            <p:strVal val="#ppt_w"/>
                                          </p:val>
                                        </p:tav>
                                      </p:tavLst>
                                    </p:anim>
                                    <p:anim calcmode="lin" valueType="num">
                                      <p:cBhvr>
                                        <p:cTn id="18" dur="400" fill="hold"/>
                                        <p:tgtEl>
                                          <p:spTgt spid="24"/>
                                        </p:tgtEl>
                                        <p:attrNameLst>
                                          <p:attrName>ppt_h</p:attrName>
                                        </p:attrNameLst>
                                      </p:cBhvr>
                                      <p:tavLst>
                                        <p:tav tm="0">
                                          <p:val>
                                            <p:fltVal val="0"/>
                                          </p:val>
                                        </p:tav>
                                        <p:tav tm="100000">
                                          <p:val>
                                            <p:strVal val="#ppt_h"/>
                                          </p:val>
                                        </p:tav>
                                      </p:tavLst>
                                    </p:anim>
                                    <p:animEffect transition="in" filter="fade">
                                      <p:cBhvr>
                                        <p:cTn id="19" dur="400"/>
                                        <p:tgtEl>
                                          <p:spTgt spid="24"/>
                                        </p:tgtEl>
                                      </p:cBhvr>
                                    </p:animEffect>
                                  </p:childTnLst>
                                </p:cTn>
                              </p:par>
                            </p:childTnLst>
                          </p:cTn>
                        </p:par>
                        <p:par>
                          <p:cTn id="20" fill="hold">
                            <p:stCondLst>
                              <p:cond delay="1200"/>
                            </p:stCondLst>
                            <p:childTnLst>
                              <p:par>
                                <p:cTn id="21" presetID="53" presetClass="entr" presetSubtype="16" fill="hold" grpId="1" nodeType="afterEffect">
                                  <p:stCondLst>
                                    <p:cond delay="0"/>
                                  </p:stCondLst>
                                  <p:childTnLst>
                                    <p:set>
                                      <p:cBhvr>
                                        <p:cTn id="22" dur="1" fill="hold">
                                          <p:stCondLst>
                                            <p:cond delay="0"/>
                                          </p:stCondLst>
                                        </p:cTn>
                                        <p:tgtEl>
                                          <p:spTgt spid="35"/>
                                        </p:tgtEl>
                                        <p:attrNameLst>
                                          <p:attrName>style.visibility</p:attrName>
                                        </p:attrNameLst>
                                      </p:cBhvr>
                                      <p:to>
                                        <p:strVal val="visible"/>
                                      </p:to>
                                    </p:set>
                                    <p:anim calcmode="lin" valueType="num">
                                      <p:cBhvr>
                                        <p:cTn id="23" dur="400" fill="hold"/>
                                        <p:tgtEl>
                                          <p:spTgt spid="35"/>
                                        </p:tgtEl>
                                        <p:attrNameLst>
                                          <p:attrName>ppt_w</p:attrName>
                                        </p:attrNameLst>
                                      </p:cBhvr>
                                      <p:tavLst>
                                        <p:tav tm="0">
                                          <p:val>
                                            <p:fltVal val="0"/>
                                          </p:val>
                                        </p:tav>
                                        <p:tav tm="100000">
                                          <p:val>
                                            <p:strVal val="#ppt_w"/>
                                          </p:val>
                                        </p:tav>
                                      </p:tavLst>
                                    </p:anim>
                                    <p:anim calcmode="lin" valueType="num">
                                      <p:cBhvr>
                                        <p:cTn id="24" dur="400" fill="hold"/>
                                        <p:tgtEl>
                                          <p:spTgt spid="35"/>
                                        </p:tgtEl>
                                        <p:attrNameLst>
                                          <p:attrName>ppt_h</p:attrName>
                                        </p:attrNameLst>
                                      </p:cBhvr>
                                      <p:tavLst>
                                        <p:tav tm="0">
                                          <p:val>
                                            <p:fltVal val="0"/>
                                          </p:val>
                                        </p:tav>
                                        <p:tav tm="100000">
                                          <p:val>
                                            <p:strVal val="#ppt_h"/>
                                          </p:val>
                                        </p:tav>
                                      </p:tavLst>
                                    </p:anim>
                                    <p:animEffect transition="in" filter="fade">
                                      <p:cBhvr>
                                        <p:cTn id="25" dur="400"/>
                                        <p:tgtEl>
                                          <p:spTgt spid="35"/>
                                        </p:tgtEl>
                                      </p:cBhvr>
                                    </p:animEffect>
                                  </p:childTnLst>
                                </p:cTn>
                              </p:par>
                            </p:childTnLst>
                          </p:cTn>
                        </p:par>
                        <p:par>
                          <p:cTn id="26" fill="hold">
                            <p:stCondLst>
                              <p:cond delay="1600"/>
                            </p:stCondLst>
                            <p:childTnLst>
                              <p:par>
                                <p:cTn id="27" presetID="53" presetClass="entr" presetSubtype="16"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 calcmode="lin" valueType="num">
                                      <p:cBhvr>
                                        <p:cTn id="29" dur="400" fill="hold"/>
                                        <p:tgtEl>
                                          <p:spTgt spid="31"/>
                                        </p:tgtEl>
                                        <p:attrNameLst>
                                          <p:attrName>ppt_w</p:attrName>
                                        </p:attrNameLst>
                                      </p:cBhvr>
                                      <p:tavLst>
                                        <p:tav tm="0">
                                          <p:val>
                                            <p:fltVal val="0"/>
                                          </p:val>
                                        </p:tav>
                                        <p:tav tm="100000">
                                          <p:val>
                                            <p:strVal val="#ppt_w"/>
                                          </p:val>
                                        </p:tav>
                                      </p:tavLst>
                                    </p:anim>
                                    <p:anim calcmode="lin" valueType="num">
                                      <p:cBhvr>
                                        <p:cTn id="30" dur="400" fill="hold"/>
                                        <p:tgtEl>
                                          <p:spTgt spid="31"/>
                                        </p:tgtEl>
                                        <p:attrNameLst>
                                          <p:attrName>ppt_h</p:attrName>
                                        </p:attrNameLst>
                                      </p:cBhvr>
                                      <p:tavLst>
                                        <p:tav tm="0">
                                          <p:val>
                                            <p:fltVal val="0"/>
                                          </p:val>
                                        </p:tav>
                                        <p:tav tm="100000">
                                          <p:val>
                                            <p:strVal val="#ppt_h"/>
                                          </p:val>
                                        </p:tav>
                                      </p:tavLst>
                                    </p:anim>
                                    <p:animEffect transition="in" filter="fade">
                                      <p:cBhvr>
                                        <p:cTn id="31" dur="400"/>
                                        <p:tgtEl>
                                          <p:spTgt spid="31"/>
                                        </p:tgtEl>
                                      </p:cBhvr>
                                    </p:animEffect>
                                  </p:childTnLst>
                                </p:cTn>
                              </p:par>
                            </p:childTnLst>
                          </p:cTn>
                        </p:par>
                        <p:par>
                          <p:cTn id="32" fill="hold">
                            <p:stCondLst>
                              <p:cond delay="2000"/>
                            </p:stCondLst>
                            <p:childTnLst>
                              <p:par>
                                <p:cTn id="33" presetID="53" presetClass="entr" presetSubtype="16" fill="hold" grpId="1" nodeType="afterEffect">
                                  <p:stCondLst>
                                    <p:cond delay="0"/>
                                  </p:stCondLst>
                                  <p:childTnLst>
                                    <p:set>
                                      <p:cBhvr>
                                        <p:cTn id="34" dur="1" fill="hold">
                                          <p:stCondLst>
                                            <p:cond delay="0"/>
                                          </p:stCondLst>
                                        </p:cTn>
                                        <p:tgtEl>
                                          <p:spTgt spid="36"/>
                                        </p:tgtEl>
                                        <p:attrNameLst>
                                          <p:attrName>style.visibility</p:attrName>
                                        </p:attrNameLst>
                                      </p:cBhvr>
                                      <p:to>
                                        <p:strVal val="visible"/>
                                      </p:to>
                                    </p:set>
                                    <p:anim calcmode="lin" valueType="num">
                                      <p:cBhvr>
                                        <p:cTn id="35" dur="400" fill="hold"/>
                                        <p:tgtEl>
                                          <p:spTgt spid="36"/>
                                        </p:tgtEl>
                                        <p:attrNameLst>
                                          <p:attrName>ppt_w</p:attrName>
                                        </p:attrNameLst>
                                      </p:cBhvr>
                                      <p:tavLst>
                                        <p:tav tm="0">
                                          <p:val>
                                            <p:fltVal val="0"/>
                                          </p:val>
                                        </p:tav>
                                        <p:tav tm="100000">
                                          <p:val>
                                            <p:strVal val="#ppt_w"/>
                                          </p:val>
                                        </p:tav>
                                      </p:tavLst>
                                    </p:anim>
                                    <p:anim calcmode="lin" valueType="num">
                                      <p:cBhvr>
                                        <p:cTn id="36" dur="400" fill="hold"/>
                                        <p:tgtEl>
                                          <p:spTgt spid="36"/>
                                        </p:tgtEl>
                                        <p:attrNameLst>
                                          <p:attrName>ppt_h</p:attrName>
                                        </p:attrNameLst>
                                      </p:cBhvr>
                                      <p:tavLst>
                                        <p:tav tm="0">
                                          <p:val>
                                            <p:fltVal val="0"/>
                                          </p:val>
                                        </p:tav>
                                        <p:tav tm="100000">
                                          <p:val>
                                            <p:strVal val="#ppt_h"/>
                                          </p:val>
                                        </p:tav>
                                      </p:tavLst>
                                    </p:anim>
                                    <p:animEffect transition="in" filter="fade">
                                      <p:cBhvr>
                                        <p:cTn id="37" dur="400"/>
                                        <p:tgtEl>
                                          <p:spTgt spid="36"/>
                                        </p:tgtEl>
                                      </p:cBhvr>
                                    </p:animEffect>
                                  </p:childTnLst>
                                </p:cTn>
                              </p:par>
                            </p:childTnLst>
                          </p:cTn>
                        </p:par>
                        <p:par>
                          <p:cTn id="38" fill="hold">
                            <p:stCondLst>
                              <p:cond delay="2400"/>
                            </p:stCondLst>
                            <p:childTnLst>
                              <p:par>
                                <p:cTn id="39" presetID="53" presetClass="entr" presetSubtype="16" fill="hold" grpId="0" nodeType="afterEffect">
                                  <p:stCondLst>
                                    <p:cond delay="0"/>
                                  </p:stCondLst>
                                  <p:childTnLst>
                                    <p:set>
                                      <p:cBhvr>
                                        <p:cTn id="40" dur="1" fill="hold">
                                          <p:stCondLst>
                                            <p:cond delay="0"/>
                                          </p:stCondLst>
                                        </p:cTn>
                                        <p:tgtEl>
                                          <p:spTgt spid="32"/>
                                        </p:tgtEl>
                                        <p:attrNameLst>
                                          <p:attrName>style.visibility</p:attrName>
                                        </p:attrNameLst>
                                      </p:cBhvr>
                                      <p:to>
                                        <p:strVal val="visible"/>
                                      </p:to>
                                    </p:set>
                                    <p:anim calcmode="lin" valueType="num">
                                      <p:cBhvr>
                                        <p:cTn id="41" dur="400" fill="hold"/>
                                        <p:tgtEl>
                                          <p:spTgt spid="32"/>
                                        </p:tgtEl>
                                        <p:attrNameLst>
                                          <p:attrName>ppt_w</p:attrName>
                                        </p:attrNameLst>
                                      </p:cBhvr>
                                      <p:tavLst>
                                        <p:tav tm="0">
                                          <p:val>
                                            <p:fltVal val="0"/>
                                          </p:val>
                                        </p:tav>
                                        <p:tav tm="100000">
                                          <p:val>
                                            <p:strVal val="#ppt_w"/>
                                          </p:val>
                                        </p:tav>
                                      </p:tavLst>
                                    </p:anim>
                                    <p:anim calcmode="lin" valueType="num">
                                      <p:cBhvr>
                                        <p:cTn id="42" dur="400" fill="hold"/>
                                        <p:tgtEl>
                                          <p:spTgt spid="32"/>
                                        </p:tgtEl>
                                        <p:attrNameLst>
                                          <p:attrName>ppt_h</p:attrName>
                                        </p:attrNameLst>
                                      </p:cBhvr>
                                      <p:tavLst>
                                        <p:tav tm="0">
                                          <p:val>
                                            <p:fltVal val="0"/>
                                          </p:val>
                                        </p:tav>
                                        <p:tav tm="100000">
                                          <p:val>
                                            <p:strVal val="#ppt_h"/>
                                          </p:val>
                                        </p:tav>
                                      </p:tavLst>
                                    </p:anim>
                                    <p:animEffect transition="in" filter="fade">
                                      <p:cBhvr>
                                        <p:cTn id="43" dur="400"/>
                                        <p:tgtEl>
                                          <p:spTgt spid="32"/>
                                        </p:tgtEl>
                                      </p:cBhvr>
                                    </p:animEffect>
                                  </p:childTnLst>
                                </p:cTn>
                              </p:par>
                            </p:childTnLst>
                          </p:cTn>
                        </p:par>
                        <p:par>
                          <p:cTn id="44" fill="hold">
                            <p:stCondLst>
                              <p:cond delay="2800"/>
                            </p:stCondLst>
                            <p:childTnLst>
                              <p:par>
                                <p:cTn id="45" presetID="53" presetClass="entr" presetSubtype="16" fill="hold" grpId="1" nodeType="afterEffect">
                                  <p:stCondLst>
                                    <p:cond delay="0"/>
                                  </p:stCondLst>
                                  <p:childTnLst>
                                    <p:set>
                                      <p:cBhvr>
                                        <p:cTn id="46" dur="1" fill="hold">
                                          <p:stCondLst>
                                            <p:cond delay="0"/>
                                          </p:stCondLst>
                                        </p:cTn>
                                        <p:tgtEl>
                                          <p:spTgt spid="37"/>
                                        </p:tgtEl>
                                        <p:attrNameLst>
                                          <p:attrName>style.visibility</p:attrName>
                                        </p:attrNameLst>
                                      </p:cBhvr>
                                      <p:to>
                                        <p:strVal val="visible"/>
                                      </p:to>
                                    </p:set>
                                    <p:anim calcmode="lin" valueType="num">
                                      <p:cBhvr>
                                        <p:cTn id="47" dur="400" fill="hold"/>
                                        <p:tgtEl>
                                          <p:spTgt spid="37"/>
                                        </p:tgtEl>
                                        <p:attrNameLst>
                                          <p:attrName>ppt_w</p:attrName>
                                        </p:attrNameLst>
                                      </p:cBhvr>
                                      <p:tavLst>
                                        <p:tav tm="0">
                                          <p:val>
                                            <p:fltVal val="0"/>
                                          </p:val>
                                        </p:tav>
                                        <p:tav tm="100000">
                                          <p:val>
                                            <p:strVal val="#ppt_w"/>
                                          </p:val>
                                        </p:tav>
                                      </p:tavLst>
                                    </p:anim>
                                    <p:anim calcmode="lin" valueType="num">
                                      <p:cBhvr>
                                        <p:cTn id="48" dur="400" fill="hold"/>
                                        <p:tgtEl>
                                          <p:spTgt spid="37"/>
                                        </p:tgtEl>
                                        <p:attrNameLst>
                                          <p:attrName>ppt_h</p:attrName>
                                        </p:attrNameLst>
                                      </p:cBhvr>
                                      <p:tavLst>
                                        <p:tav tm="0">
                                          <p:val>
                                            <p:fltVal val="0"/>
                                          </p:val>
                                        </p:tav>
                                        <p:tav tm="100000">
                                          <p:val>
                                            <p:strVal val="#ppt_h"/>
                                          </p:val>
                                        </p:tav>
                                      </p:tavLst>
                                    </p:anim>
                                    <p:animEffect transition="in" filter="fade">
                                      <p:cBhvr>
                                        <p:cTn id="49"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24" grpId="0" animBg="1"/>
      <p:bldP spid="31" grpId="0" animBg="1"/>
      <p:bldP spid="32" grpId="0" animBg="1"/>
      <p:bldP spid="35" grpId="0"/>
      <p:bldP spid="35" grpId="1"/>
      <p:bldP spid="36" grpId="0"/>
      <p:bldP spid="36" grpId="1"/>
      <p:bldP spid="37" grpId="0"/>
      <p:bldP spid="37" grpId="1"/>
      <p:bldP spid="44" grpId="0" animBg="1"/>
      <p:bldP spid="4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1855;p24"/>
          <p:cNvSpPr txBox="1">
            <a:spLocks/>
          </p:cNvSpPr>
          <p:nvPr/>
        </p:nvSpPr>
        <p:spPr>
          <a:xfrm>
            <a:off x="294984" y="959121"/>
            <a:ext cx="5447138" cy="32763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altLang="en-GB" sz="1800">
                <a:solidFill>
                  <a:schemeClr val="bg1">
                    <a:lumMod val="50000"/>
                  </a:schemeClr>
                </a:solidFill>
                <a:latin typeface="+mn-lt"/>
                <a:cs typeface="+mn-lt"/>
              </a:rPr>
              <a:t>MÔ HÌNH PRE-TRAINED RESNET-18</a:t>
            </a:r>
          </a:p>
        </p:txBody>
      </p:sp>
      <p:grpSp>
        <p:nvGrpSpPr>
          <p:cNvPr id="3" name="Group 2"/>
          <p:cNvGrpSpPr/>
          <p:nvPr/>
        </p:nvGrpSpPr>
        <p:grpSpPr>
          <a:xfrm>
            <a:off x="304805" y="1239160"/>
            <a:ext cx="4016585" cy="95191"/>
            <a:chOff x="304805" y="1239160"/>
            <a:chExt cx="4016585" cy="95191"/>
          </a:xfrm>
        </p:grpSpPr>
        <p:cxnSp>
          <p:nvCxnSpPr>
            <p:cNvPr id="5" name="Straight Connector 4"/>
            <p:cNvCxnSpPr/>
            <p:nvPr/>
          </p:nvCxnSpPr>
          <p:spPr>
            <a:xfrm flipH="1">
              <a:off x="304805" y="1286756"/>
              <a:ext cx="3957229" cy="7257"/>
            </a:xfrm>
            <a:prstGeom prst="line">
              <a:avLst/>
            </a:prstGeom>
          </p:spPr>
          <p:style>
            <a:lnRef idx="2">
              <a:schemeClr val="accent3"/>
            </a:lnRef>
            <a:fillRef idx="0">
              <a:schemeClr val="accent3"/>
            </a:fillRef>
            <a:effectRef idx="1">
              <a:schemeClr val="accent3"/>
            </a:effectRef>
            <a:fontRef idx="minor">
              <a:schemeClr val="tx1"/>
            </a:fontRef>
          </p:style>
        </p:cxnSp>
        <p:sp>
          <p:nvSpPr>
            <p:cNvPr id="10" name="Google Shape;10105;p59"/>
            <p:cNvSpPr/>
            <p:nvPr/>
          </p:nvSpPr>
          <p:spPr>
            <a:xfrm>
              <a:off x="4222319" y="1239160"/>
              <a:ext cx="99071" cy="95191"/>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 name="Google Shape;1855;p24"/>
          <p:cNvSpPr txBox="1">
            <a:spLocks/>
          </p:cNvSpPr>
          <p:nvPr/>
        </p:nvSpPr>
        <p:spPr>
          <a:xfrm>
            <a:off x="6979444" y="1239160"/>
            <a:ext cx="1653462" cy="3158066"/>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just"/>
            <a:r>
              <a:rPr lang="vi-VN" sz="1600">
                <a:solidFill>
                  <a:schemeClr val="bg1">
                    <a:lumMod val="50000"/>
                  </a:schemeClr>
                </a:solidFill>
                <a:latin typeface="Arial" panose="020B0604020202020204" pitchFamily="34" charset="0"/>
                <a:cs typeface="Arial" panose="020B0604020202020204" pitchFamily="34" charset="0"/>
              </a:rPr>
              <a:t>ResNet-18 là một phiên bản của kiến trúc mạng ResNet, có 18 </a:t>
            </a:r>
            <a:r>
              <a:rPr lang="en-US" sz="1600">
                <a:solidFill>
                  <a:schemeClr val="bg1">
                    <a:lumMod val="50000"/>
                  </a:schemeClr>
                </a:solidFill>
                <a:latin typeface="Arial" panose="020B0604020202020204" pitchFamily="34" charset="0"/>
                <a:cs typeface="Arial" panose="020B0604020202020204" pitchFamily="34" charset="0"/>
              </a:rPr>
              <a:t>lớp </a:t>
            </a:r>
            <a:r>
              <a:rPr lang="vi-VN" sz="1600">
                <a:solidFill>
                  <a:schemeClr val="bg1">
                    <a:lumMod val="50000"/>
                  </a:schemeClr>
                </a:solidFill>
                <a:latin typeface="Arial" panose="020B0604020202020204" pitchFamily="34" charset="0"/>
                <a:cs typeface="Arial" panose="020B0604020202020204" pitchFamily="34" charset="0"/>
              </a:rPr>
              <a:t>và được sử dụng rộng rãi trong các bài toán phân loại ảnh.</a:t>
            </a:r>
            <a:r>
              <a:rPr lang="en-US" sz="1600">
                <a:solidFill>
                  <a:schemeClr val="bg1">
                    <a:lumMod val="50000"/>
                  </a:schemeClr>
                </a:solidFill>
                <a:latin typeface="Arial" panose="020B0604020202020204" pitchFamily="34" charset="0"/>
                <a:cs typeface="Arial" panose="020B0604020202020204" pitchFamily="34" charset="0"/>
              </a:rPr>
              <a:t> Các chức năng của xe tự hành sẽ được đào tạo qua mô hình này.</a:t>
            </a:r>
          </a:p>
        </p:txBody>
      </p:sp>
      <p:grpSp>
        <p:nvGrpSpPr>
          <p:cNvPr id="46" name="Group 45"/>
          <p:cNvGrpSpPr/>
          <p:nvPr/>
        </p:nvGrpSpPr>
        <p:grpSpPr>
          <a:xfrm>
            <a:off x="2194296" y="433071"/>
            <a:ext cx="3930733" cy="350702"/>
            <a:chOff x="2194296" y="433071"/>
            <a:chExt cx="3930733" cy="350702"/>
          </a:xfrm>
        </p:grpSpPr>
        <p:sp>
          <p:nvSpPr>
            <p:cNvPr id="47" name="Parallelogram 46"/>
            <p:cNvSpPr/>
            <p:nvPr/>
          </p:nvSpPr>
          <p:spPr>
            <a:xfrm>
              <a:off x="2194296" y="433071"/>
              <a:ext cx="3930733" cy="343444"/>
            </a:xfrm>
            <a:prstGeom prst="parallelogram">
              <a:avLst>
                <a:gd name="adj" fmla="val 9962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Google Shape;1856;p24"/>
            <p:cNvSpPr txBox="1">
              <a:spLocks/>
            </p:cNvSpPr>
            <p:nvPr/>
          </p:nvSpPr>
          <p:spPr>
            <a:xfrm>
              <a:off x="2363519" y="440329"/>
              <a:ext cx="3592286" cy="3434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2000" b="1">
                  <a:solidFill>
                    <a:schemeClr val="tx1"/>
                  </a:solidFill>
                  <a:latin typeface="Arial" panose="020B0604020202020204" pitchFamily="34" charset="0"/>
                  <a:cs typeface="Arial" panose="020B0604020202020204" pitchFamily="34" charset="0"/>
                </a:rPr>
                <a:t>XÂY DỰNG MÔ HÌNH</a:t>
              </a:r>
            </a:p>
          </p:txBody>
        </p:sp>
      </p:grpSp>
      <p:sp>
        <p:nvSpPr>
          <p:cNvPr id="13" name="TextBox 12"/>
          <p:cNvSpPr txBox="1"/>
          <p:nvPr/>
        </p:nvSpPr>
        <p:spPr>
          <a:xfrm>
            <a:off x="8723086" y="4702628"/>
            <a:ext cx="284052" cy="307777"/>
          </a:xfrm>
          <a:prstGeom prst="rect">
            <a:avLst/>
          </a:prstGeom>
          <a:noFill/>
        </p:spPr>
        <p:txBody>
          <a:bodyPr wrap="none" rtlCol="0">
            <a:spAutoFit/>
          </a:bodyPr>
          <a:lstStyle/>
          <a:p>
            <a:fld id="{3B13CC22-955F-4C18-B43E-F8F0DA7FF5AB}" type="slidenum">
              <a:rPr lang="en-US" smtClean="0"/>
              <a:t>17</a:t>
            </a:fld>
            <a:endParaRPr lang="en-US"/>
          </a:p>
        </p:txBody>
      </p:sp>
      <p:pic>
        <p:nvPicPr>
          <p:cNvPr id="4" name="Picture 3">
            <a:extLst>
              <a:ext uri="{FF2B5EF4-FFF2-40B4-BE49-F238E27FC236}">
                <a16:creationId xmlns:a16="http://schemas.microsoft.com/office/drawing/2014/main" id="{12250F97-17A4-7E05-8339-EECCCDDCF285}"/>
              </a:ext>
            </a:extLst>
          </p:cNvPr>
          <p:cNvPicPr>
            <a:picLocks noChangeAspect="1"/>
          </p:cNvPicPr>
          <p:nvPr/>
        </p:nvPicPr>
        <p:blipFill>
          <a:blip r:embed="rId3"/>
          <a:stretch>
            <a:fillRect/>
          </a:stretch>
        </p:blipFill>
        <p:spPr>
          <a:xfrm>
            <a:off x="632703" y="1566795"/>
            <a:ext cx="5910972" cy="2991973"/>
          </a:xfrm>
          <a:prstGeom prst="rect">
            <a:avLst/>
          </a:prstGeom>
        </p:spPr>
      </p:pic>
    </p:spTree>
    <p:extLst>
      <p:ext uri="{BB962C8B-B14F-4D97-AF65-F5344CB8AC3E}">
        <p14:creationId xmlns:p14="http://schemas.microsoft.com/office/powerpoint/2010/main" val="3928316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300"/>
                                        <p:tgtEl>
                                          <p:spTgt spid="3"/>
                                        </p:tgtEl>
                                        <p:attrNameLst>
                                          <p:attrName>ppt_x</p:attrName>
                                        </p:attrNameLst>
                                      </p:cBhvr>
                                      <p:tavLst>
                                        <p:tav tm="0">
                                          <p:val>
                                            <p:strVal val="#ppt_x-#ppt_w*1.125000"/>
                                          </p:val>
                                        </p:tav>
                                        <p:tav tm="100000">
                                          <p:val>
                                            <p:strVal val="#ppt_x"/>
                                          </p:val>
                                        </p:tav>
                                      </p:tavLst>
                                    </p:anim>
                                    <p:animEffect transition="in" filter="wipe(right)">
                                      <p:cBhvr>
                                        <p:cTn id="8" dur="300"/>
                                        <p:tgtEl>
                                          <p:spTgt spid="3"/>
                                        </p:tgtEl>
                                      </p:cBhvr>
                                    </p:animEffect>
                                  </p:childTnLst>
                                </p:cTn>
                              </p:par>
                            </p:childTnLst>
                          </p:cTn>
                        </p:par>
                        <p:par>
                          <p:cTn id="9" fill="hold">
                            <p:stCondLst>
                              <p:cond delay="300"/>
                            </p:stCondLst>
                            <p:childTnLst>
                              <p:par>
                                <p:cTn id="10" presetID="12" presetClass="entr" presetSubtype="8" fill="hold" grpId="1"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300"/>
                                        <p:tgtEl>
                                          <p:spTgt spid="6"/>
                                        </p:tgtEl>
                                        <p:attrNameLst>
                                          <p:attrName>ppt_x</p:attrName>
                                        </p:attrNameLst>
                                      </p:cBhvr>
                                      <p:tavLst>
                                        <p:tav tm="0">
                                          <p:val>
                                            <p:strVal val="#ppt_x-#ppt_w*1.125000"/>
                                          </p:val>
                                        </p:tav>
                                        <p:tav tm="100000">
                                          <p:val>
                                            <p:strVal val="#ppt_x"/>
                                          </p:val>
                                        </p:tav>
                                      </p:tavLst>
                                    </p:anim>
                                    <p:animEffect transition="in" filter="wipe(right)">
                                      <p:cBhvr>
                                        <p:cTn id="13" dur="300"/>
                                        <p:tgtEl>
                                          <p:spTgt spid="6"/>
                                        </p:tgtEl>
                                      </p:cBhvr>
                                    </p:animEffect>
                                  </p:childTnLst>
                                </p:cTn>
                              </p:par>
                              <p:par>
                                <p:cTn id="14" presetID="53" presetClass="entr" presetSubtype="16"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ppt_w</p:attrName>
                                        </p:attrNameLst>
                                      </p:cBhvr>
                                      <p:tavLst>
                                        <p:tav tm="0">
                                          <p:val>
                                            <p:fltVal val="0"/>
                                          </p:val>
                                        </p:tav>
                                        <p:tav tm="100000">
                                          <p:val>
                                            <p:strVal val="#ppt_w"/>
                                          </p:val>
                                        </p:tav>
                                      </p:tavLst>
                                    </p:anim>
                                    <p:anim calcmode="lin" valueType="num">
                                      <p:cBhvr>
                                        <p:cTn id="17" dur="500" fill="hold"/>
                                        <p:tgtEl>
                                          <p:spTgt spid="4"/>
                                        </p:tgtEl>
                                        <p:attrNameLst>
                                          <p:attrName>ppt_h</p:attrName>
                                        </p:attrNameLst>
                                      </p:cBhvr>
                                      <p:tavLst>
                                        <p:tav tm="0">
                                          <p:val>
                                            <p:fltVal val="0"/>
                                          </p:val>
                                        </p:tav>
                                        <p:tav tm="100000">
                                          <p:val>
                                            <p:strVal val="#ppt_h"/>
                                          </p:val>
                                        </p:tav>
                                      </p:tavLst>
                                    </p:anim>
                                    <p:animEffect transition="in" filter="fade">
                                      <p:cBhvr>
                                        <p:cTn id="18" dur="500"/>
                                        <p:tgtEl>
                                          <p:spTgt spid="4"/>
                                        </p:tgtEl>
                                      </p:cBhvr>
                                    </p:animEffect>
                                  </p:childTnLst>
                                </p:cTn>
                              </p:par>
                            </p:childTnLst>
                          </p:cTn>
                        </p:par>
                        <p:par>
                          <p:cTn id="19" fill="hold">
                            <p:stCondLst>
                              <p:cond delay="800"/>
                            </p:stCondLst>
                            <p:childTnLst>
                              <p:par>
                                <p:cTn id="20" presetID="42" presetClass="entr" presetSubtype="0" fill="hold" grpId="1" nodeType="after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fade">
                                      <p:cBhvr>
                                        <p:cTn id="22" dur="300"/>
                                        <p:tgtEl>
                                          <p:spTgt spid="44"/>
                                        </p:tgtEl>
                                      </p:cBhvr>
                                    </p:animEffect>
                                    <p:anim calcmode="lin" valueType="num">
                                      <p:cBhvr>
                                        <p:cTn id="23" dur="300" fill="hold"/>
                                        <p:tgtEl>
                                          <p:spTgt spid="44"/>
                                        </p:tgtEl>
                                        <p:attrNameLst>
                                          <p:attrName>ppt_x</p:attrName>
                                        </p:attrNameLst>
                                      </p:cBhvr>
                                      <p:tavLst>
                                        <p:tav tm="0">
                                          <p:val>
                                            <p:strVal val="#ppt_x"/>
                                          </p:val>
                                        </p:tav>
                                        <p:tav tm="100000">
                                          <p:val>
                                            <p:strVal val="#ppt_x"/>
                                          </p:val>
                                        </p:tav>
                                      </p:tavLst>
                                    </p:anim>
                                    <p:anim calcmode="lin" valueType="num">
                                      <p:cBhvr>
                                        <p:cTn id="24" dur="300" fill="hold"/>
                                        <p:tgtEl>
                                          <p:spTgt spid="4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44" grpId="0"/>
      <p:bldP spid="44" grpId="1"/>
      <p:bldP spid="47" grpId="0" animBg="1"/>
      <p:bldP spid="48"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1855;p24"/>
          <p:cNvSpPr txBox="1">
            <a:spLocks/>
          </p:cNvSpPr>
          <p:nvPr/>
        </p:nvSpPr>
        <p:spPr>
          <a:xfrm>
            <a:off x="294984" y="959121"/>
            <a:ext cx="5447138" cy="32763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altLang="en-GB" sz="1800">
                <a:solidFill>
                  <a:schemeClr val="bg1">
                    <a:lumMod val="50000"/>
                  </a:schemeClr>
                </a:solidFill>
                <a:latin typeface="+mn-lt"/>
                <a:cs typeface="+mn-lt"/>
              </a:rPr>
              <a:t>CHƯƠNG TRÌNH CHẠY THEO LÀN ĐƯỜNG</a:t>
            </a:r>
          </a:p>
        </p:txBody>
      </p:sp>
      <p:grpSp>
        <p:nvGrpSpPr>
          <p:cNvPr id="3" name="Group 2"/>
          <p:cNvGrpSpPr/>
          <p:nvPr/>
        </p:nvGrpSpPr>
        <p:grpSpPr>
          <a:xfrm>
            <a:off x="304806" y="1246417"/>
            <a:ext cx="4837994" cy="95191"/>
            <a:chOff x="304806" y="1246417"/>
            <a:chExt cx="4837994" cy="95191"/>
          </a:xfrm>
        </p:grpSpPr>
        <p:cxnSp>
          <p:nvCxnSpPr>
            <p:cNvPr id="5" name="Straight Connector 4"/>
            <p:cNvCxnSpPr/>
            <p:nvPr/>
          </p:nvCxnSpPr>
          <p:spPr>
            <a:xfrm flipH="1">
              <a:off x="304806" y="1294012"/>
              <a:ext cx="4788458" cy="1"/>
            </a:xfrm>
            <a:prstGeom prst="line">
              <a:avLst/>
            </a:prstGeom>
          </p:spPr>
          <p:style>
            <a:lnRef idx="2">
              <a:schemeClr val="accent3"/>
            </a:lnRef>
            <a:fillRef idx="0">
              <a:schemeClr val="accent3"/>
            </a:fillRef>
            <a:effectRef idx="1">
              <a:schemeClr val="accent3"/>
            </a:effectRef>
            <a:fontRef idx="minor">
              <a:schemeClr val="tx1"/>
            </a:fontRef>
          </p:style>
        </p:cxnSp>
        <p:sp>
          <p:nvSpPr>
            <p:cNvPr id="10" name="Google Shape;10105;p59"/>
            <p:cNvSpPr/>
            <p:nvPr/>
          </p:nvSpPr>
          <p:spPr>
            <a:xfrm>
              <a:off x="5043729" y="1246417"/>
              <a:ext cx="99071" cy="95191"/>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 name="Group 3"/>
          <p:cNvGrpSpPr/>
          <p:nvPr/>
        </p:nvGrpSpPr>
        <p:grpSpPr>
          <a:xfrm>
            <a:off x="304807" y="1471931"/>
            <a:ext cx="2409268" cy="411115"/>
            <a:chOff x="304807" y="1471931"/>
            <a:chExt cx="2409268" cy="411115"/>
          </a:xfrm>
        </p:grpSpPr>
        <p:sp>
          <p:nvSpPr>
            <p:cNvPr id="44" name="Google Shape;1855;p24"/>
            <p:cNvSpPr txBox="1">
              <a:spLocks/>
            </p:cNvSpPr>
            <p:nvPr/>
          </p:nvSpPr>
          <p:spPr>
            <a:xfrm>
              <a:off x="940034" y="1523847"/>
              <a:ext cx="1774040" cy="307282"/>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sz="1600">
                  <a:solidFill>
                    <a:schemeClr val="bg1">
                      <a:lumMod val="50000"/>
                    </a:schemeClr>
                  </a:solidFill>
                  <a:latin typeface="Arial" panose="020B0604020202020204" pitchFamily="34" charset="0"/>
                  <a:cs typeface="Arial" panose="020B0604020202020204" pitchFamily="34" charset="0"/>
                </a:rPr>
                <a:t>Dữ liệu làn đường</a:t>
              </a:r>
            </a:p>
          </p:txBody>
        </p:sp>
        <p:grpSp>
          <p:nvGrpSpPr>
            <p:cNvPr id="12" name="Google Shape;3112;p57"/>
            <p:cNvGrpSpPr/>
            <p:nvPr/>
          </p:nvGrpSpPr>
          <p:grpSpPr>
            <a:xfrm>
              <a:off x="304807" y="1471931"/>
              <a:ext cx="2409268" cy="411115"/>
              <a:chOff x="4411970" y="3131459"/>
              <a:chExt cx="710520" cy="117397"/>
            </a:xfrm>
            <a:effectLst>
              <a:outerShdw blurRad="63500" sx="102000" sy="102000" algn="ctr" rotWithShape="0">
                <a:prstClr val="black">
                  <a:alpha val="40000"/>
                </a:prstClr>
              </a:outerShdw>
            </a:effectLst>
          </p:grpSpPr>
          <p:sp>
            <p:nvSpPr>
              <p:cNvPr id="13" name="Google Shape;3113;p57"/>
              <p:cNvSpPr/>
              <p:nvPr/>
            </p:nvSpPr>
            <p:spPr>
              <a:xfrm>
                <a:off x="4411970" y="3131459"/>
                <a:ext cx="710520" cy="117397"/>
              </a:xfrm>
              <a:custGeom>
                <a:avLst/>
                <a:gdLst/>
                <a:ahLst/>
                <a:cxnLst/>
                <a:rect l="l" t="t" r="r" b="b"/>
                <a:pathLst>
                  <a:path w="15736" h="2600" extrusionOk="0">
                    <a:moveTo>
                      <a:pt x="201" y="1"/>
                    </a:moveTo>
                    <a:cubicBezTo>
                      <a:pt x="90" y="1"/>
                      <a:pt x="1" y="90"/>
                      <a:pt x="1" y="201"/>
                    </a:cubicBezTo>
                    <a:lnTo>
                      <a:pt x="1" y="2400"/>
                    </a:lnTo>
                    <a:cubicBezTo>
                      <a:pt x="1" y="2510"/>
                      <a:pt x="90" y="2600"/>
                      <a:pt x="201" y="2600"/>
                    </a:cubicBezTo>
                    <a:lnTo>
                      <a:pt x="15537" y="2600"/>
                    </a:lnTo>
                    <a:cubicBezTo>
                      <a:pt x="15646" y="2600"/>
                      <a:pt x="15735" y="2510"/>
                      <a:pt x="15735" y="2400"/>
                    </a:cubicBezTo>
                    <a:lnTo>
                      <a:pt x="15735" y="201"/>
                    </a:lnTo>
                    <a:cubicBezTo>
                      <a:pt x="15735" y="90"/>
                      <a:pt x="15646" y="1"/>
                      <a:pt x="15537" y="1"/>
                    </a:cubicBezTo>
                    <a:close/>
                  </a:path>
                </a:pathLst>
              </a:custGeom>
              <a:noFill/>
              <a:ln w="9525" cap="flat" cmpd="sng">
                <a:solidFill>
                  <a:schemeClr val="accent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114;p57"/>
              <p:cNvSpPr/>
              <p:nvPr/>
            </p:nvSpPr>
            <p:spPr>
              <a:xfrm>
                <a:off x="4411970" y="3131459"/>
                <a:ext cx="168012" cy="117397"/>
              </a:xfrm>
              <a:custGeom>
                <a:avLst/>
                <a:gdLst/>
                <a:ahLst/>
                <a:cxnLst/>
                <a:rect l="l" t="t" r="r" b="b"/>
                <a:pathLst>
                  <a:path w="3721" h="2600" extrusionOk="0">
                    <a:moveTo>
                      <a:pt x="201" y="1"/>
                    </a:moveTo>
                    <a:cubicBezTo>
                      <a:pt x="90" y="1"/>
                      <a:pt x="1" y="90"/>
                      <a:pt x="1" y="201"/>
                    </a:cubicBezTo>
                    <a:lnTo>
                      <a:pt x="1" y="2400"/>
                    </a:lnTo>
                    <a:cubicBezTo>
                      <a:pt x="1" y="2510"/>
                      <a:pt x="90" y="2600"/>
                      <a:pt x="201" y="2600"/>
                    </a:cubicBezTo>
                    <a:lnTo>
                      <a:pt x="3721" y="2600"/>
                    </a:lnTo>
                    <a:lnTo>
                      <a:pt x="2925" y="1693"/>
                    </a:lnTo>
                    <a:lnTo>
                      <a:pt x="2925" y="1"/>
                    </a:lnTo>
                    <a:close/>
                  </a:path>
                </a:pathLst>
              </a:custGeom>
              <a:noFill/>
              <a:ln w="9525" cap="flat" cmpd="sng">
                <a:solidFill>
                  <a:schemeClr val="accent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15" name="Picture 14"/>
          <p:cNvPicPr/>
          <p:nvPr/>
        </p:nvPicPr>
        <p:blipFill>
          <a:blip r:embed="rId2"/>
          <a:stretch>
            <a:fillRect/>
          </a:stretch>
        </p:blipFill>
        <p:spPr>
          <a:xfrm>
            <a:off x="359050" y="2169450"/>
            <a:ext cx="2852420" cy="1837690"/>
          </a:xfrm>
          <a:prstGeom prst="rect">
            <a:avLst/>
          </a:prstGeom>
        </p:spPr>
      </p:pic>
      <p:pic>
        <p:nvPicPr>
          <p:cNvPr id="16" name="Picture 15"/>
          <p:cNvPicPr/>
          <p:nvPr/>
        </p:nvPicPr>
        <p:blipFill>
          <a:blip r:embed="rId3"/>
          <a:stretch>
            <a:fillRect/>
          </a:stretch>
        </p:blipFill>
        <p:spPr>
          <a:xfrm>
            <a:off x="3294789" y="2169450"/>
            <a:ext cx="2715260" cy="1765935"/>
          </a:xfrm>
          <a:prstGeom prst="rect">
            <a:avLst/>
          </a:prstGeom>
        </p:spPr>
      </p:pic>
      <p:pic>
        <p:nvPicPr>
          <p:cNvPr id="17" name="Picture 16"/>
          <p:cNvPicPr/>
          <p:nvPr/>
        </p:nvPicPr>
        <p:blipFill>
          <a:blip r:embed="rId4"/>
          <a:stretch>
            <a:fillRect/>
          </a:stretch>
        </p:blipFill>
        <p:spPr>
          <a:xfrm>
            <a:off x="6093368" y="2169450"/>
            <a:ext cx="2706370" cy="1793240"/>
          </a:xfrm>
          <a:prstGeom prst="rect">
            <a:avLst/>
          </a:prstGeom>
        </p:spPr>
      </p:pic>
      <p:sp>
        <p:nvSpPr>
          <p:cNvPr id="18" name="Google Shape;1855;p24"/>
          <p:cNvSpPr txBox="1">
            <a:spLocks/>
          </p:cNvSpPr>
          <p:nvPr/>
        </p:nvSpPr>
        <p:spPr>
          <a:xfrm>
            <a:off x="359050" y="4181945"/>
            <a:ext cx="7986787" cy="666523"/>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vi-VN" sz="1600">
                <a:solidFill>
                  <a:schemeClr val="bg1">
                    <a:lumMod val="50000"/>
                  </a:schemeClr>
                </a:solidFill>
                <a:latin typeface="Arial" panose="020B0604020202020204" pitchFamily="34" charset="0"/>
                <a:cs typeface="Arial" panose="020B0604020202020204" pitchFamily="34" charset="0"/>
              </a:rPr>
              <a:t>Lưu giá trị X, Y của chấm xanh cùng với hình ảnh từ camera của Robot.</a:t>
            </a:r>
            <a:r>
              <a:rPr lang="en-US" sz="1600">
                <a:solidFill>
                  <a:schemeClr val="bg1">
                    <a:lumMod val="50000"/>
                  </a:schemeClr>
                </a:solidFill>
                <a:latin typeface="Arial" panose="020B0604020202020204" pitchFamily="34" charset="0"/>
                <a:cs typeface="Arial" panose="020B0604020202020204" pitchFamily="34" charset="0"/>
              </a:rPr>
              <a:t> </a:t>
            </a:r>
          </a:p>
          <a:p>
            <a:pPr algn="l"/>
            <a:r>
              <a:rPr lang="en-US" sz="1600">
                <a:solidFill>
                  <a:schemeClr val="bg1">
                    <a:lumMod val="50000"/>
                  </a:schemeClr>
                </a:solidFill>
                <a:latin typeface="Arial" panose="020B0604020202020204" pitchFamily="34" charset="0"/>
                <a:cs typeface="Arial" panose="020B0604020202020204" pitchFamily="34" charset="0"/>
              </a:rPr>
              <a:t>Các tệp có tên “xy_&lt;giá trị x&gt;_&lt;giá trị y&gt;_&lt;uuid&gt;.jpg”, trong đó &lt;giá trị x&gt; và &lt;giá trị y&gt; là tọa độ tính bằng pixel.</a:t>
            </a:r>
          </a:p>
        </p:txBody>
      </p:sp>
      <p:grpSp>
        <p:nvGrpSpPr>
          <p:cNvPr id="19" name="Group 18"/>
          <p:cNvGrpSpPr/>
          <p:nvPr/>
        </p:nvGrpSpPr>
        <p:grpSpPr>
          <a:xfrm>
            <a:off x="2194296" y="433071"/>
            <a:ext cx="3930733" cy="350702"/>
            <a:chOff x="2194296" y="433071"/>
            <a:chExt cx="3930733" cy="350702"/>
          </a:xfrm>
        </p:grpSpPr>
        <p:sp>
          <p:nvSpPr>
            <p:cNvPr id="20" name="Parallelogram 19"/>
            <p:cNvSpPr/>
            <p:nvPr/>
          </p:nvSpPr>
          <p:spPr>
            <a:xfrm>
              <a:off x="2194296" y="433071"/>
              <a:ext cx="3930733" cy="343444"/>
            </a:xfrm>
            <a:prstGeom prst="parallelogram">
              <a:avLst>
                <a:gd name="adj" fmla="val 9962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Google Shape;1856;p24"/>
            <p:cNvSpPr txBox="1">
              <a:spLocks/>
            </p:cNvSpPr>
            <p:nvPr/>
          </p:nvSpPr>
          <p:spPr>
            <a:xfrm>
              <a:off x="2363519" y="440329"/>
              <a:ext cx="3592286" cy="3434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2000" b="1">
                  <a:solidFill>
                    <a:schemeClr val="tx1"/>
                  </a:solidFill>
                  <a:latin typeface="Arial" panose="020B0604020202020204" pitchFamily="34" charset="0"/>
                  <a:cs typeface="Arial" panose="020B0604020202020204" pitchFamily="34" charset="0"/>
                </a:rPr>
                <a:t>XÂY DỰNG MÔ HÌNH</a:t>
              </a:r>
            </a:p>
          </p:txBody>
        </p:sp>
      </p:grpSp>
      <p:sp>
        <p:nvSpPr>
          <p:cNvPr id="22" name="TextBox 21"/>
          <p:cNvSpPr txBox="1"/>
          <p:nvPr/>
        </p:nvSpPr>
        <p:spPr>
          <a:xfrm>
            <a:off x="8723086" y="4702628"/>
            <a:ext cx="284052" cy="307777"/>
          </a:xfrm>
          <a:prstGeom prst="rect">
            <a:avLst/>
          </a:prstGeom>
          <a:noFill/>
        </p:spPr>
        <p:txBody>
          <a:bodyPr wrap="none" rtlCol="0">
            <a:spAutoFit/>
          </a:bodyPr>
          <a:lstStyle/>
          <a:p>
            <a:fld id="{3B13CC22-955F-4C18-B43E-F8F0DA7FF5AB}" type="slidenum">
              <a:rPr lang="en-US" smtClean="0"/>
              <a:t>18</a:t>
            </a:fld>
            <a:endParaRPr lang="en-US"/>
          </a:p>
        </p:txBody>
      </p:sp>
    </p:spTree>
    <p:extLst>
      <p:ext uri="{BB962C8B-B14F-4D97-AF65-F5344CB8AC3E}">
        <p14:creationId xmlns:p14="http://schemas.microsoft.com/office/powerpoint/2010/main" val="1304647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300"/>
                                        <p:tgtEl>
                                          <p:spTgt spid="3"/>
                                        </p:tgtEl>
                                        <p:attrNameLst>
                                          <p:attrName>ppt_x</p:attrName>
                                        </p:attrNameLst>
                                      </p:cBhvr>
                                      <p:tavLst>
                                        <p:tav tm="0">
                                          <p:val>
                                            <p:strVal val="#ppt_x-#ppt_w*1.125000"/>
                                          </p:val>
                                        </p:tav>
                                        <p:tav tm="100000">
                                          <p:val>
                                            <p:strVal val="#ppt_x"/>
                                          </p:val>
                                        </p:tav>
                                      </p:tavLst>
                                    </p:anim>
                                    <p:animEffect transition="in" filter="wipe(right)">
                                      <p:cBhvr>
                                        <p:cTn id="8" dur="300"/>
                                        <p:tgtEl>
                                          <p:spTgt spid="3"/>
                                        </p:tgtEl>
                                      </p:cBhvr>
                                    </p:animEffect>
                                  </p:childTnLst>
                                </p:cTn>
                              </p:par>
                            </p:childTnLst>
                          </p:cTn>
                        </p:par>
                        <p:par>
                          <p:cTn id="9" fill="hold">
                            <p:stCondLst>
                              <p:cond delay="300"/>
                            </p:stCondLst>
                            <p:childTnLst>
                              <p:par>
                                <p:cTn id="10" presetID="12" presetClass="entr" presetSubtype="8" fill="hold" grpId="1"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300"/>
                                        <p:tgtEl>
                                          <p:spTgt spid="6"/>
                                        </p:tgtEl>
                                        <p:attrNameLst>
                                          <p:attrName>ppt_x</p:attrName>
                                        </p:attrNameLst>
                                      </p:cBhvr>
                                      <p:tavLst>
                                        <p:tav tm="0">
                                          <p:val>
                                            <p:strVal val="#ppt_x-#ppt_w*1.125000"/>
                                          </p:val>
                                        </p:tav>
                                        <p:tav tm="100000">
                                          <p:val>
                                            <p:strVal val="#ppt_x"/>
                                          </p:val>
                                        </p:tav>
                                      </p:tavLst>
                                    </p:anim>
                                    <p:animEffect transition="in" filter="wipe(right)">
                                      <p:cBhvr>
                                        <p:cTn id="13" dur="300"/>
                                        <p:tgtEl>
                                          <p:spTgt spid="6"/>
                                        </p:tgtEl>
                                      </p:cBhvr>
                                    </p:animEffect>
                                  </p:childTnLst>
                                </p:cTn>
                              </p:par>
                            </p:childTnLst>
                          </p:cTn>
                        </p:par>
                        <p:par>
                          <p:cTn id="14" fill="hold">
                            <p:stCondLst>
                              <p:cond delay="600"/>
                            </p:stCondLst>
                            <p:childTnLst>
                              <p:par>
                                <p:cTn id="15" presetID="22" presetClass="entr" presetSubtype="8"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300"/>
                                        <p:tgtEl>
                                          <p:spTgt spid="4"/>
                                        </p:tgtEl>
                                      </p:cBhvr>
                                    </p:animEffect>
                                  </p:childTnLst>
                                </p:cTn>
                              </p:par>
                            </p:childTnLst>
                          </p:cTn>
                        </p:par>
                        <p:par>
                          <p:cTn id="18" fill="hold">
                            <p:stCondLst>
                              <p:cond delay="900"/>
                            </p:stCondLst>
                            <p:childTnLst>
                              <p:par>
                                <p:cTn id="19" presetID="53" presetClass="entr" presetSubtype="16" fill="hold" nodeType="after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p:cTn id="21" dur="300" fill="hold"/>
                                        <p:tgtEl>
                                          <p:spTgt spid="15"/>
                                        </p:tgtEl>
                                        <p:attrNameLst>
                                          <p:attrName>ppt_w</p:attrName>
                                        </p:attrNameLst>
                                      </p:cBhvr>
                                      <p:tavLst>
                                        <p:tav tm="0">
                                          <p:val>
                                            <p:fltVal val="0"/>
                                          </p:val>
                                        </p:tav>
                                        <p:tav tm="100000">
                                          <p:val>
                                            <p:strVal val="#ppt_w"/>
                                          </p:val>
                                        </p:tav>
                                      </p:tavLst>
                                    </p:anim>
                                    <p:anim calcmode="lin" valueType="num">
                                      <p:cBhvr>
                                        <p:cTn id="22" dur="300" fill="hold"/>
                                        <p:tgtEl>
                                          <p:spTgt spid="15"/>
                                        </p:tgtEl>
                                        <p:attrNameLst>
                                          <p:attrName>ppt_h</p:attrName>
                                        </p:attrNameLst>
                                      </p:cBhvr>
                                      <p:tavLst>
                                        <p:tav tm="0">
                                          <p:val>
                                            <p:fltVal val="0"/>
                                          </p:val>
                                        </p:tav>
                                        <p:tav tm="100000">
                                          <p:val>
                                            <p:strVal val="#ppt_h"/>
                                          </p:val>
                                        </p:tav>
                                      </p:tavLst>
                                    </p:anim>
                                    <p:animEffect transition="in" filter="fade">
                                      <p:cBhvr>
                                        <p:cTn id="23" dur="300"/>
                                        <p:tgtEl>
                                          <p:spTgt spid="15"/>
                                        </p:tgtEl>
                                      </p:cBhvr>
                                    </p:animEffect>
                                  </p:childTnLst>
                                </p:cTn>
                              </p:par>
                            </p:childTnLst>
                          </p:cTn>
                        </p:par>
                        <p:par>
                          <p:cTn id="24" fill="hold">
                            <p:stCondLst>
                              <p:cond delay="1200"/>
                            </p:stCondLst>
                            <p:childTnLst>
                              <p:par>
                                <p:cTn id="25" presetID="53" presetClass="entr" presetSubtype="16" fill="hold" nodeType="after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p:cTn id="27" dur="300" fill="hold"/>
                                        <p:tgtEl>
                                          <p:spTgt spid="16"/>
                                        </p:tgtEl>
                                        <p:attrNameLst>
                                          <p:attrName>ppt_w</p:attrName>
                                        </p:attrNameLst>
                                      </p:cBhvr>
                                      <p:tavLst>
                                        <p:tav tm="0">
                                          <p:val>
                                            <p:fltVal val="0"/>
                                          </p:val>
                                        </p:tav>
                                        <p:tav tm="100000">
                                          <p:val>
                                            <p:strVal val="#ppt_w"/>
                                          </p:val>
                                        </p:tav>
                                      </p:tavLst>
                                    </p:anim>
                                    <p:anim calcmode="lin" valueType="num">
                                      <p:cBhvr>
                                        <p:cTn id="28" dur="300" fill="hold"/>
                                        <p:tgtEl>
                                          <p:spTgt spid="16"/>
                                        </p:tgtEl>
                                        <p:attrNameLst>
                                          <p:attrName>ppt_h</p:attrName>
                                        </p:attrNameLst>
                                      </p:cBhvr>
                                      <p:tavLst>
                                        <p:tav tm="0">
                                          <p:val>
                                            <p:fltVal val="0"/>
                                          </p:val>
                                        </p:tav>
                                        <p:tav tm="100000">
                                          <p:val>
                                            <p:strVal val="#ppt_h"/>
                                          </p:val>
                                        </p:tav>
                                      </p:tavLst>
                                    </p:anim>
                                    <p:animEffect transition="in" filter="fade">
                                      <p:cBhvr>
                                        <p:cTn id="29" dur="300"/>
                                        <p:tgtEl>
                                          <p:spTgt spid="16"/>
                                        </p:tgtEl>
                                      </p:cBhvr>
                                    </p:animEffect>
                                  </p:childTnLst>
                                </p:cTn>
                              </p:par>
                            </p:childTnLst>
                          </p:cTn>
                        </p:par>
                        <p:par>
                          <p:cTn id="30" fill="hold">
                            <p:stCondLst>
                              <p:cond delay="1500"/>
                            </p:stCondLst>
                            <p:childTnLst>
                              <p:par>
                                <p:cTn id="31" presetID="53" presetClass="entr" presetSubtype="16" fill="hold" nodeType="afterEffect">
                                  <p:stCondLst>
                                    <p:cond delay="0"/>
                                  </p:stCondLst>
                                  <p:childTnLst>
                                    <p:set>
                                      <p:cBhvr>
                                        <p:cTn id="32" dur="1" fill="hold">
                                          <p:stCondLst>
                                            <p:cond delay="0"/>
                                          </p:stCondLst>
                                        </p:cTn>
                                        <p:tgtEl>
                                          <p:spTgt spid="17"/>
                                        </p:tgtEl>
                                        <p:attrNameLst>
                                          <p:attrName>style.visibility</p:attrName>
                                        </p:attrNameLst>
                                      </p:cBhvr>
                                      <p:to>
                                        <p:strVal val="visible"/>
                                      </p:to>
                                    </p:set>
                                    <p:anim calcmode="lin" valueType="num">
                                      <p:cBhvr>
                                        <p:cTn id="33" dur="300" fill="hold"/>
                                        <p:tgtEl>
                                          <p:spTgt spid="17"/>
                                        </p:tgtEl>
                                        <p:attrNameLst>
                                          <p:attrName>ppt_w</p:attrName>
                                        </p:attrNameLst>
                                      </p:cBhvr>
                                      <p:tavLst>
                                        <p:tav tm="0">
                                          <p:val>
                                            <p:fltVal val="0"/>
                                          </p:val>
                                        </p:tav>
                                        <p:tav tm="100000">
                                          <p:val>
                                            <p:strVal val="#ppt_w"/>
                                          </p:val>
                                        </p:tav>
                                      </p:tavLst>
                                    </p:anim>
                                    <p:anim calcmode="lin" valueType="num">
                                      <p:cBhvr>
                                        <p:cTn id="34" dur="300" fill="hold"/>
                                        <p:tgtEl>
                                          <p:spTgt spid="17"/>
                                        </p:tgtEl>
                                        <p:attrNameLst>
                                          <p:attrName>ppt_h</p:attrName>
                                        </p:attrNameLst>
                                      </p:cBhvr>
                                      <p:tavLst>
                                        <p:tav tm="0">
                                          <p:val>
                                            <p:fltVal val="0"/>
                                          </p:val>
                                        </p:tav>
                                        <p:tav tm="100000">
                                          <p:val>
                                            <p:strVal val="#ppt_h"/>
                                          </p:val>
                                        </p:tav>
                                      </p:tavLst>
                                    </p:anim>
                                    <p:animEffect transition="in" filter="fade">
                                      <p:cBhvr>
                                        <p:cTn id="35" dur="300"/>
                                        <p:tgtEl>
                                          <p:spTgt spid="17"/>
                                        </p:tgtEl>
                                      </p:cBhvr>
                                    </p:animEffect>
                                  </p:childTnLst>
                                </p:cTn>
                              </p:par>
                            </p:childTnLst>
                          </p:cTn>
                        </p:par>
                        <p:par>
                          <p:cTn id="36" fill="hold">
                            <p:stCondLst>
                              <p:cond delay="1800"/>
                            </p:stCondLst>
                            <p:childTnLst>
                              <p:par>
                                <p:cTn id="37" presetID="42" presetClass="entr" presetSubtype="0" fill="hold" grpId="1" nodeType="after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300"/>
                                        <p:tgtEl>
                                          <p:spTgt spid="18"/>
                                        </p:tgtEl>
                                      </p:cBhvr>
                                    </p:animEffect>
                                    <p:anim calcmode="lin" valueType="num">
                                      <p:cBhvr>
                                        <p:cTn id="40" dur="300" fill="hold"/>
                                        <p:tgtEl>
                                          <p:spTgt spid="18"/>
                                        </p:tgtEl>
                                        <p:attrNameLst>
                                          <p:attrName>ppt_x</p:attrName>
                                        </p:attrNameLst>
                                      </p:cBhvr>
                                      <p:tavLst>
                                        <p:tav tm="0">
                                          <p:val>
                                            <p:strVal val="#ppt_x"/>
                                          </p:val>
                                        </p:tav>
                                        <p:tav tm="100000">
                                          <p:val>
                                            <p:strVal val="#ppt_x"/>
                                          </p:val>
                                        </p:tav>
                                      </p:tavLst>
                                    </p:anim>
                                    <p:anim calcmode="lin" valueType="num">
                                      <p:cBhvr>
                                        <p:cTn id="41" dur="3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44" grpId="0"/>
      <p:bldP spid="18" grpId="0"/>
      <p:bldP spid="18" grpId="1"/>
      <p:bldP spid="20" grpId="0" animBg="1"/>
      <p:bldP spid="21"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04807" y="1471931"/>
            <a:ext cx="2425940" cy="411115"/>
            <a:chOff x="304807" y="1471931"/>
            <a:chExt cx="2425940" cy="411115"/>
          </a:xfrm>
        </p:grpSpPr>
        <p:sp>
          <p:nvSpPr>
            <p:cNvPr id="46" name="Google Shape;1855;p24"/>
            <p:cNvSpPr txBox="1">
              <a:spLocks/>
            </p:cNvSpPr>
            <p:nvPr/>
          </p:nvSpPr>
          <p:spPr>
            <a:xfrm>
              <a:off x="857839" y="1524405"/>
              <a:ext cx="1872908" cy="307282"/>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sz="1600">
                  <a:solidFill>
                    <a:schemeClr val="bg1">
                      <a:lumMod val="50000"/>
                    </a:schemeClr>
                  </a:solidFill>
                  <a:latin typeface="Arial" panose="020B0604020202020204" pitchFamily="34" charset="0"/>
                  <a:cs typeface="Arial" panose="020B0604020202020204" pitchFamily="34" charset="0"/>
                </a:rPr>
                <a:t>Áp dụng mô hình</a:t>
              </a:r>
            </a:p>
          </p:txBody>
        </p:sp>
        <p:grpSp>
          <p:nvGrpSpPr>
            <p:cNvPr id="47" name="Google Shape;3112;p57"/>
            <p:cNvGrpSpPr/>
            <p:nvPr/>
          </p:nvGrpSpPr>
          <p:grpSpPr>
            <a:xfrm>
              <a:off x="304807" y="1471931"/>
              <a:ext cx="2409268" cy="411115"/>
              <a:chOff x="4411970" y="3131459"/>
              <a:chExt cx="710520" cy="117397"/>
            </a:xfrm>
            <a:effectLst>
              <a:outerShdw blurRad="63500" sx="102000" sy="102000" algn="ctr" rotWithShape="0">
                <a:prstClr val="black">
                  <a:alpha val="40000"/>
                </a:prstClr>
              </a:outerShdw>
            </a:effectLst>
          </p:grpSpPr>
          <p:sp>
            <p:nvSpPr>
              <p:cNvPr id="48" name="Google Shape;3113;p57"/>
              <p:cNvSpPr/>
              <p:nvPr/>
            </p:nvSpPr>
            <p:spPr>
              <a:xfrm>
                <a:off x="4411970" y="3131459"/>
                <a:ext cx="710520" cy="117397"/>
              </a:xfrm>
              <a:custGeom>
                <a:avLst/>
                <a:gdLst/>
                <a:ahLst/>
                <a:cxnLst/>
                <a:rect l="l" t="t" r="r" b="b"/>
                <a:pathLst>
                  <a:path w="15736" h="2600" extrusionOk="0">
                    <a:moveTo>
                      <a:pt x="201" y="1"/>
                    </a:moveTo>
                    <a:cubicBezTo>
                      <a:pt x="90" y="1"/>
                      <a:pt x="1" y="90"/>
                      <a:pt x="1" y="201"/>
                    </a:cubicBezTo>
                    <a:lnTo>
                      <a:pt x="1" y="2400"/>
                    </a:lnTo>
                    <a:cubicBezTo>
                      <a:pt x="1" y="2510"/>
                      <a:pt x="90" y="2600"/>
                      <a:pt x="201" y="2600"/>
                    </a:cubicBezTo>
                    <a:lnTo>
                      <a:pt x="15537" y="2600"/>
                    </a:lnTo>
                    <a:cubicBezTo>
                      <a:pt x="15646" y="2600"/>
                      <a:pt x="15735" y="2510"/>
                      <a:pt x="15735" y="2400"/>
                    </a:cubicBezTo>
                    <a:lnTo>
                      <a:pt x="15735" y="201"/>
                    </a:lnTo>
                    <a:cubicBezTo>
                      <a:pt x="15735" y="90"/>
                      <a:pt x="15646" y="1"/>
                      <a:pt x="15537" y="1"/>
                    </a:cubicBezTo>
                    <a:close/>
                  </a:path>
                </a:pathLst>
              </a:custGeom>
              <a:noFill/>
              <a:ln w="9525" cap="flat" cmpd="sng">
                <a:solidFill>
                  <a:schemeClr val="accent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3114;p57"/>
              <p:cNvSpPr/>
              <p:nvPr/>
            </p:nvSpPr>
            <p:spPr>
              <a:xfrm>
                <a:off x="4411970" y="3131459"/>
                <a:ext cx="168012" cy="117397"/>
              </a:xfrm>
              <a:custGeom>
                <a:avLst/>
                <a:gdLst/>
                <a:ahLst/>
                <a:cxnLst/>
                <a:rect l="l" t="t" r="r" b="b"/>
                <a:pathLst>
                  <a:path w="3721" h="2600" extrusionOk="0">
                    <a:moveTo>
                      <a:pt x="201" y="1"/>
                    </a:moveTo>
                    <a:cubicBezTo>
                      <a:pt x="90" y="1"/>
                      <a:pt x="1" y="90"/>
                      <a:pt x="1" y="201"/>
                    </a:cubicBezTo>
                    <a:lnTo>
                      <a:pt x="1" y="2400"/>
                    </a:lnTo>
                    <a:cubicBezTo>
                      <a:pt x="1" y="2510"/>
                      <a:pt x="90" y="2600"/>
                      <a:pt x="201" y="2600"/>
                    </a:cubicBezTo>
                    <a:lnTo>
                      <a:pt x="3721" y="2600"/>
                    </a:lnTo>
                    <a:lnTo>
                      <a:pt x="2925" y="1693"/>
                    </a:lnTo>
                    <a:lnTo>
                      <a:pt x="2925" y="1"/>
                    </a:lnTo>
                    <a:close/>
                  </a:path>
                </a:pathLst>
              </a:custGeom>
              <a:noFill/>
              <a:ln w="9525" cap="flat" cmpd="sng">
                <a:solidFill>
                  <a:schemeClr val="accent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7" name="Google Shape;1855;p24"/>
          <p:cNvSpPr txBox="1">
            <a:spLocks/>
          </p:cNvSpPr>
          <p:nvPr/>
        </p:nvSpPr>
        <p:spPr>
          <a:xfrm>
            <a:off x="2286810" y="4362592"/>
            <a:ext cx="4503605" cy="33782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r>
              <a:rPr lang="vi-VN" sz="1200" i="1">
                <a:solidFill>
                  <a:schemeClr val="bg1">
                    <a:lumMod val="50000"/>
                  </a:schemeClr>
                </a:solidFill>
                <a:latin typeface="Arial" panose="020B0604020202020204" pitchFamily="34" charset="0"/>
                <a:cs typeface="Arial" panose="020B0604020202020204" pitchFamily="34" charset="0"/>
              </a:rPr>
              <a:t>Quy trình hoạt động áp dụng mô hình để điều khiển động cơ chạy trên đường bằng thuật toán PID.</a:t>
            </a:r>
            <a:endParaRPr lang="en-US" sz="1200" i="1">
              <a:solidFill>
                <a:schemeClr val="bg1">
                  <a:lumMod val="50000"/>
                </a:schemeClr>
              </a:solidFill>
              <a:latin typeface="Arial" panose="020B0604020202020204" pitchFamily="34" charset="0"/>
              <a:cs typeface="Arial" panose="020B0604020202020204" pitchFamily="34" charset="0"/>
            </a:endParaRPr>
          </a:p>
        </p:txBody>
      </p:sp>
      <p:grpSp>
        <p:nvGrpSpPr>
          <p:cNvPr id="15" name="Google Shape;9752;p89"/>
          <p:cNvGrpSpPr/>
          <p:nvPr/>
        </p:nvGrpSpPr>
        <p:grpSpPr>
          <a:xfrm>
            <a:off x="7255494" y="3586455"/>
            <a:ext cx="836946" cy="551025"/>
            <a:chOff x="5727616" y="4204699"/>
            <a:chExt cx="440505" cy="290018"/>
          </a:xfrm>
          <a:solidFill>
            <a:schemeClr val="tx2">
              <a:lumMod val="50000"/>
            </a:schemeClr>
          </a:solidFill>
          <a:effectLst>
            <a:outerShdw blurRad="50800" dist="38100" dir="5400000" algn="t" rotWithShape="0">
              <a:prstClr val="black">
                <a:alpha val="40000"/>
              </a:prstClr>
            </a:outerShdw>
          </a:effectLst>
        </p:grpSpPr>
        <p:sp>
          <p:nvSpPr>
            <p:cNvPr id="16" name="Google Shape;9753;p89"/>
            <p:cNvSpPr/>
            <p:nvPr/>
          </p:nvSpPr>
          <p:spPr>
            <a:xfrm>
              <a:off x="5727616" y="4204699"/>
              <a:ext cx="440505" cy="290018"/>
            </a:xfrm>
            <a:custGeom>
              <a:avLst/>
              <a:gdLst/>
              <a:ahLst/>
              <a:cxnLst/>
              <a:rect l="l" t="t" r="r" b="b"/>
              <a:pathLst>
                <a:path w="13872" h="9133" extrusionOk="0">
                  <a:moveTo>
                    <a:pt x="13145" y="4465"/>
                  </a:moveTo>
                  <a:lnTo>
                    <a:pt x="13145" y="4870"/>
                  </a:lnTo>
                  <a:lnTo>
                    <a:pt x="12752" y="4870"/>
                  </a:lnTo>
                  <a:lnTo>
                    <a:pt x="12752" y="4465"/>
                  </a:lnTo>
                  <a:close/>
                  <a:moveTo>
                    <a:pt x="1275" y="3941"/>
                  </a:moveTo>
                  <a:lnTo>
                    <a:pt x="1275" y="4430"/>
                  </a:lnTo>
                  <a:cubicBezTo>
                    <a:pt x="1275" y="4775"/>
                    <a:pt x="1013" y="5049"/>
                    <a:pt x="668" y="5049"/>
                  </a:cubicBezTo>
                  <a:lnTo>
                    <a:pt x="418" y="5049"/>
                  </a:lnTo>
                  <a:cubicBezTo>
                    <a:pt x="501" y="4549"/>
                    <a:pt x="810" y="4120"/>
                    <a:pt x="1275" y="3941"/>
                  </a:cubicBezTo>
                  <a:close/>
                  <a:moveTo>
                    <a:pt x="9121" y="417"/>
                  </a:moveTo>
                  <a:cubicBezTo>
                    <a:pt x="9562" y="417"/>
                    <a:pt x="9978" y="620"/>
                    <a:pt x="10252" y="977"/>
                  </a:cubicBezTo>
                  <a:lnTo>
                    <a:pt x="12205" y="3584"/>
                  </a:lnTo>
                  <a:cubicBezTo>
                    <a:pt x="12240" y="3632"/>
                    <a:pt x="12300" y="3656"/>
                    <a:pt x="12360" y="3656"/>
                  </a:cubicBezTo>
                  <a:lnTo>
                    <a:pt x="13312" y="3656"/>
                  </a:lnTo>
                  <a:cubicBezTo>
                    <a:pt x="13431" y="3656"/>
                    <a:pt x="13514" y="3775"/>
                    <a:pt x="13467" y="3882"/>
                  </a:cubicBezTo>
                  <a:lnTo>
                    <a:pt x="13372" y="4060"/>
                  </a:lnTo>
                  <a:lnTo>
                    <a:pt x="12574" y="4060"/>
                  </a:lnTo>
                  <a:cubicBezTo>
                    <a:pt x="12455" y="4060"/>
                    <a:pt x="12360" y="4156"/>
                    <a:pt x="12360" y="4275"/>
                  </a:cubicBezTo>
                  <a:lnTo>
                    <a:pt x="12360" y="5084"/>
                  </a:lnTo>
                  <a:cubicBezTo>
                    <a:pt x="12360" y="5203"/>
                    <a:pt x="12455" y="5299"/>
                    <a:pt x="12574" y="5299"/>
                  </a:cubicBezTo>
                  <a:lnTo>
                    <a:pt x="13181" y="5299"/>
                  </a:lnTo>
                  <a:lnTo>
                    <a:pt x="13181" y="5596"/>
                  </a:lnTo>
                  <a:cubicBezTo>
                    <a:pt x="13181" y="5787"/>
                    <a:pt x="13252" y="5977"/>
                    <a:pt x="13395" y="6096"/>
                  </a:cubicBezTo>
                  <a:cubicBezTo>
                    <a:pt x="13455" y="6156"/>
                    <a:pt x="13479" y="6227"/>
                    <a:pt x="13479" y="6323"/>
                  </a:cubicBezTo>
                  <a:lnTo>
                    <a:pt x="13479" y="6692"/>
                  </a:lnTo>
                  <a:lnTo>
                    <a:pt x="13443" y="6692"/>
                  </a:lnTo>
                  <a:cubicBezTo>
                    <a:pt x="13443" y="7037"/>
                    <a:pt x="13181" y="7311"/>
                    <a:pt x="12836" y="7311"/>
                  </a:cubicBezTo>
                  <a:lnTo>
                    <a:pt x="12526" y="7311"/>
                  </a:lnTo>
                  <a:cubicBezTo>
                    <a:pt x="12419" y="6501"/>
                    <a:pt x="11740" y="5894"/>
                    <a:pt x="10919" y="5894"/>
                  </a:cubicBezTo>
                  <a:cubicBezTo>
                    <a:pt x="10097" y="5894"/>
                    <a:pt x="9419" y="6513"/>
                    <a:pt x="9312" y="7311"/>
                  </a:cubicBezTo>
                  <a:lnTo>
                    <a:pt x="4061" y="7311"/>
                  </a:lnTo>
                  <a:cubicBezTo>
                    <a:pt x="3954" y="6501"/>
                    <a:pt x="3275" y="5894"/>
                    <a:pt x="2454" y="5894"/>
                  </a:cubicBezTo>
                  <a:cubicBezTo>
                    <a:pt x="1632" y="5894"/>
                    <a:pt x="965" y="6501"/>
                    <a:pt x="846" y="7275"/>
                  </a:cubicBezTo>
                  <a:cubicBezTo>
                    <a:pt x="608" y="7204"/>
                    <a:pt x="429" y="6966"/>
                    <a:pt x="429" y="6692"/>
                  </a:cubicBezTo>
                  <a:lnTo>
                    <a:pt x="429" y="5465"/>
                  </a:lnTo>
                  <a:lnTo>
                    <a:pt x="691" y="5465"/>
                  </a:lnTo>
                  <a:cubicBezTo>
                    <a:pt x="1263" y="5465"/>
                    <a:pt x="1703" y="5001"/>
                    <a:pt x="1703" y="4453"/>
                  </a:cubicBezTo>
                  <a:lnTo>
                    <a:pt x="1703" y="3822"/>
                  </a:lnTo>
                  <a:lnTo>
                    <a:pt x="2406" y="3644"/>
                  </a:lnTo>
                  <a:cubicBezTo>
                    <a:pt x="2465" y="3632"/>
                    <a:pt x="2513" y="3596"/>
                    <a:pt x="2525" y="3560"/>
                  </a:cubicBezTo>
                  <a:lnTo>
                    <a:pt x="3954" y="1120"/>
                  </a:lnTo>
                  <a:cubicBezTo>
                    <a:pt x="4204" y="679"/>
                    <a:pt x="4680" y="417"/>
                    <a:pt x="5180" y="417"/>
                  </a:cubicBezTo>
                  <a:close/>
                  <a:moveTo>
                    <a:pt x="2430" y="6275"/>
                  </a:moveTo>
                  <a:cubicBezTo>
                    <a:pt x="3108" y="6275"/>
                    <a:pt x="3656" y="6823"/>
                    <a:pt x="3656" y="7501"/>
                  </a:cubicBezTo>
                  <a:cubicBezTo>
                    <a:pt x="3656" y="8168"/>
                    <a:pt x="3108" y="8716"/>
                    <a:pt x="2430" y="8716"/>
                  </a:cubicBezTo>
                  <a:cubicBezTo>
                    <a:pt x="1763" y="8716"/>
                    <a:pt x="1215" y="8168"/>
                    <a:pt x="1215" y="7501"/>
                  </a:cubicBezTo>
                  <a:cubicBezTo>
                    <a:pt x="1215" y="6823"/>
                    <a:pt x="1763" y="6275"/>
                    <a:pt x="2430" y="6275"/>
                  </a:cubicBezTo>
                  <a:close/>
                  <a:moveTo>
                    <a:pt x="10919" y="6275"/>
                  </a:moveTo>
                  <a:cubicBezTo>
                    <a:pt x="11586" y="6275"/>
                    <a:pt x="12145" y="6823"/>
                    <a:pt x="12145" y="7501"/>
                  </a:cubicBezTo>
                  <a:cubicBezTo>
                    <a:pt x="12145" y="8168"/>
                    <a:pt x="11586" y="8716"/>
                    <a:pt x="10919" y="8716"/>
                  </a:cubicBezTo>
                  <a:cubicBezTo>
                    <a:pt x="10252" y="8716"/>
                    <a:pt x="9693" y="8168"/>
                    <a:pt x="9693" y="7501"/>
                  </a:cubicBezTo>
                  <a:cubicBezTo>
                    <a:pt x="9693" y="6823"/>
                    <a:pt x="10252" y="6275"/>
                    <a:pt x="10919" y="6275"/>
                  </a:cubicBezTo>
                  <a:close/>
                  <a:moveTo>
                    <a:pt x="5144" y="0"/>
                  </a:moveTo>
                  <a:cubicBezTo>
                    <a:pt x="4501" y="0"/>
                    <a:pt x="3894" y="334"/>
                    <a:pt x="3573" y="905"/>
                  </a:cubicBezTo>
                  <a:lnTo>
                    <a:pt x="2180" y="3275"/>
                  </a:lnTo>
                  <a:lnTo>
                    <a:pt x="1430" y="3465"/>
                  </a:lnTo>
                  <a:cubicBezTo>
                    <a:pt x="489" y="3703"/>
                    <a:pt x="1" y="4477"/>
                    <a:pt x="1" y="5251"/>
                  </a:cubicBezTo>
                  <a:lnTo>
                    <a:pt x="1" y="6692"/>
                  </a:lnTo>
                  <a:cubicBezTo>
                    <a:pt x="1" y="7180"/>
                    <a:pt x="358" y="7608"/>
                    <a:pt x="810" y="7692"/>
                  </a:cubicBezTo>
                  <a:cubicBezTo>
                    <a:pt x="906" y="8501"/>
                    <a:pt x="1584" y="9132"/>
                    <a:pt x="2418" y="9132"/>
                  </a:cubicBezTo>
                  <a:cubicBezTo>
                    <a:pt x="3251" y="9132"/>
                    <a:pt x="3930" y="8513"/>
                    <a:pt x="4025" y="7728"/>
                  </a:cubicBezTo>
                  <a:lnTo>
                    <a:pt x="9300" y="7728"/>
                  </a:lnTo>
                  <a:cubicBezTo>
                    <a:pt x="9407" y="8525"/>
                    <a:pt x="10085" y="9132"/>
                    <a:pt x="10907" y="9132"/>
                  </a:cubicBezTo>
                  <a:cubicBezTo>
                    <a:pt x="11740" y="9132"/>
                    <a:pt x="12407" y="8513"/>
                    <a:pt x="12514" y="7728"/>
                  </a:cubicBezTo>
                  <a:lnTo>
                    <a:pt x="12824" y="7728"/>
                  </a:lnTo>
                  <a:cubicBezTo>
                    <a:pt x="13395" y="7728"/>
                    <a:pt x="13836" y="7263"/>
                    <a:pt x="13836" y="6716"/>
                  </a:cubicBezTo>
                  <a:lnTo>
                    <a:pt x="13836" y="6299"/>
                  </a:lnTo>
                  <a:cubicBezTo>
                    <a:pt x="13848" y="6096"/>
                    <a:pt x="13776" y="5918"/>
                    <a:pt x="13645" y="5787"/>
                  </a:cubicBezTo>
                  <a:cubicBezTo>
                    <a:pt x="13586" y="5727"/>
                    <a:pt x="13550" y="5656"/>
                    <a:pt x="13550" y="5561"/>
                  </a:cubicBezTo>
                  <a:lnTo>
                    <a:pt x="13550" y="4572"/>
                  </a:lnTo>
                  <a:lnTo>
                    <a:pt x="13788" y="4037"/>
                  </a:lnTo>
                  <a:cubicBezTo>
                    <a:pt x="13872" y="3846"/>
                    <a:pt x="13872" y="3656"/>
                    <a:pt x="13764" y="3501"/>
                  </a:cubicBezTo>
                  <a:cubicBezTo>
                    <a:pt x="13657" y="3334"/>
                    <a:pt x="13479" y="3239"/>
                    <a:pt x="13288" y="3239"/>
                  </a:cubicBezTo>
                  <a:lnTo>
                    <a:pt x="12443" y="3239"/>
                  </a:lnTo>
                  <a:lnTo>
                    <a:pt x="10550" y="727"/>
                  </a:lnTo>
                  <a:cubicBezTo>
                    <a:pt x="10204" y="262"/>
                    <a:pt x="9657" y="0"/>
                    <a:pt x="9085"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7" name="Google Shape;9754;p89"/>
            <p:cNvSpPr/>
            <p:nvPr/>
          </p:nvSpPr>
          <p:spPr>
            <a:xfrm>
              <a:off x="5779789" y="4416409"/>
              <a:ext cx="52205" cy="51475"/>
            </a:xfrm>
            <a:custGeom>
              <a:avLst/>
              <a:gdLst/>
              <a:ahLst/>
              <a:cxnLst/>
              <a:rect l="l" t="t" r="r" b="b"/>
              <a:pathLst>
                <a:path w="1644" h="1621" extrusionOk="0">
                  <a:moveTo>
                    <a:pt x="811" y="1"/>
                  </a:moveTo>
                  <a:cubicBezTo>
                    <a:pt x="584" y="1"/>
                    <a:pt x="394" y="84"/>
                    <a:pt x="239" y="239"/>
                  </a:cubicBezTo>
                  <a:cubicBezTo>
                    <a:pt x="96" y="382"/>
                    <a:pt x="1" y="596"/>
                    <a:pt x="1" y="799"/>
                  </a:cubicBezTo>
                  <a:cubicBezTo>
                    <a:pt x="1" y="1263"/>
                    <a:pt x="382" y="1620"/>
                    <a:pt x="822" y="1620"/>
                  </a:cubicBezTo>
                  <a:cubicBezTo>
                    <a:pt x="1275" y="1620"/>
                    <a:pt x="1644" y="1263"/>
                    <a:pt x="1644" y="799"/>
                  </a:cubicBezTo>
                  <a:cubicBezTo>
                    <a:pt x="1644" y="739"/>
                    <a:pt x="1632" y="668"/>
                    <a:pt x="1608" y="608"/>
                  </a:cubicBezTo>
                  <a:cubicBezTo>
                    <a:pt x="1557" y="546"/>
                    <a:pt x="1478" y="484"/>
                    <a:pt x="1389" y="484"/>
                  </a:cubicBezTo>
                  <a:cubicBezTo>
                    <a:pt x="1375" y="484"/>
                    <a:pt x="1361" y="486"/>
                    <a:pt x="1346" y="489"/>
                  </a:cubicBezTo>
                  <a:cubicBezTo>
                    <a:pt x="1239" y="525"/>
                    <a:pt x="1168" y="620"/>
                    <a:pt x="1192" y="727"/>
                  </a:cubicBezTo>
                  <a:cubicBezTo>
                    <a:pt x="1203" y="763"/>
                    <a:pt x="1203" y="787"/>
                    <a:pt x="1203" y="822"/>
                  </a:cubicBezTo>
                  <a:cubicBezTo>
                    <a:pt x="1203" y="1037"/>
                    <a:pt x="1025" y="1215"/>
                    <a:pt x="811" y="1215"/>
                  </a:cubicBezTo>
                  <a:cubicBezTo>
                    <a:pt x="584" y="1215"/>
                    <a:pt x="406" y="1037"/>
                    <a:pt x="406" y="822"/>
                  </a:cubicBezTo>
                  <a:cubicBezTo>
                    <a:pt x="406" y="596"/>
                    <a:pt x="584" y="418"/>
                    <a:pt x="811" y="418"/>
                  </a:cubicBezTo>
                  <a:cubicBezTo>
                    <a:pt x="930" y="418"/>
                    <a:pt x="1013" y="322"/>
                    <a:pt x="1013" y="203"/>
                  </a:cubicBezTo>
                  <a:cubicBezTo>
                    <a:pt x="1013" y="84"/>
                    <a:pt x="930" y="1"/>
                    <a:pt x="811"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8" name="Google Shape;9755;p89"/>
            <p:cNvSpPr/>
            <p:nvPr/>
          </p:nvSpPr>
          <p:spPr>
            <a:xfrm>
              <a:off x="6048627" y="4416409"/>
              <a:ext cx="52205" cy="51856"/>
            </a:xfrm>
            <a:custGeom>
              <a:avLst/>
              <a:gdLst/>
              <a:ahLst/>
              <a:cxnLst/>
              <a:rect l="l" t="t" r="r" b="b"/>
              <a:pathLst>
                <a:path w="1644" h="1633" extrusionOk="0">
                  <a:moveTo>
                    <a:pt x="822" y="1"/>
                  </a:moveTo>
                  <a:cubicBezTo>
                    <a:pt x="596" y="1"/>
                    <a:pt x="405" y="84"/>
                    <a:pt x="238" y="239"/>
                  </a:cubicBezTo>
                  <a:cubicBezTo>
                    <a:pt x="95" y="382"/>
                    <a:pt x="0" y="596"/>
                    <a:pt x="0" y="822"/>
                  </a:cubicBezTo>
                  <a:cubicBezTo>
                    <a:pt x="0" y="1263"/>
                    <a:pt x="381" y="1632"/>
                    <a:pt x="822" y="1632"/>
                  </a:cubicBezTo>
                  <a:cubicBezTo>
                    <a:pt x="1274" y="1632"/>
                    <a:pt x="1643" y="1275"/>
                    <a:pt x="1643" y="822"/>
                  </a:cubicBezTo>
                  <a:cubicBezTo>
                    <a:pt x="1643" y="763"/>
                    <a:pt x="1631" y="680"/>
                    <a:pt x="1608" y="620"/>
                  </a:cubicBezTo>
                  <a:cubicBezTo>
                    <a:pt x="1577" y="548"/>
                    <a:pt x="1492" y="484"/>
                    <a:pt x="1400" y="484"/>
                  </a:cubicBezTo>
                  <a:cubicBezTo>
                    <a:pt x="1386" y="484"/>
                    <a:pt x="1372" y="486"/>
                    <a:pt x="1358" y="489"/>
                  </a:cubicBezTo>
                  <a:cubicBezTo>
                    <a:pt x="1250" y="525"/>
                    <a:pt x="1179" y="620"/>
                    <a:pt x="1215" y="727"/>
                  </a:cubicBezTo>
                  <a:cubicBezTo>
                    <a:pt x="1227" y="763"/>
                    <a:pt x="1227" y="787"/>
                    <a:pt x="1227" y="822"/>
                  </a:cubicBezTo>
                  <a:cubicBezTo>
                    <a:pt x="1227" y="1037"/>
                    <a:pt x="1048" y="1215"/>
                    <a:pt x="822" y="1215"/>
                  </a:cubicBezTo>
                  <a:cubicBezTo>
                    <a:pt x="596" y="1215"/>
                    <a:pt x="417" y="1037"/>
                    <a:pt x="417" y="822"/>
                  </a:cubicBezTo>
                  <a:cubicBezTo>
                    <a:pt x="417" y="596"/>
                    <a:pt x="596" y="418"/>
                    <a:pt x="822" y="418"/>
                  </a:cubicBezTo>
                  <a:cubicBezTo>
                    <a:pt x="941" y="418"/>
                    <a:pt x="1036" y="322"/>
                    <a:pt x="1036" y="203"/>
                  </a:cubicBezTo>
                  <a:cubicBezTo>
                    <a:pt x="1036" y="84"/>
                    <a:pt x="941" y="1"/>
                    <a:pt x="822"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9" name="Google Shape;9756;p89"/>
            <p:cNvSpPr/>
            <p:nvPr/>
          </p:nvSpPr>
          <p:spPr>
            <a:xfrm>
              <a:off x="6000995" y="4365379"/>
              <a:ext cx="122892" cy="58016"/>
            </a:xfrm>
            <a:custGeom>
              <a:avLst/>
              <a:gdLst/>
              <a:ahLst/>
              <a:cxnLst/>
              <a:rect l="l" t="t" r="r" b="b"/>
              <a:pathLst>
                <a:path w="3870" h="1827" extrusionOk="0">
                  <a:moveTo>
                    <a:pt x="2310" y="1"/>
                  </a:moveTo>
                  <a:cubicBezTo>
                    <a:pt x="1810" y="1"/>
                    <a:pt x="1334" y="143"/>
                    <a:pt x="929" y="429"/>
                  </a:cubicBezTo>
                  <a:cubicBezTo>
                    <a:pt x="524" y="715"/>
                    <a:pt x="226" y="1096"/>
                    <a:pt x="48" y="1548"/>
                  </a:cubicBezTo>
                  <a:cubicBezTo>
                    <a:pt x="0" y="1656"/>
                    <a:pt x="60" y="1775"/>
                    <a:pt x="167" y="1810"/>
                  </a:cubicBezTo>
                  <a:cubicBezTo>
                    <a:pt x="192" y="1822"/>
                    <a:pt x="218" y="1827"/>
                    <a:pt x="244" y="1827"/>
                  </a:cubicBezTo>
                  <a:cubicBezTo>
                    <a:pt x="326" y="1827"/>
                    <a:pt x="404" y="1773"/>
                    <a:pt x="441" y="1691"/>
                  </a:cubicBezTo>
                  <a:cubicBezTo>
                    <a:pt x="738" y="917"/>
                    <a:pt x="1488" y="405"/>
                    <a:pt x="2322" y="405"/>
                  </a:cubicBezTo>
                  <a:cubicBezTo>
                    <a:pt x="2774" y="405"/>
                    <a:pt x="3191" y="536"/>
                    <a:pt x="3548" y="798"/>
                  </a:cubicBezTo>
                  <a:cubicBezTo>
                    <a:pt x="3581" y="831"/>
                    <a:pt x="3624" y="846"/>
                    <a:pt x="3667" y="846"/>
                  </a:cubicBezTo>
                  <a:cubicBezTo>
                    <a:pt x="3732" y="846"/>
                    <a:pt x="3798" y="813"/>
                    <a:pt x="3834" y="763"/>
                  </a:cubicBezTo>
                  <a:cubicBezTo>
                    <a:pt x="3870" y="679"/>
                    <a:pt x="3858" y="560"/>
                    <a:pt x="3774" y="489"/>
                  </a:cubicBezTo>
                  <a:cubicBezTo>
                    <a:pt x="3334" y="179"/>
                    <a:pt x="2846" y="1"/>
                    <a:pt x="2310"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0" name="Google Shape;9757;p89"/>
            <p:cNvSpPr/>
            <p:nvPr/>
          </p:nvSpPr>
          <p:spPr>
            <a:xfrm>
              <a:off x="5816847" y="4230039"/>
              <a:ext cx="124797" cy="193610"/>
            </a:xfrm>
            <a:custGeom>
              <a:avLst/>
              <a:gdLst/>
              <a:ahLst/>
              <a:cxnLst/>
              <a:rect l="l" t="t" r="r" b="b"/>
              <a:pathLst>
                <a:path w="3930" h="6097" extrusionOk="0">
                  <a:moveTo>
                    <a:pt x="3513" y="417"/>
                  </a:moveTo>
                  <a:lnTo>
                    <a:pt x="3513" y="2441"/>
                  </a:lnTo>
                  <a:lnTo>
                    <a:pt x="822" y="2441"/>
                  </a:lnTo>
                  <a:lnTo>
                    <a:pt x="1834" y="714"/>
                  </a:lnTo>
                  <a:cubicBezTo>
                    <a:pt x="1930" y="524"/>
                    <a:pt x="2144" y="417"/>
                    <a:pt x="2346" y="417"/>
                  </a:cubicBezTo>
                  <a:close/>
                  <a:moveTo>
                    <a:pt x="2346" y="0"/>
                  </a:moveTo>
                  <a:cubicBezTo>
                    <a:pt x="1989" y="0"/>
                    <a:pt x="1644" y="203"/>
                    <a:pt x="1465" y="512"/>
                  </a:cubicBezTo>
                  <a:lnTo>
                    <a:pt x="60" y="2917"/>
                  </a:lnTo>
                  <a:cubicBezTo>
                    <a:pt x="1" y="3024"/>
                    <a:pt x="25" y="3143"/>
                    <a:pt x="132" y="3203"/>
                  </a:cubicBezTo>
                  <a:cubicBezTo>
                    <a:pt x="155" y="3215"/>
                    <a:pt x="203" y="3239"/>
                    <a:pt x="239" y="3239"/>
                  </a:cubicBezTo>
                  <a:cubicBezTo>
                    <a:pt x="310" y="3239"/>
                    <a:pt x="370" y="3203"/>
                    <a:pt x="417" y="3131"/>
                  </a:cubicBezTo>
                  <a:lnTo>
                    <a:pt x="572" y="2846"/>
                  </a:lnTo>
                  <a:lnTo>
                    <a:pt x="3513" y="2846"/>
                  </a:lnTo>
                  <a:lnTo>
                    <a:pt x="3513" y="5882"/>
                  </a:lnTo>
                  <a:cubicBezTo>
                    <a:pt x="3513" y="6001"/>
                    <a:pt x="3596" y="6096"/>
                    <a:pt x="3715" y="6096"/>
                  </a:cubicBezTo>
                  <a:cubicBezTo>
                    <a:pt x="3835" y="6096"/>
                    <a:pt x="3930" y="6001"/>
                    <a:pt x="3930" y="5882"/>
                  </a:cubicBezTo>
                  <a:lnTo>
                    <a:pt x="3930" y="203"/>
                  </a:lnTo>
                  <a:cubicBezTo>
                    <a:pt x="3918" y="95"/>
                    <a:pt x="3823" y="0"/>
                    <a:pt x="3715"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1" name="Google Shape;9758;p89"/>
            <p:cNvSpPr/>
            <p:nvPr/>
          </p:nvSpPr>
          <p:spPr>
            <a:xfrm>
              <a:off x="5954474" y="4230039"/>
              <a:ext cx="120256" cy="102854"/>
            </a:xfrm>
            <a:custGeom>
              <a:avLst/>
              <a:gdLst/>
              <a:ahLst/>
              <a:cxnLst/>
              <a:rect l="l" t="t" r="r" b="b"/>
              <a:pathLst>
                <a:path w="3787" h="3239" extrusionOk="0">
                  <a:moveTo>
                    <a:pt x="203" y="0"/>
                  </a:moveTo>
                  <a:cubicBezTo>
                    <a:pt x="84" y="0"/>
                    <a:pt x="1" y="95"/>
                    <a:pt x="1" y="214"/>
                  </a:cubicBezTo>
                  <a:lnTo>
                    <a:pt x="1" y="3024"/>
                  </a:lnTo>
                  <a:cubicBezTo>
                    <a:pt x="1" y="3143"/>
                    <a:pt x="84" y="3239"/>
                    <a:pt x="203" y="3239"/>
                  </a:cubicBezTo>
                  <a:cubicBezTo>
                    <a:pt x="322" y="3239"/>
                    <a:pt x="417" y="3143"/>
                    <a:pt x="417" y="3024"/>
                  </a:cubicBezTo>
                  <a:lnTo>
                    <a:pt x="417" y="405"/>
                  </a:lnTo>
                  <a:lnTo>
                    <a:pt x="1977" y="405"/>
                  </a:lnTo>
                  <a:cubicBezTo>
                    <a:pt x="2132" y="405"/>
                    <a:pt x="2322" y="512"/>
                    <a:pt x="2429" y="655"/>
                  </a:cubicBezTo>
                  <a:lnTo>
                    <a:pt x="3287" y="1786"/>
                  </a:lnTo>
                  <a:cubicBezTo>
                    <a:pt x="3346" y="1869"/>
                    <a:pt x="3358" y="1941"/>
                    <a:pt x="3358" y="2024"/>
                  </a:cubicBezTo>
                  <a:cubicBezTo>
                    <a:pt x="3358" y="2250"/>
                    <a:pt x="3180" y="2429"/>
                    <a:pt x="2953" y="2429"/>
                  </a:cubicBezTo>
                  <a:lnTo>
                    <a:pt x="1013" y="2429"/>
                  </a:lnTo>
                  <a:cubicBezTo>
                    <a:pt x="894" y="2429"/>
                    <a:pt x="798" y="2524"/>
                    <a:pt x="798" y="2643"/>
                  </a:cubicBezTo>
                  <a:cubicBezTo>
                    <a:pt x="798" y="2762"/>
                    <a:pt x="882" y="2846"/>
                    <a:pt x="1013" y="2846"/>
                  </a:cubicBezTo>
                  <a:lnTo>
                    <a:pt x="2977" y="2846"/>
                  </a:lnTo>
                  <a:cubicBezTo>
                    <a:pt x="3418" y="2846"/>
                    <a:pt x="3787" y="2489"/>
                    <a:pt x="3787" y="2024"/>
                  </a:cubicBezTo>
                  <a:cubicBezTo>
                    <a:pt x="3787" y="1846"/>
                    <a:pt x="3727" y="1691"/>
                    <a:pt x="3632" y="1536"/>
                  </a:cubicBezTo>
                  <a:lnTo>
                    <a:pt x="2775" y="405"/>
                  </a:lnTo>
                  <a:cubicBezTo>
                    <a:pt x="2584" y="155"/>
                    <a:pt x="2287" y="0"/>
                    <a:pt x="1965"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2" name="Google Shape;9759;p89"/>
            <p:cNvSpPr/>
            <p:nvPr/>
          </p:nvSpPr>
          <p:spPr>
            <a:xfrm>
              <a:off x="5876198" y="4333243"/>
              <a:ext cx="39376" cy="13274"/>
            </a:xfrm>
            <a:custGeom>
              <a:avLst/>
              <a:gdLst/>
              <a:ahLst/>
              <a:cxnLst/>
              <a:rect l="l" t="t" r="r" b="b"/>
              <a:pathLst>
                <a:path w="1240" h="418" extrusionOk="0">
                  <a:moveTo>
                    <a:pt x="215" y="1"/>
                  </a:moveTo>
                  <a:cubicBezTo>
                    <a:pt x="96" y="1"/>
                    <a:pt x="1" y="84"/>
                    <a:pt x="1" y="203"/>
                  </a:cubicBezTo>
                  <a:cubicBezTo>
                    <a:pt x="1" y="322"/>
                    <a:pt x="96" y="417"/>
                    <a:pt x="215" y="417"/>
                  </a:cubicBezTo>
                  <a:lnTo>
                    <a:pt x="1025" y="417"/>
                  </a:lnTo>
                  <a:cubicBezTo>
                    <a:pt x="1144" y="417"/>
                    <a:pt x="1239" y="322"/>
                    <a:pt x="1239" y="203"/>
                  </a:cubicBezTo>
                  <a:cubicBezTo>
                    <a:pt x="1239" y="84"/>
                    <a:pt x="1156" y="1"/>
                    <a:pt x="1025"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3" name="Google Shape;9760;p89"/>
            <p:cNvSpPr/>
            <p:nvPr/>
          </p:nvSpPr>
          <p:spPr>
            <a:xfrm>
              <a:off x="5979433" y="4333243"/>
              <a:ext cx="39344" cy="13274"/>
            </a:xfrm>
            <a:custGeom>
              <a:avLst/>
              <a:gdLst/>
              <a:ahLst/>
              <a:cxnLst/>
              <a:rect l="l" t="t" r="r" b="b"/>
              <a:pathLst>
                <a:path w="1239" h="418" extrusionOk="0">
                  <a:moveTo>
                    <a:pt x="203" y="1"/>
                  </a:moveTo>
                  <a:cubicBezTo>
                    <a:pt x="84" y="1"/>
                    <a:pt x="0" y="84"/>
                    <a:pt x="0" y="203"/>
                  </a:cubicBezTo>
                  <a:cubicBezTo>
                    <a:pt x="0" y="322"/>
                    <a:pt x="84" y="417"/>
                    <a:pt x="203" y="417"/>
                  </a:cubicBezTo>
                  <a:lnTo>
                    <a:pt x="1024" y="417"/>
                  </a:lnTo>
                  <a:cubicBezTo>
                    <a:pt x="1143" y="417"/>
                    <a:pt x="1239" y="322"/>
                    <a:pt x="1239" y="203"/>
                  </a:cubicBezTo>
                  <a:cubicBezTo>
                    <a:pt x="1239" y="84"/>
                    <a:pt x="1143" y="1"/>
                    <a:pt x="1024"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grpSp>
        <p:nvGrpSpPr>
          <p:cNvPr id="24" name="Group 23"/>
          <p:cNvGrpSpPr/>
          <p:nvPr/>
        </p:nvGrpSpPr>
        <p:grpSpPr>
          <a:xfrm>
            <a:off x="2194296" y="433071"/>
            <a:ext cx="3930733" cy="350702"/>
            <a:chOff x="2194296" y="433071"/>
            <a:chExt cx="3930733" cy="350702"/>
          </a:xfrm>
        </p:grpSpPr>
        <p:sp>
          <p:nvSpPr>
            <p:cNvPr id="25" name="Parallelogram 24"/>
            <p:cNvSpPr/>
            <p:nvPr/>
          </p:nvSpPr>
          <p:spPr>
            <a:xfrm>
              <a:off x="2194296" y="433071"/>
              <a:ext cx="3930733" cy="343444"/>
            </a:xfrm>
            <a:prstGeom prst="parallelogram">
              <a:avLst>
                <a:gd name="adj" fmla="val 9962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Google Shape;1856;p24"/>
            <p:cNvSpPr txBox="1">
              <a:spLocks/>
            </p:cNvSpPr>
            <p:nvPr/>
          </p:nvSpPr>
          <p:spPr>
            <a:xfrm>
              <a:off x="2363519" y="440329"/>
              <a:ext cx="3592286" cy="3434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2000" b="1">
                  <a:solidFill>
                    <a:schemeClr val="tx1"/>
                  </a:solidFill>
                  <a:latin typeface="Arial" panose="020B0604020202020204" pitchFamily="34" charset="0"/>
                  <a:cs typeface="Arial" panose="020B0604020202020204" pitchFamily="34" charset="0"/>
                </a:rPr>
                <a:t>XÂY DỰNG MÔ HÌNH</a:t>
              </a:r>
            </a:p>
          </p:txBody>
        </p:sp>
      </p:grpSp>
      <p:sp>
        <p:nvSpPr>
          <p:cNvPr id="27" name="Google Shape;1855;p24"/>
          <p:cNvSpPr txBox="1">
            <a:spLocks/>
          </p:cNvSpPr>
          <p:nvPr/>
        </p:nvSpPr>
        <p:spPr>
          <a:xfrm>
            <a:off x="294984" y="959121"/>
            <a:ext cx="5447138" cy="32763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altLang="en-GB" sz="1800">
                <a:solidFill>
                  <a:schemeClr val="bg1">
                    <a:lumMod val="50000"/>
                  </a:schemeClr>
                </a:solidFill>
                <a:latin typeface="+mn-lt"/>
                <a:cs typeface="+mn-lt"/>
              </a:rPr>
              <a:t>CHƯƠNG TRÌNH CHẠY THEO LÀN ĐƯỜNG</a:t>
            </a:r>
          </a:p>
        </p:txBody>
      </p:sp>
      <p:grpSp>
        <p:nvGrpSpPr>
          <p:cNvPr id="28" name="Group 27"/>
          <p:cNvGrpSpPr/>
          <p:nvPr/>
        </p:nvGrpSpPr>
        <p:grpSpPr>
          <a:xfrm>
            <a:off x="304806" y="1246417"/>
            <a:ext cx="4837994" cy="95191"/>
            <a:chOff x="304806" y="1246417"/>
            <a:chExt cx="4837994" cy="95191"/>
          </a:xfrm>
        </p:grpSpPr>
        <p:cxnSp>
          <p:nvCxnSpPr>
            <p:cNvPr id="30" name="Straight Connector 29"/>
            <p:cNvCxnSpPr/>
            <p:nvPr/>
          </p:nvCxnSpPr>
          <p:spPr>
            <a:xfrm flipH="1">
              <a:off x="304806" y="1294012"/>
              <a:ext cx="4788458" cy="1"/>
            </a:xfrm>
            <a:prstGeom prst="line">
              <a:avLst/>
            </a:prstGeom>
          </p:spPr>
          <p:style>
            <a:lnRef idx="2">
              <a:schemeClr val="accent3"/>
            </a:lnRef>
            <a:fillRef idx="0">
              <a:schemeClr val="accent3"/>
            </a:fillRef>
            <a:effectRef idx="1">
              <a:schemeClr val="accent3"/>
            </a:effectRef>
            <a:fontRef idx="minor">
              <a:schemeClr val="tx1"/>
            </a:fontRef>
          </p:style>
        </p:cxnSp>
        <p:sp>
          <p:nvSpPr>
            <p:cNvPr id="32" name="Google Shape;10105;p59"/>
            <p:cNvSpPr/>
            <p:nvPr/>
          </p:nvSpPr>
          <p:spPr>
            <a:xfrm>
              <a:off x="5043729" y="1246417"/>
              <a:ext cx="99071" cy="95191"/>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TextBox 28"/>
          <p:cNvSpPr txBox="1"/>
          <p:nvPr/>
        </p:nvSpPr>
        <p:spPr>
          <a:xfrm>
            <a:off x="8723086" y="4702628"/>
            <a:ext cx="284052" cy="307777"/>
          </a:xfrm>
          <a:prstGeom prst="rect">
            <a:avLst/>
          </a:prstGeom>
          <a:noFill/>
        </p:spPr>
        <p:txBody>
          <a:bodyPr wrap="none" rtlCol="0">
            <a:spAutoFit/>
          </a:bodyPr>
          <a:lstStyle/>
          <a:p>
            <a:fld id="{3B13CC22-955F-4C18-B43E-F8F0DA7FF5AB}" type="slidenum">
              <a:rPr lang="en-US" smtClean="0"/>
              <a:t>19</a:t>
            </a:fld>
            <a:endParaRPr lang="en-US"/>
          </a:p>
        </p:txBody>
      </p:sp>
      <p:pic>
        <p:nvPicPr>
          <p:cNvPr id="4" name="Picture 3">
            <a:extLst>
              <a:ext uri="{FF2B5EF4-FFF2-40B4-BE49-F238E27FC236}">
                <a16:creationId xmlns:a16="http://schemas.microsoft.com/office/drawing/2014/main" id="{7EE82D52-3646-3570-EA8D-138B449524A4}"/>
              </a:ext>
            </a:extLst>
          </p:cNvPr>
          <p:cNvPicPr>
            <a:picLocks noChangeAspect="1"/>
          </p:cNvPicPr>
          <p:nvPr/>
        </p:nvPicPr>
        <p:blipFill>
          <a:blip r:embed="rId3"/>
          <a:stretch>
            <a:fillRect/>
          </a:stretch>
        </p:blipFill>
        <p:spPr>
          <a:xfrm>
            <a:off x="1772162" y="2060964"/>
            <a:ext cx="5324475" cy="1962150"/>
          </a:xfrm>
          <a:prstGeom prst="rect">
            <a:avLst/>
          </a:prstGeom>
        </p:spPr>
      </p:pic>
    </p:spTree>
    <p:extLst>
      <p:ext uri="{BB962C8B-B14F-4D97-AF65-F5344CB8AC3E}">
        <p14:creationId xmlns:p14="http://schemas.microsoft.com/office/powerpoint/2010/main" val="1341024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300"/>
                                        <p:tgtEl>
                                          <p:spTgt spid="2"/>
                                        </p:tgtEl>
                                      </p:cBhvr>
                                    </p:animEffect>
                                  </p:childTnLst>
                                </p:cTn>
                              </p:par>
                            </p:childTnLst>
                          </p:cTn>
                        </p:par>
                        <p:par>
                          <p:cTn id="8" fill="hold">
                            <p:stCondLst>
                              <p:cond delay="300"/>
                            </p:stCondLst>
                            <p:childTnLst>
                              <p:par>
                                <p:cTn id="9" presetID="22" presetClass="entr" presetSubtype="4" fill="hold" grpId="1"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wipe(down)">
                                      <p:cBhvr>
                                        <p:cTn id="11" dur="300"/>
                                        <p:tgtEl>
                                          <p:spTgt spid="37"/>
                                        </p:tgtEl>
                                      </p:cBhvr>
                                    </p:animEffect>
                                  </p:childTnLst>
                                </p:cTn>
                              </p:par>
                              <p:par>
                                <p:cTn id="12" presetID="53" presetClass="entr" presetSubtype="16"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fill="hold"/>
                                        <p:tgtEl>
                                          <p:spTgt spid="4"/>
                                        </p:tgtEl>
                                        <p:attrNameLst>
                                          <p:attrName>ppt_w</p:attrName>
                                        </p:attrNameLst>
                                      </p:cBhvr>
                                      <p:tavLst>
                                        <p:tav tm="0">
                                          <p:val>
                                            <p:fltVal val="0"/>
                                          </p:val>
                                        </p:tav>
                                        <p:tav tm="100000">
                                          <p:val>
                                            <p:strVal val="#ppt_w"/>
                                          </p:val>
                                        </p:tav>
                                      </p:tavLst>
                                    </p:anim>
                                    <p:anim calcmode="lin" valueType="num">
                                      <p:cBhvr>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par>
                          <p:cTn id="17" fill="hold">
                            <p:stCondLst>
                              <p:cond delay="800"/>
                            </p:stCondLst>
                            <p:childTnLst>
                              <p:par>
                                <p:cTn id="18" presetID="57" presetClass="path" presetSubtype="0" accel="50000" decel="50000" fill="hold" nodeType="afterEffect">
                                  <p:stCondLst>
                                    <p:cond delay="0"/>
                                  </p:stCondLst>
                                  <p:childTnLst>
                                    <p:animMotion origin="layout" path="M -0.0007 2.71605E-6 C -0.0007 -0.06914 -0.00018 -0.16945 -0.00052 -0.22284 C -0.00209 -0.375 0.00156 -0.41976 -0.054 -0.41019 L -0.34132 -0.41266 " pathEditMode="relative" rAng="0" ptsTypes="AAAA">
                                      <p:cBhvr>
                                        <p:cTn id="19" dur="2000" fill="hold"/>
                                        <p:tgtEl>
                                          <p:spTgt spid="15"/>
                                        </p:tgtEl>
                                        <p:attrNameLst>
                                          <p:attrName>ppt_x</p:attrName>
                                          <p:attrName>ppt_y</p:attrName>
                                        </p:attrNameLst>
                                      </p:cBhvr>
                                      <p:rCtr x="-17014" y="-2064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37" grpId="0"/>
      <p:bldP spid="37" grpId="1"/>
      <p:bldP spid="25" grpId="0" animBg="1"/>
      <p:bldP spid="26" grpId="0" build="p"/>
      <p:bldP spid="2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1855;p24"/>
          <p:cNvSpPr txBox="1">
            <a:spLocks/>
          </p:cNvSpPr>
          <p:nvPr/>
        </p:nvSpPr>
        <p:spPr>
          <a:xfrm>
            <a:off x="294984" y="959121"/>
            <a:ext cx="3770685" cy="32763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altLang="en-GB" sz="1800">
                <a:solidFill>
                  <a:schemeClr val="bg1">
                    <a:lumMod val="50000"/>
                  </a:schemeClr>
                </a:solidFill>
                <a:latin typeface="+mn-lt"/>
                <a:cs typeface="+mn-lt"/>
              </a:rPr>
              <a:t>CHƯƠNG TRÌNH TRÁNH VẬT VẢN</a:t>
            </a:r>
          </a:p>
        </p:txBody>
      </p:sp>
      <p:grpSp>
        <p:nvGrpSpPr>
          <p:cNvPr id="3" name="Group 2"/>
          <p:cNvGrpSpPr/>
          <p:nvPr/>
        </p:nvGrpSpPr>
        <p:grpSpPr>
          <a:xfrm>
            <a:off x="304806" y="1245289"/>
            <a:ext cx="3760863" cy="95191"/>
            <a:chOff x="304806" y="1245289"/>
            <a:chExt cx="3760863" cy="95191"/>
          </a:xfrm>
        </p:grpSpPr>
        <p:cxnSp>
          <p:nvCxnSpPr>
            <p:cNvPr id="5" name="Straight Connector 4"/>
            <p:cNvCxnSpPr/>
            <p:nvPr/>
          </p:nvCxnSpPr>
          <p:spPr>
            <a:xfrm flipH="1">
              <a:off x="304806" y="1286756"/>
              <a:ext cx="3701506" cy="7257"/>
            </a:xfrm>
            <a:prstGeom prst="line">
              <a:avLst/>
            </a:prstGeom>
          </p:spPr>
          <p:style>
            <a:lnRef idx="2">
              <a:schemeClr val="accent3"/>
            </a:lnRef>
            <a:fillRef idx="0">
              <a:schemeClr val="accent3"/>
            </a:fillRef>
            <a:effectRef idx="1">
              <a:schemeClr val="accent3"/>
            </a:effectRef>
            <a:fontRef idx="minor">
              <a:schemeClr val="tx1"/>
            </a:fontRef>
          </p:style>
        </p:cxnSp>
        <p:sp>
          <p:nvSpPr>
            <p:cNvPr id="10" name="Google Shape;10105;p59"/>
            <p:cNvSpPr/>
            <p:nvPr/>
          </p:nvSpPr>
          <p:spPr>
            <a:xfrm>
              <a:off x="3966598" y="1245289"/>
              <a:ext cx="99071" cy="95191"/>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 name="Group 3"/>
          <p:cNvGrpSpPr/>
          <p:nvPr/>
        </p:nvGrpSpPr>
        <p:grpSpPr>
          <a:xfrm>
            <a:off x="304806" y="1471931"/>
            <a:ext cx="2675365" cy="411115"/>
            <a:chOff x="304806" y="1471931"/>
            <a:chExt cx="2675365" cy="411115"/>
          </a:xfrm>
        </p:grpSpPr>
        <p:sp>
          <p:nvSpPr>
            <p:cNvPr id="44" name="Google Shape;1855;p24"/>
            <p:cNvSpPr txBox="1">
              <a:spLocks/>
            </p:cNvSpPr>
            <p:nvPr/>
          </p:nvSpPr>
          <p:spPr>
            <a:xfrm>
              <a:off x="940034" y="1523847"/>
              <a:ext cx="1974616" cy="307282"/>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sz="1600">
                  <a:solidFill>
                    <a:schemeClr val="bg1">
                      <a:lumMod val="50000"/>
                    </a:schemeClr>
                  </a:solidFill>
                  <a:latin typeface="Arial" panose="020B0604020202020204" pitchFamily="34" charset="0"/>
                  <a:cs typeface="Arial" panose="020B0604020202020204" pitchFamily="34" charset="0"/>
                </a:rPr>
                <a:t>Dữ liệu tránh vật cản</a:t>
              </a:r>
            </a:p>
          </p:txBody>
        </p:sp>
        <p:grpSp>
          <p:nvGrpSpPr>
            <p:cNvPr id="12" name="Google Shape;3112;p57"/>
            <p:cNvGrpSpPr/>
            <p:nvPr/>
          </p:nvGrpSpPr>
          <p:grpSpPr>
            <a:xfrm>
              <a:off x="304806" y="1471931"/>
              <a:ext cx="2675365" cy="411115"/>
              <a:chOff x="4411970" y="3131459"/>
              <a:chExt cx="788995" cy="117397"/>
            </a:xfrm>
            <a:effectLst>
              <a:outerShdw blurRad="63500" sx="102000" sy="102000" algn="ctr" rotWithShape="0">
                <a:prstClr val="black">
                  <a:alpha val="40000"/>
                </a:prstClr>
              </a:outerShdw>
            </a:effectLst>
          </p:grpSpPr>
          <p:sp>
            <p:nvSpPr>
              <p:cNvPr id="13" name="Google Shape;3113;p57"/>
              <p:cNvSpPr/>
              <p:nvPr/>
            </p:nvSpPr>
            <p:spPr>
              <a:xfrm>
                <a:off x="4411970" y="3131459"/>
                <a:ext cx="788995" cy="117397"/>
              </a:xfrm>
              <a:custGeom>
                <a:avLst/>
                <a:gdLst/>
                <a:ahLst/>
                <a:cxnLst/>
                <a:rect l="l" t="t" r="r" b="b"/>
                <a:pathLst>
                  <a:path w="15736" h="2600" extrusionOk="0">
                    <a:moveTo>
                      <a:pt x="201" y="1"/>
                    </a:moveTo>
                    <a:cubicBezTo>
                      <a:pt x="90" y="1"/>
                      <a:pt x="1" y="90"/>
                      <a:pt x="1" y="201"/>
                    </a:cubicBezTo>
                    <a:lnTo>
                      <a:pt x="1" y="2400"/>
                    </a:lnTo>
                    <a:cubicBezTo>
                      <a:pt x="1" y="2510"/>
                      <a:pt x="90" y="2600"/>
                      <a:pt x="201" y="2600"/>
                    </a:cubicBezTo>
                    <a:lnTo>
                      <a:pt x="15537" y="2600"/>
                    </a:lnTo>
                    <a:cubicBezTo>
                      <a:pt x="15646" y="2600"/>
                      <a:pt x="15735" y="2510"/>
                      <a:pt x="15735" y="2400"/>
                    </a:cubicBezTo>
                    <a:lnTo>
                      <a:pt x="15735" y="201"/>
                    </a:lnTo>
                    <a:cubicBezTo>
                      <a:pt x="15735" y="90"/>
                      <a:pt x="15646" y="1"/>
                      <a:pt x="15537" y="1"/>
                    </a:cubicBezTo>
                    <a:close/>
                  </a:path>
                </a:pathLst>
              </a:custGeom>
              <a:noFill/>
              <a:ln w="9525" cap="flat" cmpd="sng">
                <a:solidFill>
                  <a:schemeClr val="accent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114;p57"/>
              <p:cNvSpPr/>
              <p:nvPr/>
            </p:nvSpPr>
            <p:spPr>
              <a:xfrm>
                <a:off x="4411970" y="3131459"/>
                <a:ext cx="168012" cy="117397"/>
              </a:xfrm>
              <a:custGeom>
                <a:avLst/>
                <a:gdLst/>
                <a:ahLst/>
                <a:cxnLst/>
                <a:rect l="l" t="t" r="r" b="b"/>
                <a:pathLst>
                  <a:path w="3721" h="2600" extrusionOk="0">
                    <a:moveTo>
                      <a:pt x="201" y="1"/>
                    </a:moveTo>
                    <a:cubicBezTo>
                      <a:pt x="90" y="1"/>
                      <a:pt x="1" y="90"/>
                      <a:pt x="1" y="201"/>
                    </a:cubicBezTo>
                    <a:lnTo>
                      <a:pt x="1" y="2400"/>
                    </a:lnTo>
                    <a:cubicBezTo>
                      <a:pt x="1" y="2510"/>
                      <a:pt x="90" y="2600"/>
                      <a:pt x="201" y="2600"/>
                    </a:cubicBezTo>
                    <a:lnTo>
                      <a:pt x="3721" y="2600"/>
                    </a:lnTo>
                    <a:lnTo>
                      <a:pt x="2925" y="1693"/>
                    </a:lnTo>
                    <a:lnTo>
                      <a:pt x="2925" y="1"/>
                    </a:lnTo>
                    <a:close/>
                  </a:path>
                </a:pathLst>
              </a:custGeom>
              <a:noFill/>
              <a:ln w="9525" cap="flat" cmpd="sng">
                <a:solidFill>
                  <a:schemeClr val="accent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19" name="Picture 18"/>
          <p:cNvPicPr/>
          <p:nvPr/>
        </p:nvPicPr>
        <p:blipFill rotWithShape="1">
          <a:blip r:embed="rId2"/>
          <a:srcRect r="17003"/>
          <a:stretch/>
        </p:blipFill>
        <p:spPr>
          <a:xfrm>
            <a:off x="628198" y="2124003"/>
            <a:ext cx="3812067" cy="2041084"/>
          </a:xfrm>
          <a:prstGeom prst="rect">
            <a:avLst/>
          </a:prstGeom>
        </p:spPr>
      </p:pic>
      <p:pic>
        <p:nvPicPr>
          <p:cNvPr id="20" name="Picture 19"/>
          <p:cNvPicPr/>
          <p:nvPr/>
        </p:nvPicPr>
        <p:blipFill rotWithShape="1">
          <a:blip r:embed="rId3"/>
          <a:srcRect r="16482"/>
          <a:stretch/>
        </p:blipFill>
        <p:spPr>
          <a:xfrm>
            <a:off x="4912963" y="2124003"/>
            <a:ext cx="3680848" cy="2037290"/>
          </a:xfrm>
          <a:prstGeom prst="rect">
            <a:avLst/>
          </a:prstGeom>
        </p:spPr>
      </p:pic>
      <p:sp>
        <p:nvSpPr>
          <p:cNvPr id="21" name="Google Shape;1855;p24"/>
          <p:cNvSpPr txBox="1">
            <a:spLocks/>
          </p:cNvSpPr>
          <p:nvPr/>
        </p:nvSpPr>
        <p:spPr>
          <a:xfrm>
            <a:off x="1178290" y="4305307"/>
            <a:ext cx="2711882" cy="33782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r>
              <a:rPr lang="vi-VN" sz="1200" i="1">
                <a:solidFill>
                  <a:schemeClr val="bg1">
                    <a:lumMod val="50000"/>
                  </a:schemeClr>
                </a:solidFill>
                <a:latin typeface="Arial" panose="020B0604020202020204" pitchFamily="34" charset="0"/>
                <a:cs typeface="Arial" panose="020B0604020202020204" pitchFamily="34" charset="0"/>
              </a:rPr>
              <a:t>Một số hình ảnh trong tập free</a:t>
            </a:r>
            <a:endParaRPr lang="en-US" sz="1200" i="1">
              <a:solidFill>
                <a:schemeClr val="bg1">
                  <a:lumMod val="50000"/>
                </a:schemeClr>
              </a:solidFill>
              <a:latin typeface="Arial" panose="020B0604020202020204" pitchFamily="34" charset="0"/>
              <a:cs typeface="Arial" panose="020B0604020202020204" pitchFamily="34" charset="0"/>
            </a:endParaRPr>
          </a:p>
        </p:txBody>
      </p:sp>
      <p:sp>
        <p:nvSpPr>
          <p:cNvPr id="22" name="Google Shape;1855;p24"/>
          <p:cNvSpPr txBox="1">
            <a:spLocks/>
          </p:cNvSpPr>
          <p:nvPr/>
        </p:nvSpPr>
        <p:spPr>
          <a:xfrm>
            <a:off x="5455592" y="4305306"/>
            <a:ext cx="2711882" cy="33782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r>
              <a:rPr lang="vi-VN" sz="1200" i="1">
                <a:solidFill>
                  <a:schemeClr val="bg1">
                    <a:lumMod val="50000"/>
                  </a:schemeClr>
                </a:solidFill>
                <a:latin typeface="Arial" panose="020B0604020202020204" pitchFamily="34" charset="0"/>
                <a:cs typeface="Arial" panose="020B0604020202020204" pitchFamily="34" charset="0"/>
              </a:rPr>
              <a:t>Một số hình ảnh trong tập block</a:t>
            </a:r>
            <a:r>
              <a:rPr lang="en-US" sz="1200" i="1">
                <a:solidFill>
                  <a:schemeClr val="bg1">
                    <a:lumMod val="50000"/>
                  </a:schemeClr>
                </a:solidFill>
                <a:latin typeface="Arial" panose="020B0604020202020204" pitchFamily="34" charset="0"/>
                <a:cs typeface="Arial" panose="020B0604020202020204" pitchFamily="34" charset="0"/>
              </a:rPr>
              <a:t>ed</a:t>
            </a:r>
          </a:p>
        </p:txBody>
      </p:sp>
      <p:grpSp>
        <p:nvGrpSpPr>
          <p:cNvPr id="23" name="Group 22"/>
          <p:cNvGrpSpPr/>
          <p:nvPr/>
        </p:nvGrpSpPr>
        <p:grpSpPr>
          <a:xfrm>
            <a:off x="2194296" y="433071"/>
            <a:ext cx="3930733" cy="350702"/>
            <a:chOff x="2194296" y="433071"/>
            <a:chExt cx="3930733" cy="350702"/>
          </a:xfrm>
        </p:grpSpPr>
        <p:sp>
          <p:nvSpPr>
            <p:cNvPr id="24" name="Parallelogram 23"/>
            <p:cNvSpPr/>
            <p:nvPr/>
          </p:nvSpPr>
          <p:spPr>
            <a:xfrm>
              <a:off x="2194296" y="433071"/>
              <a:ext cx="3930733" cy="343444"/>
            </a:xfrm>
            <a:prstGeom prst="parallelogram">
              <a:avLst>
                <a:gd name="adj" fmla="val 9962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Google Shape;1856;p24"/>
            <p:cNvSpPr txBox="1">
              <a:spLocks/>
            </p:cNvSpPr>
            <p:nvPr/>
          </p:nvSpPr>
          <p:spPr>
            <a:xfrm>
              <a:off x="2363519" y="440329"/>
              <a:ext cx="3592286" cy="3434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2000" b="1">
                  <a:solidFill>
                    <a:schemeClr val="tx1"/>
                  </a:solidFill>
                  <a:latin typeface="Arial" panose="020B0604020202020204" pitchFamily="34" charset="0"/>
                  <a:cs typeface="Arial" panose="020B0604020202020204" pitchFamily="34" charset="0"/>
                </a:rPr>
                <a:t>XÂY DỰNG MÔ HÌNH</a:t>
              </a:r>
            </a:p>
          </p:txBody>
        </p:sp>
      </p:grpSp>
      <p:sp>
        <p:nvSpPr>
          <p:cNvPr id="18" name="TextBox 17"/>
          <p:cNvSpPr txBox="1"/>
          <p:nvPr/>
        </p:nvSpPr>
        <p:spPr>
          <a:xfrm>
            <a:off x="8723086" y="4702628"/>
            <a:ext cx="284052" cy="307777"/>
          </a:xfrm>
          <a:prstGeom prst="rect">
            <a:avLst/>
          </a:prstGeom>
          <a:noFill/>
        </p:spPr>
        <p:txBody>
          <a:bodyPr wrap="none" rtlCol="0">
            <a:spAutoFit/>
          </a:bodyPr>
          <a:lstStyle/>
          <a:p>
            <a:fld id="{3B13CC22-955F-4C18-B43E-F8F0DA7FF5AB}" type="slidenum">
              <a:rPr lang="en-US" smtClean="0"/>
              <a:t>20</a:t>
            </a:fld>
            <a:endParaRPr lang="en-US"/>
          </a:p>
        </p:txBody>
      </p:sp>
    </p:spTree>
    <p:extLst>
      <p:ext uri="{BB962C8B-B14F-4D97-AF65-F5344CB8AC3E}">
        <p14:creationId xmlns:p14="http://schemas.microsoft.com/office/powerpoint/2010/main" val="3600750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300"/>
                                        <p:tgtEl>
                                          <p:spTgt spid="3"/>
                                        </p:tgtEl>
                                        <p:attrNameLst>
                                          <p:attrName>ppt_x</p:attrName>
                                        </p:attrNameLst>
                                      </p:cBhvr>
                                      <p:tavLst>
                                        <p:tav tm="0">
                                          <p:val>
                                            <p:strVal val="#ppt_x-#ppt_w*1.125000"/>
                                          </p:val>
                                        </p:tav>
                                        <p:tav tm="100000">
                                          <p:val>
                                            <p:strVal val="#ppt_x"/>
                                          </p:val>
                                        </p:tav>
                                      </p:tavLst>
                                    </p:anim>
                                    <p:animEffect transition="in" filter="wipe(right)">
                                      <p:cBhvr>
                                        <p:cTn id="8" dur="300"/>
                                        <p:tgtEl>
                                          <p:spTgt spid="3"/>
                                        </p:tgtEl>
                                      </p:cBhvr>
                                    </p:animEffect>
                                  </p:childTnLst>
                                </p:cTn>
                              </p:par>
                            </p:childTnLst>
                          </p:cTn>
                        </p:par>
                        <p:par>
                          <p:cTn id="9" fill="hold">
                            <p:stCondLst>
                              <p:cond delay="300"/>
                            </p:stCondLst>
                            <p:childTnLst>
                              <p:par>
                                <p:cTn id="10" presetID="12" presetClass="entr" presetSubtype="8" fill="hold" grpId="1"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300"/>
                                        <p:tgtEl>
                                          <p:spTgt spid="6"/>
                                        </p:tgtEl>
                                        <p:attrNameLst>
                                          <p:attrName>ppt_x</p:attrName>
                                        </p:attrNameLst>
                                      </p:cBhvr>
                                      <p:tavLst>
                                        <p:tav tm="0">
                                          <p:val>
                                            <p:strVal val="#ppt_x-#ppt_w*1.125000"/>
                                          </p:val>
                                        </p:tav>
                                        <p:tav tm="100000">
                                          <p:val>
                                            <p:strVal val="#ppt_x"/>
                                          </p:val>
                                        </p:tav>
                                      </p:tavLst>
                                    </p:anim>
                                    <p:animEffect transition="in" filter="wipe(right)">
                                      <p:cBhvr>
                                        <p:cTn id="13" dur="300"/>
                                        <p:tgtEl>
                                          <p:spTgt spid="6"/>
                                        </p:tgtEl>
                                      </p:cBhvr>
                                    </p:animEffect>
                                  </p:childTnLst>
                                </p:cTn>
                              </p:par>
                            </p:childTnLst>
                          </p:cTn>
                        </p:par>
                        <p:par>
                          <p:cTn id="14" fill="hold">
                            <p:stCondLst>
                              <p:cond delay="600"/>
                            </p:stCondLst>
                            <p:childTnLst>
                              <p:par>
                                <p:cTn id="15" presetID="22" presetClass="entr" presetSubtype="8"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300"/>
                                        <p:tgtEl>
                                          <p:spTgt spid="4"/>
                                        </p:tgtEl>
                                      </p:cBhvr>
                                    </p:animEffect>
                                  </p:childTnLst>
                                </p:cTn>
                              </p:par>
                              <p:par>
                                <p:cTn id="18" presetID="53" presetClass="entr" presetSubtype="16" fill="hold" nodeType="withEffect">
                                  <p:stCondLst>
                                    <p:cond delay="0"/>
                                  </p:stCondLst>
                                  <p:childTnLst>
                                    <p:set>
                                      <p:cBhvr>
                                        <p:cTn id="19" dur="1" fill="hold">
                                          <p:stCondLst>
                                            <p:cond delay="0"/>
                                          </p:stCondLst>
                                        </p:cTn>
                                        <p:tgtEl>
                                          <p:spTgt spid="19"/>
                                        </p:tgtEl>
                                        <p:attrNameLst>
                                          <p:attrName>style.visibility</p:attrName>
                                        </p:attrNameLst>
                                      </p:cBhvr>
                                      <p:to>
                                        <p:strVal val="visible"/>
                                      </p:to>
                                    </p:set>
                                    <p:anim calcmode="lin" valueType="num">
                                      <p:cBhvr>
                                        <p:cTn id="20" dur="250" fill="hold"/>
                                        <p:tgtEl>
                                          <p:spTgt spid="19"/>
                                        </p:tgtEl>
                                        <p:attrNameLst>
                                          <p:attrName>ppt_w</p:attrName>
                                        </p:attrNameLst>
                                      </p:cBhvr>
                                      <p:tavLst>
                                        <p:tav tm="0">
                                          <p:val>
                                            <p:fltVal val="0"/>
                                          </p:val>
                                        </p:tav>
                                        <p:tav tm="100000">
                                          <p:val>
                                            <p:strVal val="#ppt_w"/>
                                          </p:val>
                                        </p:tav>
                                      </p:tavLst>
                                    </p:anim>
                                    <p:anim calcmode="lin" valueType="num">
                                      <p:cBhvr>
                                        <p:cTn id="21" dur="250" fill="hold"/>
                                        <p:tgtEl>
                                          <p:spTgt spid="19"/>
                                        </p:tgtEl>
                                        <p:attrNameLst>
                                          <p:attrName>ppt_h</p:attrName>
                                        </p:attrNameLst>
                                      </p:cBhvr>
                                      <p:tavLst>
                                        <p:tav tm="0">
                                          <p:val>
                                            <p:fltVal val="0"/>
                                          </p:val>
                                        </p:tav>
                                        <p:tav tm="100000">
                                          <p:val>
                                            <p:strVal val="#ppt_h"/>
                                          </p:val>
                                        </p:tav>
                                      </p:tavLst>
                                    </p:anim>
                                    <p:animEffect transition="in" filter="fade">
                                      <p:cBhvr>
                                        <p:cTn id="22" dur="250"/>
                                        <p:tgtEl>
                                          <p:spTgt spid="19"/>
                                        </p:tgtEl>
                                      </p:cBhvr>
                                    </p:animEffect>
                                  </p:childTnLst>
                                </p:cTn>
                              </p:par>
                              <p:par>
                                <p:cTn id="23" presetID="53" presetClass="entr" presetSubtype="16"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cBhvr>
                                        <p:cTn id="25" dur="250" fill="hold"/>
                                        <p:tgtEl>
                                          <p:spTgt spid="20"/>
                                        </p:tgtEl>
                                        <p:attrNameLst>
                                          <p:attrName>ppt_w</p:attrName>
                                        </p:attrNameLst>
                                      </p:cBhvr>
                                      <p:tavLst>
                                        <p:tav tm="0">
                                          <p:val>
                                            <p:fltVal val="0"/>
                                          </p:val>
                                        </p:tav>
                                        <p:tav tm="100000">
                                          <p:val>
                                            <p:strVal val="#ppt_w"/>
                                          </p:val>
                                        </p:tav>
                                      </p:tavLst>
                                    </p:anim>
                                    <p:anim calcmode="lin" valueType="num">
                                      <p:cBhvr>
                                        <p:cTn id="26" dur="250" fill="hold"/>
                                        <p:tgtEl>
                                          <p:spTgt spid="20"/>
                                        </p:tgtEl>
                                        <p:attrNameLst>
                                          <p:attrName>ppt_h</p:attrName>
                                        </p:attrNameLst>
                                      </p:cBhvr>
                                      <p:tavLst>
                                        <p:tav tm="0">
                                          <p:val>
                                            <p:fltVal val="0"/>
                                          </p:val>
                                        </p:tav>
                                        <p:tav tm="100000">
                                          <p:val>
                                            <p:strVal val="#ppt_h"/>
                                          </p:val>
                                        </p:tav>
                                      </p:tavLst>
                                    </p:anim>
                                    <p:animEffect transition="in" filter="fade">
                                      <p:cBhvr>
                                        <p:cTn id="27" dur="250"/>
                                        <p:tgtEl>
                                          <p:spTgt spid="20"/>
                                        </p:tgtEl>
                                      </p:cBhvr>
                                    </p:animEffect>
                                  </p:childTnLst>
                                </p:cTn>
                              </p:par>
                            </p:childTnLst>
                          </p:cTn>
                        </p:par>
                        <p:par>
                          <p:cTn id="28" fill="hold">
                            <p:stCondLst>
                              <p:cond delay="900"/>
                            </p:stCondLst>
                            <p:childTnLst>
                              <p:par>
                                <p:cTn id="29" presetID="1" presetClass="entr" presetSubtype="0" fill="hold" grpId="1" nodeType="after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1"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44" grpId="0"/>
      <p:bldP spid="21" grpId="0"/>
      <p:bldP spid="21" grpId="1"/>
      <p:bldP spid="22" grpId="0"/>
      <p:bldP spid="22" grpId="1"/>
      <p:bldP spid="24" grpId="0" animBg="1"/>
      <p:bldP spid="2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4006FBF-F816-6A3D-078E-6289ED17CF36}"/>
              </a:ext>
            </a:extLst>
          </p:cNvPr>
          <p:cNvPicPr>
            <a:picLocks noChangeAspect="1"/>
          </p:cNvPicPr>
          <p:nvPr/>
        </p:nvPicPr>
        <p:blipFill>
          <a:blip r:embed="rId3"/>
          <a:stretch>
            <a:fillRect/>
          </a:stretch>
        </p:blipFill>
        <p:spPr>
          <a:xfrm>
            <a:off x="1715372" y="1729806"/>
            <a:ext cx="5244720" cy="2485690"/>
          </a:xfrm>
          <a:prstGeom prst="rect">
            <a:avLst/>
          </a:prstGeom>
        </p:spPr>
      </p:pic>
      <p:grpSp>
        <p:nvGrpSpPr>
          <p:cNvPr id="3" name="Group 2"/>
          <p:cNvGrpSpPr/>
          <p:nvPr/>
        </p:nvGrpSpPr>
        <p:grpSpPr>
          <a:xfrm>
            <a:off x="304807" y="1471931"/>
            <a:ext cx="2425940" cy="411115"/>
            <a:chOff x="304807" y="1471931"/>
            <a:chExt cx="2425940" cy="411115"/>
          </a:xfrm>
        </p:grpSpPr>
        <p:sp>
          <p:nvSpPr>
            <p:cNvPr id="46" name="Google Shape;1855;p24"/>
            <p:cNvSpPr txBox="1">
              <a:spLocks/>
            </p:cNvSpPr>
            <p:nvPr/>
          </p:nvSpPr>
          <p:spPr>
            <a:xfrm>
              <a:off x="857839" y="1524405"/>
              <a:ext cx="1872908" cy="307282"/>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sz="1600">
                  <a:solidFill>
                    <a:schemeClr val="bg1">
                      <a:lumMod val="50000"/>
                    </a:schemeClr>
                  </a:solidFill>
                  <a:latin typeface="Arial" panose="020B0604020202020204" pitchFamily="34" charset="0"/>
                  <a:cs typeface="Arial" panose="020B0604020202020204" pitchFamily="34" charset="0"/>
                </a:rPr>
                <a:t>Áp dụng mô hình</a:t>
              </a:r>
            </a:p>
          </p:txBody>
        </p:sp>
        <p:grpSp>
          <p:nvGrpSpPr>
            <p:cNvPr id="47" name="Google Shape;3112;p57"/>
            <p:cNvGrpSpPr/>
            <p:nvPr/>
          </p:nvGrpSpPr>
          <p:grpSpPr>
            <a:xfrm>
              <a:off x="304807" y="1471931"/>
              <a:ext cx="2409268" cy="411115"/>
              <a:chOff x="4411970" y="3131459"/>
              <a:chExt cx="710520" cy="117397"/>
            </a:xfrm>
            <a:effectLst>
              <a:outerShdw blurRad="63500" sx="102000" sy="102000" algn="ctr" rotWithShape="0">
                <a:prstClr val="black">
                  <a:alpha val="40000"/>
                </a:prstClr>
              </a:outerShdw>
            </a:effectLst>
          </p:grpSpPr>
          <p:sp>
            <p:nvSpPr>
              <p:cNvPr id="48" name="Google Shape;3113;p57"/>
              <p:cNvSpPr/>
              <p:nvPr/>
            </p:nvSpPr>
            <p:spPr>
              <a:xfrm>
                <a:off x="4411970" y="3131459"/>
                <a:ext cx="710520" cy="117397"/>
              </a:xfrm>
              <a:custGeom>
                <a:avLst/>
                <a:gdLst/>
                <a:ahLst/>
                <a:cxnLst/>
                <a:rect l="l" t="t" r="r" b="b"/>
                <a:pathLst>
                  <a:path w="15736" h="2600" extrusionOk="0">
                    <a:moveTo>
                      <a:pt x="201" y="1"/>
                    </a:moveTo>
                    <a:cubicBezTo>
                      <a:pt x="90" y="1"/>
                      <a:pt x="1" y="90"/>
                      <a:pt x="1" y="201"/>
                    </a:cubicBezTo>
                    <a:lnTo>
                      <a:pt x="1" y="2400"/>
                    </a:lnTo>
                    <a:cubicBezTo>
                      <a:pt x="1" y="2510"/>
                      <a:pt x="90" y="2600"/>
                      <a:pt x="201" y="2600"/>
                    </a:cubicBezTo>
                    <a:lnTo>
                      <a:pt x="15537" y="2600"/>
                    </a:lnTo>
                    <a:cubicBezTo>
                      <a:pt x="15646" y="2600"/>
                      <a:pt x="15735" y="2510"/>
                      <a:pt x="15735" y="2400"/>
                    </a:cubicBezTo>
                    <a:lnTo>
                      <a:pt x="15735" y="201"/>
                    </a:lnTo>
                    <a:cubicBezTo>
                      <a:pt x="15735" y="90"/>
                      <a:pt x="15646" y="1"/>
                      <a:pt x="15537" y="1"/>
                    </a:cubicBezTo>
                    <a:close/>
                  </a:path>
                </a:pathLst>
              </a:custGeom>
              <a:noFill/>
              <a:ln w="9525" cap="flat" cmpd="sng">
                <a:solidFill>
                  <a:schemeClr val="accent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3114;p57"/>
              <p:cNvSpPr/>
              <p:nvPr/>
            </p:nvSpPr>
            <p:spPr>
              <a:xfrm>
                <a:off x="4411970" y="3131459"/>
                <a:ext cx="168012" cy="117397"/>
              </a:xfrm>
              <a:custGeom>
                <a:avLst/>
                <a:gdLst/>
                <a:ahLst/>
                <a:cxnLst/>
                <a:rect l="l" t="t" r="r" b="b"/>
                <a:pathLst>
                  <a:path w="3721" h="2600" extrusionOk="0">
                    <a:moveTo>
                      <a:pt x="201" y="1"/>
                    </a:moveTo>
                    <a:cubicBezTo>
                      <a:pt x="90" y="1"/>
                      <a:pt x="1" y="90"/>
                      <a:pt x="1" y="201"/>
                    </a:cubicBezTo>
                    <a:lnTo>
                      <a:pt x="1" y="2400"/>
                    </a:lnTo>
                    <a:cubicBezTo>
                      <a:pt x="1" y="2510"/>
                      <a:pt x="90" y="2600"/>
                      <a:pt x="201" y="2600"/>
                    </a:cubicBezTo>
                    <a:lnTo>
                      <a:pt x="3721" y="2600"/>
                    </a:lnTo>
                    <a:lnTo>
                      <a:pt x="2925" y="1693"/>
                    </a:lnTo>
                    <a:lnTo>
                      <a:pt x="2925" y="1"/>
                    </a:lnTo>
                    <a:close/>
                  </a:path>
                </a:pathLst>
              </a:custGeom>
              <a:noFill/>
              <a:ln w="9525" cap="flat" cmpd="sng">
                <a:solidFill>
                  <a:schemeClr val="accent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7" name="Google Shape;1855;p24"/>
          <p:cNvSpPr txBox="1">
            <a:spLocks/>
          </p:cNvSpPr>
          <p:nvPr/>
        </p:nvSpPr>
        <p:spPr>
          <a:xfrm>
            <a:off x="2286810" y="4323761"/>
            <a:ext cx="4503605" cy="33782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r>
              <a:rPr lang="vi-VN" sz="1200" i="1">
                <a:solidFill>
                  <a:schemeClr val="bg1">
                    <a:lumMod val="50000"/>
                  </a:schemeClr>
                </a:solidFill>
                <a:latin typeface="Arial" panose="020B0604020202020204" pitchFamily="34" charset="0"/>
                <a:cs typeface="Arial" panose="020B0604020202020204" pitchFamily="34" charset="0"/>
              </a:rPr>
              <a:t>Quy trình hoạt động áp dụng mô hình để điều khiển động cơ tránh vật cản bằng phương pháp Reactive Controll</a:t>
            </a:r>
            <a:r>
              <a:rPr lang="en-US" sz="1200" i="1">
                <a:solidFill>
                  <a:schemeClr val="bg1">
                    <a:lumMod val="50000"/>
                  </a:schemeClr>
                </a:solidFill>
                <a:latin typeface="Arial" panose="020B0604020202020204" pitchFamily="34" charset="0"/>
                <a:cs typeface="Arial" panose="020B0604020202020204" pitchFamily="34" charset="0"/>
              </a:rPr>
              <a:t>.</a:t>
            </a:r>
          </a:p>
        </p:txBody>
      </p:sp>
      <p:grpSp>
        <p:nvGrpSpPr>
          <p:cNvPr id="15" name="Google Shape;9752;p89"/>
          <p:cNvGrpSpPr/>
          <p:nvPr/>
        </p:nvGrpSpPr>
        <p:grpSpPr>
          <a:xfrm>
            <a:off x="7491714" y="3936975"/>
            <a:ext cx="1060376" cy="698126"/>
            <a:chOff x="5727616" y="4204699"/>
            <a:chExt cx="440505" cy="290018"/>
          </a:xfrm>
          <a:solidFill>
            <a:schemeClr val="tx2">
              <a:lumMod val="50000"/>
            </a:schemeClr>
          </a:solidFill>
          <a:effectLst>
            <a:outerShdw blurRad="50800" dist="38100" dir="5400000" algn="t" rotWithShape="0">
              <a:prstClr val="black">
                <a:alpha val="40000"/>
              </a:prstClr>
            </a:outerShdw>
          </a:effectLst>
        </p:grpSpPr>
        <p:sp>
          <p:nvSpPr>
            <p:cNvPr id="16" name="Google Shape;9753;p89"/>
            <p:cNvSpPr/>
            <p:nvPr/>
          </p:nvSpPr>
          <p:spPr>
            <a:xfrm>
              <a:off x="5727616" y="4204699"/>
              <a:ext cx="440505" cy="290018"/>
            </a:xfrm>
            <a:custGeom>
              <a:avLst/>
              <a:gdLst/>
              <a:ahLst/>
              <a:cxnLst/>
              <a:rect l="l" t="t" r="r" b="b"/>
              <a:pathLst>
                <a:path w="13872" h="9133" extrusionOk="0">
                  <a:moveTo>
                    <a:pt x="13145" y="4465"/>
                  </a:moveTo>
                  <a:lnTo>
                    <a:pt x="13145" y="4870"/>
                  </a:lnTo>
                  <a:lnTo>
                    <a:pt x="12752" y="4870"/>
                  </a:lnTo>
                  <a:lnTo>
                    <a:pt x="12752" y="4465"/>
                  </a:lnTo>
                  <a:close/>
                  <a:moveTo>
                    <a:pt x="1275" y="3941"/>
                  </a:moveTo>
                  <a:lnTo>
                    <a:pt x="1275" y="4430"/>
                  </a:lnTo>
                  <a:cubicBezTo>
                    <a:pt x="1275" y="4775"/>
                    <a:pt x="1013" y="5049"/>
                    <a:pt x="668" y="5049"/>
                  </a:cubicBezTo>
                  <a:lnTo>
                    <a:pt x="418" y="5049"/>
                  </a:lnTo>
                  <a:cubicBezTo>
                    <a:pt x="501" y="4549"/>
                    <a:pt x="810" y="4120"/>
                    <a:pt x="1275" y="3941"/>
                  </a:cubicBezTo>
                  <a:close/>
                  <a:moveTo>
                    <a:pt x="9121" y="417"/>
                  </a:moveTo>
                  <a:cubicBezTo>
                    <a:pt x="9562" y="417"/>
                    <a:pt x="9978" y="620"/>
                    <a:pt x="10252" y="977"/>
                  </a:cubicBezTo>
                  <a:lnTo>
                    <a:pt x="12205" y="3584"/>
                  </a:lnTo>
                  <a:cubicBezTo>
                    <a:pt x="12240" y="3632"/>
                    <a:pt x="12300" y="3656"/>
                    <a:pt x="12360" y="3656"/>
                  </a:cubicBezTo>
                  <a:lnTo>
                    <a:pt x="13312" y="3656"/>
                  </a:lnTo>
                  <a:cubicBezTo>
                    <a:pt x="13431" y="3656"/>
                    <a:pt x="13514" y="3775"/>
                    <a:pt x="13467" y="3882"/>
                  </a:cubicBezTo>
                  <a:lnTo>
                    <a:pt x="13372" y="4060"/>
                  </a:lnTo>
                  <a:lnTo>
                    <a:pt x="12574" y="4060"/>
                  </a:lnTo>
                  <a:cubicBezTo>
                    <a:pt x="12455" y="4060"/>
                    <a:pt x="12360" y="4156"/>
                    <a:pt x="12360" y="4275"/>
                  </a:cubicBezTo>
                  <a:lnTo>
                    <a:pt x="12360" y="5084"/>
                  </a:lnTo>
                  <a:cubicBezTo>
                    <a:pt x="12360" y="5203"/>
                    <a:pt x="12455" y="5299"/>
                    <a:pt x="12574" y="5299"/>
                  </a:cubicBezTo>
                  <a:lnTo>
                    <a:pt x="13181" y="5299"/>
                  </a:lnTo>
                  <a:lnTo>
                    <a:pt x="13181" y="5596"/>
                  </a:lnTo>
                  <a:cubicBezTo>
                    <a:pt x="13181" y="5787"/>
                    <a:pt x="13252" y="5977"/>
                    <a:pt x="13395" y="6096"/>
                  </a:cubicBezTo>
                  <a:cubicBezTo>
                    <a:pt x="13455" y="6156"/>
                    <a:pt x="13479" y="6227"/>
                    <a:pt x="13479" y="6323"/>
                  </a:cubicBezTo>
                  <a:lnTo>
                    <a:pt x="13479" y="6692"/>
                  </a:lnTo>
                  <a:lnTo>
                    <a:pt x="13443" y="6692"/>
                  </a:lnTo>
                  <a:cubicBezTo>
                    <a:pt x="13443" y="7037"/>
                    <a:pt x="13181" y="7311"/>
                    <a:pt x="12836" y="7311"/>
                  </a:cubicBezTo>
                  <a:lnTo>
                    <a:pt x="12526" y="7311"/>
                  </a:lnTo>
                  <a:cubicBezTo>
                    <a:pt x="12419" y="6501"/>
                    <a:pt x="11740" y="5894"/>
                    <a:pt x="10919" y="5894"/>
                  </a:cubicBezTo>
                  <a:cubicBezTo>
                    <a:pt x="10097" y="5894"/>
                    <a:pt x="9419" y="6513"/>
                    <a:pt x="9312" y="7311"/>
                  </a:cubicBezTo>
                  <a:lnTo>
                    <a:pt x="4061" y="7311"/>
                  </a:lnTo>
                  <a:cubicBezTo>
                    <a:pt x="3954" y="6501"/>
                    <a:pt x="3275" y="5894"/>
                    <a:pt x="2454" y="5894"/>
                  </a:cubicBezTo>
                  <a:cubicBezTo>
                    <a:pt x="1632" y="5894"/>
                    <a:pt x="965" y="6501"/>
                    <a:pt x="846" y="7275"/>
                  </a:cubicBezTo>
                  <a:cubicBezTo>
                    <a:pt x="608" y="7204"/>
                    <a:pt x="429" y="6966"/>
                    <a:pt x="429" y="6692"/>
                  </a:cubicBezTo>
                  <a:lnTo>
                    <a:pt x="429" y="5465"/>
                  </a:lnTo>
                  <a:lnTo>
                    <a:pt x="691" y="5465"/>
                  </a:lnTo>
                  <a:cubicBezTo>
                    <a:pt x="1263" y="5465"/>
                    <a:pt x="1703" y="5001"/>
                    <a:pt x="1703" y="4453"/>
                  </a:cubicBezTo>
                  <a:lnTo>
                    <a:pt x="1703" y="3822"/>
                  </a:lnTo>
                  <a:lnTo>
                    <a:pt x="2406" y="3644"/>
                  </a:lnTo>
                  <a:cubicBezTo>
                    <a:pt x="2465" y="3632"/>
                    <a:pt x="2513" y="3596"/>
                    <a:pt x="2525" y="3560"/>
                  </a:cubicBezTo>
                  <a:lnTo>
                    <a:pt x="3954" y="1120"/>
                  </a:lnTo>
                  <a:cubicBezTo>
                    <a:pt x="4204" y="679"/>
                    <a:pt x="4680" y="417"/>
                    <a:pt x="5180" y="417"/>
                  </a:cubicBezTo>
                  <a:close/>
                  <a:moveTo>
                    <a:pt x="2430" y="6275"/>
                  </a:moveTo>
                  <a:cubicBezTo>
                    <a:pt x="3108" y="6275"/>
                    <a:pt x="3656" y="6823"/>
                    <a:pt x="3656" y="7501"/>
                  </a:cubicBezTo>
                  <a:cubicBezTo>
                    <a:pt x="3656" y="8168"/>
                    <a:pt x="3108" y="8716"/>
                    <a:pt x="2430" y="8716"/>
                  </a:cubicBezTo>
                  <a:cubicBezTo>
                    <a:pt x="1763" y="8716"/>
                    <a:pt x="1215" y="8168"/>
                    <a:pt x="1215" y="7501"/>
                  </a:cubicBezTo>
                  <a:cubicBezTo>
                    <a:pt x="1215" y="6823"/>
                    <a:pt x="1763" y="6275"/>
                    <a:pt x="2430" y="6275"/>
                  </a:cubicBezTo>
                  <a:close/>
                  <a:moveTo>
                    <a:pt x="10919" y="6275"/>
                  </a:moveTo>
                  <a:cubicBezTo>
                    <a:pt x="11586" y="6275"/>
                    <a:pt x="12145" y="6823"/>
                    <a:pt x="12145" y="7501"/>
                  </a:cubicBezTo>
                  <a:cubicBezTo>
                    <a:pt x="12145" y="8168"/>
                    <a:pt x="11586" y="8716"/>
                    <a:pt x="10919" y="8716"/>
                  </a:cubicBezTo>
                  <a:cubicBezTo>
                    <a:pt x="10252" y="8716"/>
                    <a:pt x="9693" y="8168"/>
                    <a:pt x="9693" y="7501"/>
                  </a:cubicBezTo>
                  <a:cubicBezTo>
                    <a:pt x="9693" y="6823"/>
                    <a:pt x="10252" y="6275"/>
                    <a:pt x="10919" y="6275"/>
                  </a:cubicBezTo>
                  <a:close/>
                  <a:moveTo>
                    <a:pt x="5144" y="0"/>
                  </a:moveTo>
                  <a:cubicBezTo>
                    <a:pt x="4501" y="0"/>
                    <a:pt x="3894" y="334"/>
                    <a:pt x="3573" y="905"/>
                  </a:cubicBezTo>
                  <a:lnTo>
                    <a:pt x="2180" y="3275"/>
                  </a:lnTo>
                  <a:lnTo>
                    <a:pt x="1430" y="3465"/>
                  </a:lnTo>
                  <a:cubicBezTo>
                    <a:pt x="489" y="3703"/>
                    <a:pt x="1" y="4477"/>
                    <a:pt x="1" y="5251"/>
                  </a:cubicBezTo>
                  <a:lnTo>
                    <a:pt x="1" y="6692"/>
                  </a:lnTo>
                  <a:cubicBezTo>
                    <a:pt x="1" y="7180"/>
                    <a:pt x="358" y="7608"/>
                    <a:pt x="810" y="7692"/>
                  </a:cubicBezTo>
                  <a:cubicBezTo>
                    <a:pt x="906" y="8501"/>
                    <a:pt x="1584" y="9132"/>
                    <a:pt x="2418" y="9132"/>
                  </a:cubicBezTo>
                  <a:cubicBezTo>
                    <a:pt x="3251" y="9132"/>
                    <a:pt x="3930" y="8513"/>
                    <a:pt x="4025" y="7728"/>
                  </a:cubicBezTo>
                  <a:lnTo>
                    <a:pt x="9300" y="7728"/>
                  </a:lnTo>
                  <a:cubicBezTo>
                    <a:pt x="9407" y="8525"/>
                    <a:pt x="10085" y="9132"/>
                    <a:pt x="10907" y="9132"/>
                  </a:cubicBezTo>
                  <a:cubicBezTo>
                    <a:pt x="11740" y="9132"/>
                    <a:pt x="12407" y="8513"/>
                    <a:pt x="12514" y="7728"/>
                  </a:cubicBezTo>
                  <a:lnTo>
                    <a:pt x="12824" y="7728"/>
                  </a:lnTo>
                  <a:cubicBezTo>
                    <a:pt x="13395" y="7728"/>
                    <a:pt x="13836" y="7263"/>
                    <a:pt x="13836" y="6716"/>
                  </a:cubicBezTo>
                  <a:lnTo>
                    <a:pt x="13836" y="6299"/>
                  </a:lnTo>
                  <a:cubicBezTo>
                    <a:pt x="13848" y="6096"/>
                    <a:pt x="13776" y="5918"/>
                    <a:pt x="13645" y="5787"/>
                  </a:cubicBezTo>
                  <a:cubicBezTo>
                    <a:pt x="13586" y="5727"/>
                    <a:pt x="13550" y="5656"/>
                    <a:pt x="13550" y="5561"/>
                  </a:cubicBezTo>
                  <a:lnTo>
                    <a:pt x="13550" y="4572"/>
                  </a:lnTo>
                  <a:lnTo>
                    <a:pt x="13788" y="4037"/>
                  </a:lnTo>
                  <a:cubicBezTo>
                    <a:pt x="13872" y="3846"/>
                    <a:pt x="13872" y="3656"/>
                    <a:pt x="13764" y="3501"/>
                  </a:cubicBezTo>
                  <a:cubicBezTo>
                    <a:pt x="13657" y="3334"/>
                    <a:pt x="13479" y="3239"/>
                    <a:pt x="13288" y="3239"/>
                  </a:cubicBezTo>
                  <a:lnTo>
                    <a:pt x="12443" y="3239"/>
                  </a:lnTo>
                  <a:lnTo>
                    <a:pt x="10550" y="727"/>
                  </a:lnTo>
                  <a:cubicBezTo>
                    <a:pt x="10204" y="262"/>
                    <a:pt x="9657" y="0"/>
                    <a:pt x="9085"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7" name="Google Shape;9754;p89"/>
            <p:cNvSpPr/>
            <p:nvPr/>
          </p:nvSpPr>
          <p:spPr>
            <a:xfrm>
              <a:off x="5779789" y="4416409"/>
              <a:ext cx="52205" cy="51475"/>
            </a:xfrm>
            <a:custGeom>
              <a:avLst/>
              <a:gdLst/>
              <a:ahLst/>
              <a:cxnLst/>
              <a:rect l="l" t="t" r="r" b="b"/>
              <a:pathLst>
                <a:path w="1644" h="1621" extrusionOk="0">
                  <a:moveTo>
                    <a:pt x="811" y="1"/>
                  </a:moveTo>
                  <a:cubicBezTo>
                    <a:pt x="584" y="1"/>
                    <a:pt x="394" y="84"/>
                    <a:pt x="239" y="239"/>
                  </a:cubicBezTo>
                  <a:cubicBezTo>
                    <a:pt x="96" y="382"/>
                    <a:pt x="1" y="596"/>
                    <a:pt x="1" y="799"/>
                  </a:cubicBezTo>
                  <a:cubicBezTo>
                    <a:pt x="1" y="1263"/>
                    <a:pt x="382" y="1620"/>
                    <a:pt x="822" y="1620"/>
                  </a:cubicBezTo>
                  <a:cubicBezTo>
                    <a:pt x="1275" y="1620"/>
                    <a:pt x="1644" y="1263"/>
                    <a:pt x="1644" y="799"/>
                  </a:cubicBezTo>
                  <a:cubicBezTo>
                    <a:pt x="1644" y="739"/>
                    <a:pt x="1632" y="668"/>
                    <a:pt x="1608" y="608"/>
                  </a:cubicBezTo>
                  <a:cubicBezTo>
                    <a:pt x="1557" y="546"/>
                    <a:pt x="1478" y="484"/>
                    <a:pt x="1389" y="484"/>
                  </a:cubicBezTo>
                  <a:cubicBezTo>
                    <a:pt x="1375" y="484"/>
                    <a:pt x="1361" y="486"/>
                    <a:pt x="1346" y="489"/>
                  </a:cubicBezTo>
                  <a:cubicBezTo>
                    <a:pt x="1239" y="525"/>
                    <a:pt x="1168" y="620"/>
                    <a:pt x="1192" y="727"/>
                  </a:cubicBezTo>
                  <a:cubicBezTo>
                    <a:pt x="1203" y="763"/>
                    <a:pt x="1203" y="787"/>
                    <a:pt x="1203" y="822"/>
                  </a:cubicBezTo>
                  <a:cubicBezTo>
                    <a:pt x="1203" y="1037"/>
                    <a:pt x="1025" y="1215"/>
                    <a:pt x="811" y="1215"/>
                  </a:cubicBezTo>
                  <a:cubicBezTo>
                    <a:pt x="584" y="1215"/>
                    <a:pt x="406" y="1037"/>
                    <a:pt x="406" y="822"/>
                  </a:cubicBezTo>
                  <a:cubicBezTo>
                    <a:pt x="406" y="596"/>
                    <a:pt x="584" y="418"/>
                    <a:pt x="811" y="418"/>
                  </a:cubicBezTo>
                  <a:cubicBezTo>
                    <a:pt x="930" y="418"/>
                    <a:pt x="1013" y="322"/>
                    <a:pt x="1013" y="203"/>
                  </a:cubicBezTo>
                  <a:cubicBezTo>
                    <a:pt x="1013" y="84"/>
                    <a:pt x="930" y="1"/>
                    <a:pt x="811"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8" name="Google Shape;9755;p89"/>
            <p:cNvSpPr/>
            <p:nvPr/>
          </p:nvSpPr>
          <p:spPr>
            <a:xfrm>
              <a:off x="6048627" y="4416409"/>
              <a:ext cx="52205" cy="51856"/>
            </a:xfrm>
            <a:custGeom>
              <a:avLst/>
              <a:gdLst/>
              <a:ahLst/>
              <a:cxnLst/>
              <a:rect l="l" t="t" r="r" b="b"/>
              <a:pathLst>
                <a:path w="1644" h="1633" extrusionOk="0">
                  <a:moveTo>
                    <a:pt x="822" y="1"/>
                  </a:moveTo>
                  <a:cubicBezTo>
                    <a:pt x="596" y="1"/>
                    <a:pt x="405" y="84"/>
                    <a:pt x="238" y="239"/>
                  </a:cubicBezTo>
                  <a:cubicBezTo>
                    <a:pt x="95" y="382"/>
                    <a:pt x="0" y="596"/>
                    <a:pt x="0" y="822"/>
                  </a:cubicBezTo>
                  <a:cubicBezTo>
                    <a:pt x="0" y="1263"/>
                    <a:pt x="381" y="1632"/>
                    <a:pt x="822" y="1632"/>
                  </a:cubicBezTo>
                  <a:cubicBezTo>
                    <a:pt x="1274" y="1632"/>
                    <a:pt x="1643" y="1275"/>
                    <a:pt x="1643" y="822"/>
                  </a:cubicBezTo>
                  <a:cubicBezTo>
                    <a:pt x="1643" y="763"/>
                    <a:pt x="1631" y="680"/>
                    <a:pt x="1608" y="620"/>
                  </a:cubicBezTo>
                  <a:cubicBezTo>
                    <a:pt x="1577" y="548"/>
                    <a:pt x="1492" y="484"/>
                    <a:pt x="1400" y="484"/>
                  </a:cubicBezTo>
                  <a:cubicBezTo>
                    <a:pt x="1386" y="484"/>
                    <a:pt x="1372" y="486"/>
                    <a:pt x="1358" y="489"/>
                  </a:cubicBezTo>
                  <a:cubicBezTo>
                    <a:pt x="1250" y="525"/>
                    <a:pt x="1179" y="620"/>
                    <a:pt x="1215" y="727"/>
                  </a:cubicBezTo>
                  <a:cubicBezTo>
                    <a:pt x="1227" y="763"/>
                    <a:pt x="1227" y="787"/>
                    <a:pt x="1227" y="822"/>
                  </a:cubicBezTo>
                  <a:cubicBezTo>
                    <a:pt x="1227" y="1037"/>
                    <a:pt x="1048" y="1215"/>
                    <a:pt x="822" y="1215"/>
                  </a:cubicBezTo>
                  <a:cubicBezTo>
                    <a:pt x="596" y="1215"/>
                    <a:pt x="417" y="1037"/>
                    <a:pt x="417" y="822"/>
                  </a:cubicBezTo>
                  <a:cubicBezTo>
                    <a:pt x="417" y="596"/>
                    <a:pt x="596" y="418"/>
                    <a:pt x="822" y="418"/>
                  </a:cubicBezTo>
                  <a:cubicBezTo>
                    <a:pt x="941" y="418"/>
                    <a:pt x="1036" y="322"/>
                    <a:pt x="1036" y="203"/>
                  </a:cubicBezTo>
                  <a:cubicBezTo>
                    <a:pt x="1036" y="84"/>
                    <a:pt x="941" y="1"/>
                    <a:pt x="822"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9" name="Google Shape;9756;p89"/>
            <p:cNvSpPr/>
            <p:nvPr/>
          </p:nvSpPr>
          <p:spPr>
            <a:xfrm>
              <a:off x="6000995" y="4365379"/>
              <a:ext cx="122892" cy="58016"/>
            </a:xfrm>
            <a:custGeom>
              <a:avLst/>
              <a:gdLst/>
              <a:ahLst/>
              <a:cxnLst/>
              <a:rect l="l" t="t" r="r" b="b"/>
              <a:pathLst>
                <a:path w="3870" h="1827" extrusionOk="0">
                  <a:moveTo>
                    <a:pt x="2310" y="1"/>
                  </a:moveTo>
                  <a:cubicBezTo>
                    <a:pt x="1810" y="1"/>
                    <a:pt x="1334" y="143"/>
                    <a:pt x="929" y="429"/>
                  </a:cubicBezTo>
                  <a:cubicBezTo>
                    <a:pt x="524" y="715"/>
                    <a:pt x="226" y="1096"/>
                    <a:pt x="48" y="1548"/>
                  </a:cubicBezTo>
                  <a:cubicBezTo>
                    <a:pt x="0" y="1656"/>
                    <a:pt x="60" y="1775"/>
                    <a:pt x="167" y="1810"/>
                  </a:cubicBezTo>
                  <a:cubicBezTo>
                    <a:pt x="192" y="1822"/>
                    <a:pt x="218" y="1827"/>
                    <a:pt x="244" y="1827"/>
                  </a:cubicBezTo>
                  <a:cubicBezTo>
                    <a:pt x="326" y="1827"/>
                    <a:pt x="404" y="1773"/>
                    <a:pt x="441" y="1691"/>
                  </a:cubicBezTo>
                  <a:cubicBezTo>
                    <a:pt x="738" y="917"/>
                    <a:pt x="1488" y="405"/>
                    <a:pt x="2322" y="405"/>
                  </a:cubicBezTo>
                  <a:cubicBezTo>
                    <a:pt x="2774" y="405"/>
                    <a:pt x="3191" y="536"/>
                    <a:pt x="3548" y="798"/>
                  </a:cubicBezTo>
                  <a:cubicBezTo>
                    <a:pt x="3581" y="831"/>
                    <a:pt x="3624" y="846"/>
                    <a:pt x="3667" y="846"/>
                  </a:cubicBezTo>
                  <a:cubicBezTo>
                    <a:pt x="3732" y="846"/>
                    <a:pt x="3798" y="813"/>
                    <a:pt x="3834" y="763"/>
                  </a:cubicBezTo>
                  <a:cubicBezTo>
                    <a:pt x="3870" y="679"/>
                    <a:pt x="3858" y="560"/>
                    <a:pt x="3774" y="489"/>
                  </a:cubicBezTo>
                  <a:cubicBezTo>
                    <a:pt x="3334" y="179"/>
                    <a:pt x="2846" y="1"/>
                    <a:pt x="2310"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0" name="Google Shape;9757;p89"/>
            <p:cNvSpPr/>
            <p:nvPr/>
          </p:nvSpPr>
          <p:spPr>
            <a:xfrm>
              <a:off x="5816847" y="4230039"/>
              <a:ext cx="124797" cy="193610"/>
            </a:xfrm>
            <a:custGeom>
              <a:avLst/>
              <a:gdLst/>
              <a:ahLst/>
              <a:cxnLst/>
              <a:rect l="l" t="t" r="r" b="b"/>
              <a:pathLst>
                <a:path w="3930" h="6097" extrusionOk="0">
                  <a:moveTo>
                    <a:pt x="3513" y="417"/>
                  </a:moveTo>
                  <a:lnTo>
                    <a:pt x="3513" y="2441"/>
                  </a:lnTo>
                  <a:lnTo>
                    <a:pt x="822" y="2441"/>
                  </a:lnTo>
                  <a:lnTo>
                    <a:pt x="1834" y="714"/>
                  </a:lnTo>
                  <a:cubicBezTo>
                    <a:pt x="1930" y="524"/>
                    <a:pt x="2144" y="417"/>
                    <a:pt x="2346" y="417"/>
                  </a:cubicBezTo>
                  <a:close/>
                  <a:moveTo>
                    <a:pt x="2346" y="0"/>
                  </a:moveTo>
                  <a:cubicBezTo>
                    <a:pt x="1989" y="0"/>
                    <a:pt x="1644" y="203"/>
                    <a:pt x="1465" y="512"/>
                  </a:cubicBezTo>
                  <a:lnTo>
                    <a:pt x="60" y="2917"/>
                  </a:lnTo>
                  <a:cubicBezTo>
                    <a:pt x="1" y="3024"/>
                    <a:pt x="25" y="3143"/>
                    <a:pt x="132" y="3203"/>
                  </a:cubicBezTo>
                  <a:cubicBezTo>
                    <a:pt x="155" y="3215"/>
                    <a:pt x="203" y="3239"/>
                    <a:pt x="239" y="3239"/>
                  </a:cubicBezTo>
                  <a:cubicBezTo>
                    <a:pt x="310" y="3239"/>
                    <a:pt x="370" y="3203"/>
                    <a:pt x="417" y="3131"/>
                  </a:cubicBezTo>
                  <a:lnTo>
                    <a:pt x="572" y="2846"/>
                  </a:lnTo>
                  <a:lnTo>
                    <a:pt x="3513" y="2846"/>
                  </a:lnTo>
                  <a:lnTo>
                    <a:pt x="3513" y="5882"/>
                  </a:lnTo>
                  <a:cubicBezTo>
                    <a:pt x="3513" y="6001"/>
                    <a:pt x="3596" y="6096"/>
                    <a:pt x="3715" y="6096"/>
                  </a:cubicBezTo>
                  <a:cubicBezTo>
                    <a:pt x="3835" y="6096"/>
                    <a:pt x="3930" y="6001"/>
                    <a:pt x="3930" y="5882"/>
                  </a:cubicBezTo>
                  <a:lnTo>
                    <a:pt x="3930" y="203"/>
                  </a:lnTo>
                  <a:cubicBezTo>
                    <a:pt x="3918" y="95"/>
                    <a:pt x="3823" y="0"/>
                    <a:pt x="3715"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1" name="Google Shape;9758;p89"/>
            <p:cNvSpPr/>
            <p:nvPr/>
          </p:nvSpPr>
          <p:spPr>
            <a:xfrm>
              <a:off x="5954474" y="4230039"/>
              <a:ext cx="120256" cy="102854"/>
            </a:xfrm>
            <a:custGeom>
              <a:avLst/>
              <a:gdLst/>
              <a:ahLst/>
              <a:cxnLst/>
              <a:rect l="l" t="t" r="r" b="b"/>
              <a:pathLst>
                <a:path w="3787" h="3239" extrusionOk="0">
                  <a:moveTo>
                    <a:pt x="203" y="0"/>
                  </a:moveTo>
                  <a:cubicBezTo>
                    <a:pt x="84" y="0"/>
                    <a:pt x="1" y="95"/>
                    <a:pt x="1" y="214"/>
                  </a:cubicBezTo>
                  <a:lnTo>
                    <a:pt x="1" y="3024"/>
                  </a:lnTo>
                  <a:cubicBezTo>
                    <a:pt x="1" y="3143"/>
                    <a:pt x="84" y="3239"/>
                    <a:pt x="203" y="3239"/>
                  </a:cubicBezTo>
                  <a:cubicBezTo>
                    <a:pt x="322" y="3239"/>
                    <a:pt x="417" y="3143"/>
                    <a:pt x="417" y="3024"/>
                  </a:cubicBezTo>
                  <a:lnTo>
                    <a:pt x="417" y="405"/>
                  </a:lnTo>
                  <a:lnTo>
                    <a:pt x="1977" y="405"/>
                  </a:lnTo>
                  <a:cubicBezTo>
                    <a:pt x="2132" y="405"/>
                    <a:pt x="2322" y="512"/>
                    <a:pt x="2429" y="655"/>
                  </a:cubicBezTo>
                  <a:lnTo>
                    <a:pt x="3287" y="1786"/>
                  </a:lnTo>
                  <a:cubicBezTo>
                    <a:pt x="3346" y="1869"/>
                    <a:pt x="3358" y="1941"/>
                    <a:pt x="3358" y="2024"/>
                  </a:cubicBezTo>
                  <a:cubicBezTo>
                    <a:pt x="3358" y="2250"/>
                    <a:pt x="3180" y="2429"/>
                    <a:pt x="2953" y="2429"/>
                  </a:cubicBezTo>
                  <a:lnTo>
                    <a:pt x="1013" y="2429"/>
                  </a:lnTo>
                  <a:cubicBezTo>
                    <a:pt x="894" y="2429"/>
                    <a:pt x="798" y="2524"/>
                    <a:pt x="798" y="2643"/>
                  </a:cubicBezTo>
                  <a:cubicBezTo>
                    <a:pt x="798" y="2762"/>
                    <a:pt x="882" y="2846"/>
                    <a:pt x="1013" y="2846"/>
                  </a:cubicBezTo>
                  <a:lnTo>
                    <a:pt x="2977" y="2846"/>
                  </a:lnTo>
                  <a:cubicBezTo>
                    <a:pt x="3418" y="2846"/>
                    <a:pt x="3787" y="2489"/>
                    <a:pt x="3787" y="2024"/>
                  </a:cubicBezTo>
                  <a:cubicBezTo>
                    <a:pt x="3787" y="1846"/>
                    <a:pt x="3727" y="1691"/>
                    <a:pt x="3632" y="1536"/>
                  </a:cubicBezTo>
                  <a:lnTo>
                    <a:pt x="2775" y="405"/>
                  </a:lnTo>
                  <a:cubicBezTo>
                    <a:pt x="2584" y="155"/>
                    <a:pt x="2287" y="0"/>
                    <a:pt x="1965"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2" name="Google Shape;9759;p89"/>
            <p:cNvSpPr/>
            <p:nvPr/>
          </p:nvSpPr>
          <p:spPr>
            <a:xfrm>
              <a:off x="5876198" y="4333243"/>
              <a:ext cx="39376" cy="13274"/>
            </a:xfrm>
            <a:custGeom>
              <a:avLst/>
              <a:gdLst/>
              <a:ahLst/>
              <a:cxnLst/>
              <a:rect l="l" t="t" r="r" b="b"/>
              <a:pathLst>
                <a:path w="1240" h="418" extrusionOk="0">
                  <a:moveTo>
                    <a:pt x="215" y="1"/>
                  </a:moveTo>
                  <a:cubicBezTo>
                    <a:pt x="96" y="1"/>
                    <a:pt x="1" y="84"/>
                    <a:pt x="1" y="203"/>
                  </a:cubicBezTo>
                  <a:cubicBezTo>
                    <a:pt x="1" y="322"/>
                    <a:pt x="96" y="417"/>
                    <a:pt x="215" y="417"/>
                  </a:cubicBezTo>
                  <a:lnTo>
                    <a:pt x="1025" y="417"/>
                  </a:lnTo>
                  <a:cubicBezTo>
                    <a:pt x="1144" y="417"/>
                    <a:pt x="1239" y="322"/>
                    <a:pt x="1239" y="203"/>
                  </a:cubicBezTo>
                  <a:cubicBezTo>
                    <a:pt x="1239" y="84"/>
                    <a:pt x="1156" y="1"/>
                    <a:pt x="1025"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3" name="Google Shape;9760;p89"/>
            <p:cNvSpPr/>
            <p:nvPr/>
          </p:nvSpPr>
          <p:spPr>
            <a:xfrm>
              <a:off x="5979433" y="4333243"/>
              <a:ext cx="39344" cy="13274"/>
            </a:xfrm>
            <a:custGeom>
              <a:avLst/>
              <a:gdLst/>
              <a:ahLst/>
              <a:cxnLst/>
              <a:rect l="l" t="t" r="r" b="b"/>
              <a:pathLst>
                <a:path w="1239" h="418" extrusionOk="0">
                  <a:moveTo>
                    <a:pt x="203" y="1"/>
                  </a:moveTo>
                  <a:cubicBezTo>
                    <a:pt x="84" y="1"/>
                    <a:pt x="0" y="84"/>
                    <a:pt x="0" y="203"/>
                  </a:cubicBezTo>
                  <a:cubicBezTo>
                    <a:pt x="0" y="322"/>
                    <a:pt x="84" y="417"/>
                    <a:pt x="203" y="417"/>
                  </a:cubicBezTo>
                  <a:lnTo>
                    <a:pt x="1024" y="417"/>
                  </a:lnTo>
                  <a:cubicBezTo>
                    <a:pt x="1143" y="417"/>
                    <a:pt x="1239" y="322"/>
                    <a:pt x="1239" y="203"/>
                  </a:cubicBezTo>
                  <a:cubicBezTo>
                    <a:pt x="1239" y="84"/>
                    <a:pt x="1143" y="1"/>
                    <a:pt x="1024"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sp>
        <p:nvSpPr>
          <p:cNvPr id="25" name="Google Shape;1855;p24"/>
          <p:cNvSpPr txBox="1">
            <a:spLocks/>
          </p:cNvSpPr>
          <p:nvPr/>
        </p:nvSpPr>
        <p:spPr>
          <a:xfrm>
            <a:off x="294984" y="959121"/>
            <a:ext cx="3770685" cy="32763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altLang="en-GB" sz="1800">
                <a:solidFill>
                  <a:schemeClr val="bg1">
                    <a:lumMod val="50000"/>
                  </a:schemeClr>
                </a:solidFill>
                <a:latin typeface="+mn-lt"/>
                <a:cs typeface="+mn-lt"/>
              </a:rPr>
              <a:t>CHƯƠNG TRÌNH TRÁNH VẬT VẢN</a:t>
            </a:r>
          </a:p>
        </p:txBody>
      </p:sp>
      <p:grpSp>
        <p:nvGrpSpPr>
          <p:cNvPr id="26" name="Group 25"/>
          <p:cNvGrpSpPr/>
          <p:nvPr/>
        </p:nvGrpSpPr>
        <p:grpSpPr>
          <a:xfrm>
            <a:off x="304806" y="1245289"/>
            <a:ext cx="3760863" cy="95191"/>
            <a:chOff x="304806" y="1245289"/>
            <a:chExt cx="3760863" cy="95191"/>
          </a:xfrm>
        </p:grpSpPr>
        <p:cxnSp>
          <p:nvCxnSpPr>
            <p:cNvPr id="27" name="Straight Connector 26"/>
            <p:cNvCxnSpPr/>
            <p:nvPr/>
          </p:nvCxnSpPr>
          <p:spPr>
            <a:xfrm flipH="1">
              <a:off x="304806" y="1286756"/>
              <a:ext cx="3701506" cy="7257"/>
            </a:xfrm>
            <a:prstGeom prst="line">
              <a:avLst/>
            </a:prstGeom>
          </p:spPr>
          <p:style>
            <a:lnRef idx="2">
              <a:schemeClr val="accent3"/>
            </a:lnRef>
            <a:fillRef idx="0">
              <a:schemeClr val="accent3"/>
            </a:fillRef>
            <a:effectRef idx="1">
              <a:schemeClr val="accent3"/>
            </a:effectRef>
            <a:fontRef idx="minor">
              <a:schemeClr val="tx1"/>
            </a:fontRef>
          </p:style>
        </p:cxnSp>
        <p:sp>
          <p:nvSpPr>
            <p:cNvPr id="28" name="Google Shape;10105;p59"/>
            <p:cNvSpPr/>
            <p:nvPr/>
          </p:nvSpPr>
          <p:spPr>
            <a:xfrm>
              <a:off x="3966598" y="1245289"/>
              <a:ext cx="99071" cy="95191"/>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roup 28"/>
          <p:cNvGrpSpPr/>
          <p:nvPr/>
        </p:nvGrpSpPr>
        <p:grpSpPr>
          <a:xfrm>
            <a:off x="2194296" y="433071"/>
            <a:ext cx="3930733" cy="350702"/>
            <a:chOff x="2194296" y="433071"/>
            <a:chExt cx="3930733" cy="350702"/>
          </a:xfrm>
        </p:grpSpPr>
        <p:sp>
          <p:nvSpPr>
            <p:cNvPr id="30" name="Parallelogram 29"/>
            <p:cNvSpPr/>
            <p:nvPr/>
          </p:nvSpPr>
          <p:spPr>
            <a:xfrm>
              <a:off x="2194296" y="433071"/>
              <a:ext cx="3930733" cy="343444"/>
            </a:xfrm>
            <a:prstGeom prst="parallelogram">
              <a:avLst>
                <a:gd name="adj" fmla="val 9962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Google Shape;1856;p24"/>
            <p:cNvSpPr txBox="1">
              <a:spLocks/>
            </p:cNvSpPr>
            <p:nvPr/>
          </p:nvSpPr>
          <p:spPr>
            <a:xfrm>
              <a:off x="2363519" y="440329"/>
              <a:ext cx="3592286" cy="3434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2000" b="1">
                  <a:solidFill>
                    <a:schemeClr val="tx1"/>
                  </a:solidFill>
                  <a:latin typeface="Arial" panose="020B0604020202020204" pitchFamily="34" charset="0"/>
                  <a:cs typeface="Arial" panose="020B0604020202020204" pitchFamily="34" charset="0"/>
                </a:rPr>
                <a:t>XÂY DỰNG MÔ HÌNH</a:t>
              </a:r>
            </a:p>
          </p:txBody>
        </p:sp>
      </p:grpSp>
      <p:sp>
        <p:nvSpPr>
          <p:cNvPr id="32" name="TextBox 31"/>
          <p:cNvSpPr txBox="1"/>
          <p:nvPr/>
        </p:nvSpPr>
        <p:spPr>
          <a:xfrm>
            <a:off x="8723086" y="4702628"/>
            <a:ext cx="284052" cy="307777"/>
          </a:xfrm>
          <a:prstGeom prst="rect">
            <a:avLst/>
          </a:prstGeom>
          <a:noFill/>
        </p:spPr>
        <p:txBody>
          <a:bodyPr wrap="none" rtlCol="0">
            <a:spAutoFit/>
          </a:bodyPr>
          <a:lstStyle/>
          <a:p>
            <a:fld id="{3B13CC22-955F-4C18-B43E-F8F0DA7FF5AB}" type="slidenum">
              <a:rPr lang="en-US" smtClean="0"/>
              <a:t>21</a:t>
            </a:fld>
            <a:endParaRPr lang="en-US"/>
          </a:p>
        </p:txBody>
      </p:sp>
    </p:spTree>
    <p:extLst>
      <p:ext uri="{BB962C8B-B14F-4D97-AF65-F5344CB8AC3E}">
        <p14:creationId xmlns:p14="http://schemas.microsoft.com/office/powerpoint/2010/main" val="2997039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4" fill="hold" grpId="1"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wipe(down)">
                                      <p:cBhvr>
                                        <p:cTn id="10" dur="500"/>
                                        <p:tgtEl>
                                          <p:spTgt spid="37"/>
                                        </p:tgtEl>
                                      </p:cBhvr>
                                    </p:animEffect>
                                  </p:childTnLst>
                                </p:cTn>
                              </p:par>
                              <p:par>
                                <p:cTn id="11" presetID="53" presetClass="entr" presetSubtype="16"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p:cTn id="13" dur="500" fill="hold"/>
                                        <p:tgtEl>
                                          <p:spTgt spid="15"/>
                                        </p:tgtEl>
                                        <p:attrNameLst>
                                          <p:attrName>ppt_w</p:attrName>
                                        </p:attrNameLst>
                                      </p:cBhvr>
                                      <p:tavLst>
                                        <p:tav tm="0">
                                          <p:val>
                                            <p:fltVal val="0"/>
                                          </p:val>
                                        </p:tav>
                                        <p:tav tm="100000">
                                          <p:val>
                                            <p:strVal val="#ppt_w"/>
                                          </p:val>
                                        </p:tav>
                                      </p:tavLst>
                                    </p:anim>
                                    <p:anim calcmode="lin" valueType="num">
                                      <p:cBhvr>
                                        <p:cTn id="14" dur="500" fill="hold"/>
                                        <p:tgtEl>
                                          <p:spTgt spid="15"/>
                                        </p:tgtEl>
                                        <p:attrNameLst>
                                          <p:attrName>ppt_h</p:attrName>
                                        </p:attrNameLst>
                                      </p:cBhvr>
                                      <p:tavLst>
                                        <p:tav tm="0">
                                          <p:val>
                                            <p:fltVal val="0"/>
                                          </p:val>
                                        </p:tav>
                                        <p:tav tm="100000">
                                          <p:val>
                                            <p:strVal val="#ppt_h"/>
                                          </p:val>
                                        </p:tav>
                                      </p:tavLst>
                                    </p:anim>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37" grpId="0"/>
      <p:bldP spid="37" grpId="1"/>
      <p:bldP spid="25" grpId="0"/>
      <p:bldP spid="30" grpId="0" animBg="1"/>
      <p:bldP spid="31"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1855;p24"/>
          <p:cNvSpPr txBox="1">
            <a:spLocks/>
          </p:cNvSpPr>
          <p:nvPr/>
        </p:nvSpPr>
        <p:spPr>
          <a:xfrm>
            <a:off x="294984" y="959121"/>
            <a:ext cx="5222413" cy="32763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altLang="en-GB" sz="1800">
                <a:solidFill>
                  <a:schemeClr val="bg1">
                    <a:lumMod val="50000"/>
                  </a:schemeClr>
                </a:solidFill>
                <a:latin typeface="+mn-lt"/>
                <a:cs typeface="+mn-lt"/>
              </a:rPr>
              <a:t>CHƯƠNG TRÌNH TUÂN THỦ ĐÈN GIAO THÔNG</a:t>
            </a:r>
          </a:p>
        </p:txBody>
      </p:sp>
      <p:grpSp>
        <p:nvGrpSpPr>
          <p:cNvPr id="3" name="Group 2"/>
          <p:cNvGrpSpPr/>
          <p:nvPr/>
        </p:nvGrpSpPr>
        <p:grpSpPr>
          <a:xfrm>
            <a:off x="304806" y="1236557"/>
            <a:ext cx="5249857" cy="95191"/>
            <a:chOff x="304806" y="1236557"/>
            <a:chExt cx="5249857" cy="95191"/>
          </a:xfrm>
        </p:grpSpPr>
        <p:cxnSp>
          <p:nvCxnSpPr>
            <p:cNvPr id="5" name="Straight Connector 4"/>
            <p:cNvCxnSpPr/>
            <p:nvPr/>
          </p:nvCxnSpPr>
          <p:spPr>
            <a:xfrm flipH="1">
              <a:off x="304806" y="1284152"/>
              <a:ext cx="5200321" cy="9861"/>
            </a:xfrm>
            <a:prstGeom prst="line">
              <a:avLst/>
            </a:prstGeom>
          </p:spPr>
          <p:style>
            <a:lnRef idx="2">
              <a:schemeClr val="accent3"/>
            </a:lnRef>
            <a:fillRef idx="0">
              <a:schemeClr val="accent3"/>
            </a:fillRef>
            <a:effectRef idx="1">
              <a:schemeClr val="accent3"/>
            </a:effectRef>
            <a:fontRef idx="minor">
              <a:schemeClr val="tx1"/>
            </a:fontRef>
          </p:style>
        </p:cxnSp>
        <p:sp>
          <p:nvSpPr>
            <p:cNvPr id="10" name="Google Shape;10105;p59"/>
            <p:cNvSpPr/>
            <p:nvPr/>
          </p:nvSpPr>
          <p:spPr>
            <a:xfrm>
              <a:off x="5455592" y="1236557"/>
              <a:ext cx="99071" cy="95191"/>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 name="Group 3"/>
          <p:cNvGrpSpPr/>
          <p:nvPr/>
        </p:nvGrpSpPr>
        <p:grpSpPr>
          <a:xfrm>
            <a:off x="304807" y="1471931"/>
            <a:ext cx="2795581" cy="411115"/>
            <a:chOff x="304807" y="1471931"/>
            <a:chExt cx="2795581" cy="411115"/>
          </a:xfrm>
        </p:grpSpPr>
        <p:sp>
          <p:nvSpPr>
            <p:cNvPr id="44" name="Google Shape;1855;p24"/>
            <p:cNvSpPr txBox="1">
              <a:spLocks/>
            </p:cNvSpPr>
            <p:nvPr/>
          </p:nvSpPr>
          <p:spPr>
            <a:xfrm>
              <a:off x="940034" y="1523847"/>
              <a:ext cx="2096060" cy="307282"/>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sz="1600">
                  <a:solidFill>
                    <a:schemeClr val="bg1">
                      <a:lumMod val="50000"/>
                    </a:schemeClr>
                  </a:solidFill>
                  <a:latin typeface="Arial" panose="020B0604020202020204" pitchFamily="34" charset="0"/>
                  <a:cs typeface="Arial" panose="020B0604020202020204" pitchFamily="34" charset="0"/>
                </a:rPr>
                <a:t>Dữ liệu đèn giao thông</a:t>
              </a:r>
            </a:p>
          </p:txBody>
        </p:sp>
        <p:grpSp>
          <p:nvGrpSpPr>
            <p:cNvPr id="12" name="Google Shape;3112;p57"/>
            <p:cNvGrpSpPr/>
            <p:nvPr/>
          </p:nvGrpSpPr>
          <p:grpSpPr>
            <a:xfrm>
              <a:off x="304807" y="1471931"/>
              <a:ext cx="2795581" cy="411115"/>
              <a:chOff x="4411970" y="3131459"/>
              <a:chExt cx="824448" cy="117397"/>
            </a:xfrm>
            <a:effectLst>
              <a:outerShdw blurRad="63500" sx="102000" sy="102000" algn="ctr" rotWithShape="0">
                <a:prstClr val="black">
                  <a:alpha val="40000"/>
                </a:prstClr>
              </a:outerShdw>
            </a:effectLst>
          </p:grpSpPr>
          <p:sp>
            <p:nvSpPr>
              <p:cNvPr id="13" name="Google Shape;3113;p57"/>
              <p:cNvSpPr/>
              <p:nvPr/>
            </p:nvSpPr>
            <p:spPr>
              <a:xfrm>
                <a:off x="4411970" y="3131459"/>
                <a:ext cx="824448" cy="117397"/>
              </a:xfrm>
              <a:custGeom>
                <a:avLst/>
                <a:gdLst/>
                <a:ahLst/>
                <a:cxnLst/>
                <a:rect l="l" t="t" r="r" b="b"/>
                <a:pathLst>
                  <a:path w="15736" h="2600" extrusionOk="0">
                    <a:moveTo>
                      <a:pt x="201" y="1"/>
                    </a:moveTo>
                    <a:cubicBezTo>
                      <a:pt x="90" y="1"/>
                      <a:pt x="1" y="90"/>
                      <a:pt x="1" y="201"/>
                    </a:cubicBezTo>
                    <a:lnTo>
                      <a:pt x="1" y="2400"/>
                    </a:lnTo>
                    <a:cubicBezTo>
                      <a:pt x="1" y="2510"/>
                      <a:pt x="90" y="2600"/>
                      <a:pt x="201" y="2600"/>
                    </a:cubicBezTo>
                    <a:lnTo>
                      <a:pt x="15537" y="2600"/>
                    </a:lnTo>
                    <a:cubicBezTo>
                      <a:pt x="15646" y="2600"/>
                      <a:pt x="15735" y="2510"/>
                      <a:pt x="15735" y="2400"/>
                    </a:cubicBezTo>
                    <a:lnTo>
                      <a:pt x="15735" y="201"/>
                    </a:lnTo>
                    <a:cubicBezTo>
                      <a:pt x="15735" y="90"/>
                      <a:pt x="15646" y="1"/>
                      <a:pt x="15537" y="1"/>
                    </a:cubicBezTo>
                    <a:close/>
                  </a:path>
                </a:pathLst>
              </a:custGeom>
              <a:noFill/>
              <a:ln w="9525" cap="flat" cmpd="sng">
                <a:solidFill>
                  <a:schemeClr val="accent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114;p57"/>
              <p:cNvSpPr/>
              <p:nvPr/>
            </p:nvSpPr>
            <p:spPr>
              <a:xfrm>
                <a:off x="4411970" y="3131459"/>
                <a:ext cx="168012" cy="117397"/>
              </a:xfrm>
              <a:custGeom>
                <a:avLst/>
                <a:gdLst/>
                <a:ahLst/>
                <a:cxnLst/>
                <a:rect l="l" t="t" r="r" b="b"/>
                <a:pathLst>
                  <a:path w="3721" h="2600" extrusionOk="0">
                    <a:moveTo>
                      <a:pt x="201" y="1"/>
                    </a:moveTo>
                    <a:cubicBezTo>
                      <a:pt x="90" y="1"/>
                      <a:pt x="1" y="90"/>
                      <a:pt x="1" y="201"/>
                    </a:cubicBezTo>
                    <a:lnTo>
                      <a:pt x="1" y="2400"/>
                    </a:lnTo>
                    <a:cubicBezTo>
                      <a:pt x="1" y="2510"/>
                      <a:pt x="90" y="2600"/>
                      <a:pt x="201" y="2600"/>
                    </a:cubicBezTo>
                    <a:lnTo>
                      <a:pt x="3721" y="2600"/>
                    </a:lnTo>
                    <a:lnTo>
                      <a:pt x="2925" y="1693"/>
                    </a:lnTo>
                    <a:lnTo>
                      <a:pt x="2925" y="1"/>
                    </a:lnTo>
                    <a:close/>
                  </a:path>
                </a:pathLst>
              </a:custGeom>
              <a:noFill/>
              <a:ln w="9525" cap="flat" cmpd="sng">
                <a:solidFill>
                  <a:schemeClr val="accent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1" name="Google Shape;1855;p24"/>
          <p:cNvSpPr txBox="1">
            <a:spLocks/>
          </p:cNvSpPr>
          <p:nvPr/>
        </p:nvSpPr>
        <p:spPr>
          <a:xfrm>
            <a:off x="1178290" y="4305307"/>
            <a:ext cx="2711882" cy="33782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r>
              <a:rPr lang="vi-VN" sz="1200" i="1">
                <a:solidFill>
                  <a:schemeClr val="bg1">
                    <a:lumMod val="50000"/>
                  </a:schemeClr>
                </a:solidFill>
                <a:latin typeface="Arial" panose="020B0604020202020204" pitchFamily="34" charset="0"/>
                <a:cs typeface="Arial" panose="020B0604020202020204" pitchFamily="34" charset="0"/>
              </a:rPr>
              <a:t>Một số hình ảnh </a:t>
            </a:r>
            <a:r>
              <a:rPr lang="en-US" sz="1200" i="1">
                <a:solidFill>
                  <a:schemeClr val="bg1">
                    <a:lumMod val="50000"/>
                  </a:schemeClr>
                </a:solidFill>
                <a:latin typeface="Arial" panose="020B0604020202020204" pitchFamily="34" charset="0"/>
                <a:cs typeface="Arial" panose="020B0604020202020204" pitchFamily="34" charset="0"/>
              </a:rPr>
              <a:t>đèn xanh </a:t>
            </a:r>
            <a:r>
              <a:rPr lang="vi-VN" sz="1200" i="1">
                <a:solidFill>
                  <a:schemeClr val="bg1">
                    <a:lumMod val="50000"/>
                  </a:schemeClr>
                </a:solidFill>
                <a:latin typeface="Arial" panose="020B0604020202020204" pitchFamily="34" charset="0"/>
                <a:cs typeface="Arial" panose="020B0604020202020204" pitchFamily="34" charset="0"/>
              </a:rPr>
              <a:t>trong tập free</a:t>
            </a:r>
            <a:endParaRPr lang="en-US" sz="1200" i="1">
              <a:solidFill>
                <a:schemeClr val="bg1">
                  <a:lumMod val="50000"/>
                </a:schemeClr>
              </a:solidFill>
              <a:latin typeface="Arial" panose="020B0604020202020204" pitchFamily="34" charset="0"/>
              <a:cs typeface="Arial" panose="020B0604020202020204" pitchFamily="34" charset="0"/>
            </a:endParaRPr>
          </a:p>
        </p:txBody>
      </p:sp>
      <p:sp>
        <p:nvSpPr>
          <p:cNvPr id="22" name="Google Shape;1855;p24"/>
          <p:cNvSpPr txBox="1">
            <a:spLocks/>
          </p:cNvSpPr>
          <p:nvPr/>
        </p:nvSpPr>
        <p:spPr>
          <a:xfrm>
            <a:off x="5455592" y="4305306"/>
            <a:ext cx="2872620" cy="33782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r>
              <a:rPr lang="vi-VN" sz="1200" i="1">
                <a:solidFill>
                  <a:schemeClr val="bg1">
                    <a:lumMod val="50000"/>
                  </a:schemeClr>
                </a:solidFill>
                <a:latin typeface="Arial" panose="020B0604020202020204" pitchFamily="34" charset="0"/>
                <a:cs typeface="Arial" panose="020B0604020202020204" pitchFamily="34" charset="0"/>
              </a:rPr>
              <a:t>Một số hình ảnh</a:t>
            </a:r>
            <a:r>
              <a:rPr lang="en-US" sz="1200" i="1">
                <a:solidFill>
                  <a:schemeClr val="bg1">
                    <a:lumMod val="50000"/>
                  </a:schemeClr>
                </a:solidFill>
                <a:latin typeface="Arial" panose="020B0604020202020204" pitchFamily="34" charset="0"/>
                <a:cs typeface="Arial" panose="020B0604020202020204" pitchFamily="34" charset="0"/>
              </a:rPr>
              <a:t> đèn đỏ</a:t>
            </a:r>
            <a:r>
              <a:rPr lang="vi-VN" sz="1200" i="1">
                <a:solidFill>
                  <a:schemeClr val="bg1">
                    <a:lumMod val="50000"/>
                  </a:schemeClr>
                </a:solidFill>
                <a:latin typeface="Arial" panose="020B0604020202020204" pitchFamily="34" charset="0"/>
                <a:cs typeface="Arial" panose="020B0604020202020204" pitchFamily="34" charset="0"/>
              </a:rPr>
              <a:t> trong tập block</a:t>
            </a:r>
            <a:r>
              <a:rPr lang="en-US" sz="1200" i="1">
                <a:solidFill>
                  <a:schemeClr val="bg1">
                    <a:lumMod val="50000"/>
                  </a:schemeClr>
                </a:solidFill>
                <a:latin typeface="Arial" panose="020B0604020202020204" pitchFamily="34" charset="0"/>
                <a:cs typeface="Arial" panose="020B0604020202020204" pitchFamily="34" charset="0"/>
              </a:rPr>
              <a:t>ed</a:t>
            </a:r>
          </a:p>
        </p:txBody>
      </p:sp>
      <p:pic>
        <p:nvPicPr>
          <p:cNvPr id="16" name="Picture 15"/>
          <p:cNvPicPr/>
          <p:nvPr/>
        </p:nvPicPr>
        <p:blipFill rotWithShape="1">
          <a:blip r:embed="rId2"/>
          <a:srcRect r="27314"/>
          <a:stretch/>
        </p:blipFill>
        <p:spPr>
          <a:xfrm>
            <a:off x="263989" y="2005468"/>
            <a:ext cx="4184026" cy="2155825"/>
          </a:xfrm>
          <a:prstGeom prst="rect">
            <a:avLst/>
          </a:prstGeom>
        </p:spPr>
      </p:pic>
      <p:pic>
        <p:nvPicPr>
          <p:cNvPr id="17" name="Picture 16"/>
          <p:cNvPicPr/>
          <p:nvPr/>
        </p:nvPicPr>
        <p:blipFill rotWithShape="1">
          <a:blip r:embed="rId3"/>
          <a:srcRect r="27288"/>
          <a:stretch/>
        </p:blipFill>
        <p:spPr>
          <a:xfrm>
            <a:off x="4625282" y="2005468"/>
            <a:ext cx="4185506" cy="2163445"/>
          </a:xfrm>
          <a:prstGeom prst="rect">
            <a:avLst/>
          </a:prstGeom>
        </p:spPr>
      </p:pic>
      <p:grpSp>
        <p:nvGrpSpPr>
          <p:cNvPr id="18" name="Group 17"/>
          <p:cNvGrpSpPr/>
          <p:nvPr/>
        </p:nvGrpSpPr>
        <p:grpSpPr>
          <a:xfrm>
            <a:off x="2194296" y="433071"/>
            <a:ext cx="3930733" cy="350702"/>
            <a:chOff x="2194296" y="433071"/>
            <a:chExt cx="3930733" cy="350702"/>
          </a:xfrm>
        </p:grpSpPr>
        <p:sp>
          <p:nvSpPr>
            <p:cNvPr id="23" name="Parallelogram 22"/>
            <p:cNvSpPr/>
            <p:nvPr/>
          </p:nvSpPr>
          <p:spPr>
            <a:xfrm>
              <a:off x="2194296" y="433071"/>
              <a:ext cx="3930733" cy="343444"/>
            </a:xfrm>
            <a:prstGeom prst="parallelogram">
              <a:avLst>
                <a:gd name="adj" fmla="val 9962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Google Shape;1856;p24"/>
            <p:cNvSpPr txBox="1">
              <a:spLocks/>
            </p:cNvSpPr>
            <p:nvPr/>
          </p:nvSpPr>
          <p:spPr>
            <a:xfrm>
              <a:off x="2363519" y="440329"/>
              <a:ext cx="3592286" cy="3434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2000" b="1">
                  <a:solidFill>
                    <a:schemeClr val="tx1"/>
                  </a:solidFill>
                  <a:latin typeface="Arial" panose="020B0604020202020204" pitchFamily="34" charset="0"/>
                  <a:cs typeface="Arial" panose="020B0604020202020204" pitchFamily="34" charset="0"/>
                </a:rPr>
                <a:t>XÂY DỰNG MÔ HÌNH</a:t>
              </a:r>
            </a:p>
          </p:txBody>
        </p:sp>
      </p:grpSp>
      <p:sp>
        <p:nvSpPr>
          <p:cNvPr id="19" name="TextBox 18"/>
          <p:cNvSpPr txBox="1"/>
          <p:nvPr/>
        </p:nvSpPr>
        <p:spPr>
          <a:xfrm>
            <a:off x="8723086" y="4702628"/>
            <a:ext cx="284052" cy="307777"/>
          </a:xfrm>
          <a:prstGeom prst="rect">
            <a:avLst/>
          </a:prstGeom>
          <a:noFill/>
        </p:spPr>
        <p:txBody>
          <a:bodyPr wrap="none" rtlCol="0">
            <a:spAutoFit/>
          </a:bodyPr>
          <a:lstStyle/>
          <a:p>
            <a:fld id="{3B13CC22-955F-4C18-B43E-F8F0DA7FF5AB}" type="slidenum">
              <a:rPr lang="en-US" smtClean="0"/>
              <a:t>22</a:t>
            </a:fld>
            <a:endParaRPr lang="en-US"/>
          </a:p>
        </p:txBody>
      </p:sp>
    </p:spTree>
    <p:extLst>
      <p:ext uri="{BB962C8B-B14F-4D97-AF65-F5344CB8AC3E}">
        <p14:creationId xmlns:p14="http://schemas.microsoft.com/office/powerpoint/2010/main" val="3437531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250"/>
                                        <p:tgtEl>
                                          <p:spTgt spid="3"/>
                                        </p:tgtEl>
                                        <p:attrNameLst>
                                          <p:attrName>ppt_x</p:attrName>
                                        </p:attrNameLst>
                                      </p:cBhvr>
                                      <p:tavLst>
                                        <p:tav tm="0">
                                          <p:val>
                                            <p:strVal val="#ppt_x-#ppt_w*1.125000"/>
                                          </p:val>
                                        </p:tav>
                                        <p:tav tm="100000">
                                          <p:val>
                                            <p:strVal val="#ppt_x"/>
                                          </p:val>
                                        </p:tav>
                                      </p:tavLst>
                                    </p:anim>
                                    <p:animEffect transition="in" filter="wipe(right)">
                                      <p:cBhvr>
                                        <p:cTn id="8" dur="250"/>
                                        <p:tgtEl>
                                          <p:spTgt spid="3"/>
                                        </p:tgtEl>
                                      </p:cBhvr>
                                    </p:animEffect>
                                  </p:childTnLst>
                                </p:cTn>
                              </p:par>
                            </p:childTnLst>
                          </p:cTn>
                        </p:par>
                        <p:par>
                          <p:cTn id="9" fill="hold">
                            <p:stCondLst>
                              <p:cond delay="250"/>
                            </p:stCondLst>
                            <p:childTnLst>
                              <p:par>
                                <p:cTn id="10" presetID="12" presetClass="entr" presetSubtype="8" fill="hold" grpId="1"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250"/>
                                        <p:tgtEl>
                                          <p:spTgt spid="6"/>
                                        </p:tgtEl>
                                        <p:attrNameLst>
                                          <p:attrName>ppt_x</p:attrName>
                                        </p:attrNameLst>
                                      </p:cBhvr>
                                      <p:tavLst>
                                        <p:tav tm="0">
                                          <p:val>
                                            <p:strVal val="#ppt_x-#ppt_w*1.125000"/>
                                          </p:val>
                                        </p:tav>
                                        <p:tav tm="100000">
                                          <p:val>
                                            <p:strVal val="#ppt_x"/>
                                          </p:val>
                                        </p:tav>
                                      </p:tavLst>
                                    </p:anim>
                                    <p:animEffect transition="in" filter="wipe(right)">
                                      <p:cBhvr>
                                        <p:cTn id="13" dur="250"/>
                                        <p:tgtEl>
                                          <p:spTgt spid="6"/>
                                        </p:tgtEl>
                                      </p:cBhvr>
                                    </p:animEffect>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250"/>
                                        <p:tgtEl>
                                          <p:spTgt spid="4"/>
                                        </p:tgtEl>
                                      </p:cBhvr>
                                    </p:animEffect>
                                  </p:childTnLst>
                                </p:cTn>
                              </p:par>
                            </p:childTnLst>
                          </p:cTn>
                        </p:par>
                        <p:par>
                          <p:cTn id="18" fill="hold">
                            <p:stCondLst>
                              <p:cond delay="750"/>
                            </p:stCondLst>
                            <p:childTnLst>
                              <p:par>
                                <p:cTn id="19" presetID="53" presetClass="entr" presetSubtype="16" fill="hold" nodeType="after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p:cTn id="21" dur="500" fill="hold"/>
                                        <p:tgtEl>
                                          <p:spTgt spid="16"/>
                                        </p:tgtEl>
                                        <p:attrNameLst>
                                          <p:attrName>ppt_w</p:attrName>
                                        </p:attrNameLst>
                                      </p:cBhvr>
                                      <p:tavLst>
                                        <p:tav tm="0">
                                          <p:val>
                                            <p:fltVal val="0"/>
                                          </p:val>
                                        </p:tav>
                                        <p:tav tm="100000">
                                          <p:val>
                                            <p:strVal val="#ppt_w"/>
                                          </p:val>
                                        </p:tav>
                                      </p:tavLst>
                                    </p:anim>
                                    <p:anim calcmode="lin" valueType="num">
                                      <p:cBhvr>
                                        <p:cTn id="22" dur="500" fill="hold"/>
                                        <p:tgtEl>
                                          <p:spTgt spid="16"/>
                                        </p:tgtEl>
                                        <p:attrNameLst>
                                          <p:attrName>ppt_h</p:attrName>
                                        </p:attrNameLst>
                                      </p:cBhvr>
                                      <p:tavLst>
                                        <p:tav tm="0">
                                          <p:val>
                                            <p:fltVal val="0"/>
                                          </p:val>
                                        </p:tav>
                                        <p:tav tm="100000">
                                          <p:val>
                                            <p:strVal val="#ppt_h"/>
                                          </p:val>
                                        </p:tav>
                                      </p:tavLst>
                                    </p:anim>
                                    <p:animEffect transition="in" filter="fade">
                                      <p:cBhvr>
                                        <p:cTn id="23" dur="500"/>
                                        <p:tgtEl>
                                          <p:spTgt spid="16"/>
                                        </p:tgtEl>
                                      </p:cBhvr>
                                    </p:animEffect>
                                  </p:childTnLst>
                                </p:cTn>
                              </p:par>
                              <p:par>
                                <p:cTn id="24" presetID="53" presetClass="entr" presetSubtype="16" fill="hold" nodeType="withEffect">
                                  <p:stCondLst>
                                    <p:cond delay="0"/>
                                  </p:stCondLst>
                                  <p:childTnLst>
                                    <p:set>
                                      <p:cBhvr>
                                        <p:cTn id="25" dur="1" fill="hold">
                                          <p:stCondLst>
                                            <p:cond delay="0"/>
                                          </p:stCondLst>
                                        </p:cTn>
                                        <p:tgtEl>
                                          <p:spTgt spid="17"/>
                                        </p:tgtEl>
                                        <p:attrNameLst>
                                          <p:attrName>style.visibility</p:attrName>
                                        </p:attrNameLst>
                                      </p:cBhvr>
                                      <p:to>
                                        <p:strVal val="visible"/>
                                      </p:to>
                                    </p:set>
                                    <p:anim calcmode="lin" valueType="num">
                                      <p:cBhvr>
                                        <p:cTn id="26" dur="500" fill="hold"/>
                                        <p:tgtEl>
                                          <p:spTgt spid="17"/>
                                        </p:tgtEl>
                                        <p:attrNameLst>
                                          <p:attrName>ppt_w</p:attrName>
                                        </p:attrNameLst>
                                      </p:cBhvr>
                                      <p:tavLst>
                                        <p:tav tm="0">
                                          <p:val>
                                            <p:fltVal val="0"/>
                                          </p:val>
                                        </p:tav>
                                        <p:tav tm="100000">
                                          <p:val>
                                            <p:strVal val="#ppt_w"/>
                                          </p:val>
                                        </p:tav>
                                      </p:tavLst>
                                    </p:anim>
                                    <p:anim calcmode="lin" valueType="num">
                                      <p:cBhvr>
                                        <p:cTn id="27" dur="500" fill="hold"/>
                                        <p:tgtEl>
                                          <p:spTgt spid="17"/>
                                        </p:tgtEl>
                                        <p:attrNameLst>
                                          <p:attrName>ppt_h</p:attrName>
                                        </p:attrNameLst>
                                      </p:cBhvr>
                                      <p:tavLst>
                                        <p:tav tm="0">
                                          <p:val>
                                            <p:fltVal val="0"/>
                                          </p:val>
                                        </p:tav>
                                        <p:tav tm="100000">
                                          <p:val>
                                            <p:strVal val="#ppt_h"/>
                                          </p:val>
                                        </p:tav>
                                      </p:tavLst>
                                    </p:anim>
                                    <p:animEffect transition="in" filter="fade">
                                      <p:cBhvr>
                                        <p:cTn id="28" dur="500"/>
                                        <p:tgtEl>
                                          <p:spTgt spid="17"/>
                                        </p:tgtEl>
                                      </p:cBhvr>
                                    </p:animEffect>
                                  </p:childTnLst>
                                </p:cTn>
                              </p:par>
                              <p:par>
                                <p:cTn id="29" presetID="22" presetClass="entr" presetSubtype="4" fill="hold" grpId="1"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wipe(down)">
                                      <p:cBhvr>
                                        <p:cTn id="31" dur="500"/>
                                        <p:tgtEl>
                                          <p:spTgt spid="21"/>
                                        </p:tgtEl>
                                      </p:cBhvr>
                                    </p:animEffect>
                                  </p:childTnLst>
                                </p:cTn>
                              </p:par>
                              <p:par>
                                <p:cTn id="32" presetID="22" presetClass="entr" presetSubtype="4" fill="hold" grpId="1"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wipe(down)">
                                      <p:cBhvr>
                                        <p:cTn id="3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44" grpId="0"/>
      <p:bldP spid="21" grpId="0"/>
      <p:bldP spid="21" grpId="1"/>
      <p:bldP spid="22" grpId="0"/>
      <p:bldP spid="22" grpId="1"/>
      <p:bldP spid="23" grpId="0" animBg="1"/>
      <p:bldP spid="24"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510EA0-B217-47E0-5293-5FD818D7A20F}"/>
              </a:ext>
            </a:extLst>
          </p:cNvPr>
          <p:cNvPicPr>
            <a:picLocks noChangeAspect="1"/>
          </p:cNvPicPr>
          <p:nvPr/>
        </p:nvPicPr>
        <p:blipFill>
          <a:blip r:embed="rId3"/>
          <a:stretch>
            <a:fillRect/>
          </a:stretch>
        </p:blipFill>
        <p:spPr>
          <a:xfrm>
            <a:off x="1794293" y="1772932"/>
            <a:ext cx="4912691" cy="3083584"/>
          </a:xfrm>
          <a:prstGeom prst="rect">
            <a:avLst/>
          </a:prstGeom>
        </p:spPr>
      </p:pic>
      <p:grpSp>
        <p:nvGrpSpPr>
          <p:cNvPr id="4" name="Group 3"/>
          <p:cNvGrpSpPr/>
          <p:nvPr/>
        </p:nvGrpSpPr>
        <p:grpSpPr>
          <a:xfrm>
            <a:off x="304807" y="1471931"/>
            <a:ext cx="2425940" cy="411115"/>
            <a:chOff x="304807" y="1471931"/>
            <a:chExt cx="2425940" cy="411115"/>
          </a:xfrm>
        </p:grpSpPr>
        <p:sp>
          <p:nvSpPr>
            <p:cNvPr id="46" name="Google Shape;1855;p24"/>
            <p:cNvSpPr txBox="1">
              <a:spLocks/>
            </p:cNvSpPr>
            <p:nvPr/>
          </p:nvSpPr>
          <p:spPr>
            <a:xfrm>
              <a:off x="857839" y="1524405"/>
              <a:ext cx="1872908" cy="307282"/>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sz="1600">
                  <a:solidFill>
                    <a:schemeClr val="bg1">
                      <a:lumMod val="50000"/>
                    </a:schemeClr>
                  </a:solidFill>
                  <a:latin typeface="Arial" panose="020B0604020202020204" pitchFamily="34" charset="0"/>
                  <a:cs typeface="Arial" panose="020B0604020202020204" pitchFamily="34" charset="0"/>
                </a:rPr>
                <a:t>Áp dụng mô hình</a:t>
              </a:r>
            </a:p>
          </p:txBody>
        </p:sp>
        <p:grpSp>
          <p:nvGrpSpPr>
            <p:cNvPr id="47" name="Google Shape;3112;p57"/>
            <p:cNvGrpSpPr/>
            <p:nvPr/>
          </p:nvGrpSpPr>
          <p:grpSpPr>
            <a:xfrm>
              <a:off x="304807" y="1471931"/>
              <a:ext cx="2409268" cy="411115"/>
              <a:chOff x="4411970" y="3131459"/>
              <a:chExt cx="710520" cy="117397"/>
            </a:xfrm>
            <a:effectLst>
              <a:outerShdw blurRad="63500" sx="102000" sy="102000" algn="ctr" rotWithShape="0">
                <a:prstClr val="black">
                  <a:alpha val="40000"/>
                </a:prstClr>
              </a:outerShdw>
            </a:effectLst>
          </p:grpSpPr>
          <p:sp>
            <p:nvSpPr>
              <p:cNvPr id="48" name="Google Shape;3113;p57"/>
              <p:cNvSpPr/>
              <p:nvPr/>
            </p:nvSpPr>
            <p:spPr>
              <a:xfrm>
                <a:off x="4411970" y="3131459"/>
                <a:ext cx="710520" cy="117397"/>
              </a:xfrm>
              <a:custGeom>
                <a:avLst/>
                <a:gdLst/>
                <a:ahLst/>
                <a:cxnLst/>
                <a:rect l="l" t="t" r="r" b="b"/>
                <a:pathLst>
                  <a:path w="15736" h="2600" extrusionOk="0">
                    <a:moveTo>
                      <a:pt x="201" y="1"/>
                    </a:moveTo>
                    <a:cubicBezTo>
                      <a:pt x="90" y="1"/>
                      <a:pt x="1" y="90"/>
                      <a:pt x="1" y="201"/>
                    </a:cubicBezTo>
                    <a:lnTo>
                      <a:pt x="1" y="2400"/>
                    </a:lnTo>
                    <a:cubicBezTo>
                      <a:pt x="1" y="2510"/>
                      <a:pt x="90" y="2600"/>
                      <a:pt x="201" y="2600"/>
                    </a:cubicBezTo>
                    <a:lnTo>
                      <a:pt x="15537" y="2600"/>
                    </a:lnTo>
                    <a:cubicBezTo>
                      <a:pt x="15646" y="2600"/>
                      <a:pt x="15735" y="2510"/>
                      <a:pt x="15735" y="2400"/>
                    </a:cubicBezTo>
                    <a:lnTo>
                      <a:pt x="15735" y="201"/>
                    </a:lnTo>
                    <a:cubicBezTo>
                      <a:pt x="15735" y="90"/>
                      <a:pt x="15646" y="1"/>
                      <a:pt x="15537" y="1"/>
                    </a:cubicBezTo>
                    <a:close/>
                  </a:path>
                </a:pathLst>
              </a:custGeom>
              <a:noFill/>
              <a:ln w="9525" cap="flat" cmpd="sng">
                <a:solidFill>
                  <a:schemeClr val="accent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3114;p57"/>
              <p:cNvSpPr/>
              <p:nvPr/>
            </p:nvSpPr>
            <p:spPr>
              <a:xfrm>
                <a:off x="4411970" y="3131459"/>
                <a:ext cx="168012" cy="117397"/>
              </a:xfrm>
              <a:custGeom>
                <a:avLst/>
                <a:gdLst/>
                <a:ahLst/>
                <a:cxnLst/>
                <a:rect l="l" t="t" r="r" b="b"/>
                <a:pathLst>
                  <a:path w="3721" h="2600" extrusionOk="0">
                    <a:moveTo>
                      <a:pt x="201" y="1"/>
                    </a:moveTo>
                    <a:cubicBezTo>
                      <a:pt x="90" y="1"/>
                      <a:pt x="1" y="90"/>
                      <a:pt x="1" y="201"/>
                    </a:cubicBezTo>
                    <a:lnTo>
                      <a:pt x="1" y="2400"/>
                    </a:lnTo>
                    <a:cubicBezTo>
                      <a:pt x="1" y="2510"/>
                      <a:pt x="90" y="2600"/>
                      <a:pt x="201" y="2600"/>
                    </a:cubicBezTo>
                    <a:lnTo>
                      <a:pt x="3721" y="2600"/>
                    </a:lnTo>
                    <a:lnTo>
                      <a:pt x="2925" y="1693"/>
                    </a:lnTo>
                    <a:lnTo>
                      <a:pt x="2925" y="1"/>
                    </a:lnTo>
                    <a:close/>
                  </a:path>
                </a:pathLst>
              </a:custGeom>
              <a:noFill/>
              <a:ln w="9525" cap="flat" cmpd="sng">
                <a:solidFill>
                  <a:schemeClr val="accent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7" name="Google Shape;1855;p24"/>
          <p:cNvSpPr txBox="1">
            <a:spLocks/>
          </p:cNvSpPr>
          <p:nvPr/>
        </p:nvSpPr>
        <p:spPr>
          <a:xfrm>
            <a:off x="589659" y="4479744"/>
            <a:ext cx="4503605" cy="33782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r>
              <a:rPr lang="vi-VN" sz="1200" i="1">
                <a:solidFill>
                  <a:schemeClr val="bg1">
                    <a:lumMod val="50000"/>
                  </a:schemeClr>
                </a:solidFill>
                <a:latin typeface="Arial" panose="020B0604020202020204" pitchFamily="34" charset="0"/>
                <a:cs typeface="Arial" panose="020B0604020202020204" pitchFamily="34" charset="0"/>
              </a:rPr>
              <a:t>Quy trình hoạt động áp dụng mô hình để điều khiển động cơ tuân thủ tín hiệu đèn giao thông bằng phương pháp Reactive Control</a:t>
            </a:r>
            <a:r>
              <a:rPr lang="en-US" sz="1200" i="1">
                <a:solidFill>
                  <a:schemeClr val="bg1">
                    <a:lumMod val="50000"/>
                  </a:schemeClr>
                </a:solidFill>
                <a:latin typeface="Arial" panose="020B0604020202020204" pitchFamily="34" charset="0"/>
                <a:cs typeface="Arial" panose="020B0604020202020204" pitchFamily="34" charset="0"/>
              </a:rPr>
              <a:t>.</a:t>
            </a:r>
          </a:p>
        </p:txBody>
      </p:sp>
      <p:grpSp>
        <p:nvGrpSpPr>
          <p:cNvPr id="15" name="Google Shape;9752;p89"/>
          <p:cNvGrpSpPr/>
          <p:nvPr/>
        </p:nvGrpSpPr>
        <p:grpSpPr>
          <a:xfrm>
            <a:off x="7491714" y="3936975"/>
            <a:ext cx="1060376" cy="698126"/>
            <a:chOff x="5727616" y="4204699"/>
            <a:chExt cx="440505" cy="290018"/>
          </a:xfrm>
          <a:solidFill>
            <a:schemeClr val="tx2">
              <a:lumMod val="50000"/>
            </a:schemeClr>
          </a:solidFill>
          <a:effectLst>
            <a:outerShdw blurRad="50800" dist="38100" dir="5400000" algn="t" rotWithShape="0">
              <a:prstClr val="black">
                <a:alpha val="40000"/>
              </a:prstClr>
            </a:outerShdw>
          </a:effectLst>
        </p:grpSpPr>
        <p:sp>
          <p:nvSpPr>
            <p:cNvPr id="16" name="Google Shape;9753;p89"/>
            <p:cNvSpPr/>
            <p:nvPr/>
          </p:nvSpPr>
          <p:spPr>
            <a:xfrm>
              <a:off x="5727616" y="4204699"/>
              <a:ext cx="440505" cy="290018"/>
            </a:xfrm>
            <a:custGeom>
              <a:avLst/>
              <a:gdLst/>
              <a:ahLst/>
              <a:cxnLst/>
              <a:rect l="l" t="t" r="r" b="b"/>
              <a:pathLst>
                <a:path w="13872" h="9133" extrusionOk="0">
                  <a:moveTo>
                    <a:pt x="13145" y="4465"/>
                  </a:moveTo>
                  <a:lnTo>
                    <a:pt x="13145" y="4870"/>
                  </a:lnTo>
                  <a:lnTo>
                    <a:pt x="12752" y="4870"/>
                  </a:lnTo>
                  <a:lnTo>
                    <a:pt x="12752" y="4465"/>
                  </a:lnTo>
                  <a:close/>
                  <a:moveTo>
                    <a:pt x="1275" y="3941"/>
                  </a:moveTo>
                  <a:lnTo>
                    <a:pt x="1275" y="4430"/>
                  </a:lnTo>
                  <a:cubicBezTo>
                    <a:pt x="1275" y="4775"/>
                    <a:pt x="1013" y="5049"/>
                    <a:pt x="668" y="5049"/>
                  </a:cubicBezTo>
                  <a:lnTo>
                    <a:pt x="418" y="5049"/>
                  </a:lnTo>
                  <a:cubicBezTo>
                    <a:pt x="501" y="4549"/>
                    <a:pt x="810" y="4120"/>
                    <a:pt x="1275" y="3941"/>
                  </a:cubicBezTo>
                  <a:close/>
                  <a:moveTo>
                    <a:pt x="9121" y="417"/>
                  </a:moveTo>
                  <a:cubicBezTo>
                    <a:pt x="9562" y="417"/>
                    <a:pt x="9978" y="620"/>
                    <a:pt x="10252" y="977"/>
                  </a:cubicBezTo>
                  <a:lnTo>
                    <a:pt x="12205" y="3584"/>
                  </a:lnTo>
                  <a:cubicBezTo>
                    <a:pt x="12240" y="3632"/>
                    <a:pt x="12300" y="3656"/>
                    <a:pt x="12360" y="3656"/>
                  </a:cubicBezTo>
                  <a:lnTo>
                    <a:pt x="13312" y="3656"/>
                  </a:lnTo>
                  <a:cubicBezTo>
                    <a:pt x="13431" y="3656"/>
                    <a:pt x="13514" y="3775"/>
                    <a:pt x="13467" y="3882"/>
                  </a:cubicBezTo>
                  <a:lnTo>
                    <a:pt x="13372" y="4060"/>
                  </a:lnTo>
                  <a:lnTo>
                    <a:pt x="12574" y="4060"/>
                  </a:lnTo>
                  <a:cubicBezTo>
                    <a:pt x="12455" y="4060"/>
                    <a:pt x="12360" y="4156"/>
                    <a:pt x="12360" y="4275"/>
                  </a:cubicBezTo>
                  <a:lnTo>
                    <a:pt x="12360" y="5084"/>
                  </a:lnTo>
                  <a:cubicBezTo>
                    <a:pt x="12360" y="5203"/>
                    <a:pt x="12455" y="5299"/>
                    <a:pt x="12574" y="5299"/>
                  </a:cubicBezTo>
                  <a:lnTo>
                    <a:pt x="13181" y="5299"/>
                  </a:lnTo>
                  <a:lnTo>
                    <a:pt x="13181" y="5596"/>
                  </a:lnTo>
                  <a:cubicBezTo>
                    <a:pt x="13181" y="5787"/>
                    <a:pt x="13252" y="5977"/>
                    <a:pt x="13395" y="6096"/>
                  </a:cubicBezTo>
                  <a:cubicBezTo>
                    <a:pt x="13455" y="6156"/>
                    <a:pt x="13479" y="6227"/>
                    <a:pt x="13479" y="6323"/>
                  </a:cubicBezTo>
                  <a:lnTo>
                    <a:pt x="13479" y="6692"/>
                  </a:lnTo>
                  <a:lnTo>
                    <a:pt x="13443" y="6692"/>
                  </a:lnTo>
                  <a:cubicBezTo>
                    <a:pt x="13443" y="7037"/>
                    <a:pt x="13181" y="7311"/>
                    <a:pt x="12836" y="7311"/>
                  </a:cubicBezTo>
                  <a:lnTo>
                    <a:pt x="12526" y="7311"/>
                  </a:lnTo>
                  <a:cubicBezTo>
                    <a:pt x="12419" y="6501"/>
                    <a:pt x="11740" y="5894"/>
                    <a:pt x="10919" y="5894"/>
                  </a:cubicBezTo>
                  <a:cubicBezTo>
                    <a:pt x="10097" y="5894"/>
                    <a:pt x="9419" y="6513"/>
                    <a:pt x="9312" y="7311"/>
                  </a:cubicBezTo>
                  <a:lnTo>
                    <a:pt x="4061" y="7311"/>
                  </a:lnTo>
                  <a:cubicBezTo>
                    <a:pt x="3954" y="6501"/>
                    <a:pt x="3275" y="5894"/>
                    <a:pt x="2454" y="5894"/>
                  </a:cubicBezTo>
                  <a:cubicBezTo>
                    <a:pt x="1632" y="5894"/>
                    <a:pt x="965" y="6501"/>
                    <a:pt x="846" y="7275"/>
                  </a:cubicBezTo>
                  <a:cubicBezTo>
                    <a:pt x="608" y="7204"/>
                    <a:pt x="429" y="6966"/>
                    <a:pt x="429" y="6692"/>
                  </a:cubicBezTo>
                  <a:lnTo>
                    <a:pt x="429" y="5465"/>
                  </a:lnTo>
                  <a:lnTo>
                    <a:pt x="691" y="5465"/>
                  </a:lnTo>
                  <a:cubicBezTo>
                    <a:pt x="1263" y="5465"/>
                    <a:pt x="1703" y="5001"/>
                    <a:pt x="1703" y="4453"/>
                  </a:cubicBezTo>
                  <a:lnTo>
                    <a:pt x="1703" y="3822"/>
                  </a:lnTo>
                  <a:lnTo>
                    <a:pt x="2406" y="3644"/>
                  </a:lnTo>
                  <a:cubicBezTo>
                    <a:pt x="2465" y="3632"/>
                    <a:pt x="2513" y="3596"/>
                    <a:pt x="2525" y="3560"/>
                  </a:cubicBezTo>
                  <a:lnTo>
                    <a:pt x="3954" y="1120"/>
                  </a:lnTo>
                  <a:cubicBezTo>
                    <a:pt x="4204" y="679"/>
                    <a:pt x="4680" y="417"/>
                    <a:pt x="5180" y="417"/>
                  </a:cubicBezTo>
                  <a:close/>
                  <a:moveTo>
                    <a:pt x="2430" y="6275"/>
                  </a:moveTo>
                  <a:cubicBezTo>
                    <a:pt x="3108" y="6275"/>
                    <a:pt x="3656" y="6823"/>
                    <a:pt x="3656" y="7501"/>
                  </a:cubicBezTo>
                  <a:cubicBezTo>
                    <a:pt x="3656" y="8168"/>
                    <a:pt x="3108" y="8716"/>
                    <a:pt x="2430" y="8716"/>
                  </a:cubicBezTo>
                  <a:cubicBezTo>
                    <a:pt x="1763" y="8716"/>
                    <a:pt x="1215" y="8168"/>
                    <a:pt x="1215" y="7501"/>
                  </a:cubicBezTo>
                  <a:cubicBezTo>
                    <a:pt x="1215" y="6823"/>
                    <a:pt x="1763" y="6275"/>
                    <a:pt x="2430" y="6275"/>
                  </a:cubicBezTo>
                  <a:close/>
                  <a:moveTo>
                    <a:pt x="10919" y="6275"/>
                  </a:moveTo>
                  <a:cubicBezTo>
                    <a:pt x="11586" y="6275"/>
                    <a:pt x="12145" y="6823"/>
                    <a:pt x="12145" y="7501"/>
                  </a:cubicBezTo>
                  <a:cubicBezTo>
                    <a:pt x="12145" y="8168"/>
                    <a:pt x="11586" y="8716"/>
                    <a:pt x="10919" y="8716"/>
                  </a:cubicBezTo>
                  <a:cubicBezTo>
                    <a:pt x="10252" y="8716"/>
                    <a:pt x="9693" y="8168"/>
                    <a:pt x="9693" y="7501"/>
                  </a:cubicBezTo>
                  <a:cubicBezTo>
                    <a:pt x="9693" y="6823"/>
                    <a:pt x="10252" y="6275"/>
                    <a:pt x="10919" y="6275"/>
                  </a:cubicBezTo>
                  <a:close/>
                  <a:moveTo>
                    <a:pt x="5144" y="0"/>
                  </a:moveTo>
                  <a:cubicBezTo>
                    <a:pt x="4501" y="0"/>
                    <a:pt x="3894" y="334"/>
                    <a:pt x="3573" y="905"/>
                  </a:cubicBezTo>
                  <a:lnTo>
                    <a:pt x="2180" y="3275"/>
                  </a:lnTo>
                  <a:lnTo>
                    <a:pt x="1430" y="3465"/>
                  </a:lnTo>
                  <a:cubicBezTo>
                    <a:pt x="489" y="3703"/>
                    <a:pt x="1" y="4477"/>
                    <a:pt x="1" y="5251"/>
                  </a:cubicBezTo>
                  <a:lnTo>
                    <a:pt x="1" y="6692"/>
                  </a:lnTo>
                  <a:cubicBezTo>
                    <a:pt x="1" y="7180"/>
                    <a:pt x="358" y="7608"/>
                    <a:pt x="810" y="7692"/>
                  </a:cubicBezTo>
                  <a:cubicBezTo>
                    <a:pt x="906" y="8501"/>
                    <a:pt x="1584" y="9132"/>
                    <a:pt x="2418" y="9132"/>
                  </a:cubicBezTo>
                  <a:cubicBezTo>
                    <a:pt x="3251" y="9132"/>
                    <a:pt x="3930" y="8513"/>
                    <a:pt x="4025" y="7728"/>
                  </a:cubicBezTo>
                  <a:lnTo>
                    <a:pt x="9300" y="7728"/>
                  </a:lnTo>
                  <a:cubicBezTo>
                    <a:pt x="9407" y="8525"/>
                    <a:pt x="10085" y="9132"/>
                    <a:pt x="10907" y="9132"/>
                  </a:cubicBezTo>
                  <a:cubicBezTo>
                    <a:pt x="11740" y="9132"/>
                    <a:pt x="12407" y="8513"/>
                    <a:pt x="12514" y="7728"/>
                  </a:cubicBezTo>
                  <a:lnTo>
                    <a:pt x="12824" y="7728"/>
                  </a:lnTo>
                  <a:cubicBezTo>
                    <a:pt x="13395" y="7728"/>
                    <a:pt x="13836" y="7263"/>
                    <a:pt x="13836" y="6716"/>
                  </a:cubicBezTo>
                  <a:lnTo>
                    <a:pt x="13836" y="6299"/>
                  </a:lnTo>
                  <a:cubicBezTo>
                    <a:pt x="13848" y="6096"/>
                    <a:pt x="13776" y="5918"/>
                    <a:pt x="13645" y="5787"/>
                  </a:cubicBezTo>
                  <a:cubicBezTo>
                    <a:pt x="13586" y="5727"/>
                    <a:pt x="13550" y="5656"/>
                    <a:pt x="13550" y="5561"/>
                  </a:cubicBezTo>
                  <a:lnTo>
                    <a:pt x="13550" y="4572"/>
                  </a:lnTo>
                  <a:lnTo>
                    <a:pt x="13788" y="4037"/>
                  </a:lnTo>
                  <a:cubicBezTo>
                    <a:pt x="13872" y="3846"/>
                    <a:pt x="13872" y="3656"/>
                    <a:pt x="13764" y="3501"/>
                  </a:cubicBezTo>
                  <a:cubicBezTo>
                    <a:pt x="13657" y="3334"/>
                    <a:pt x="13479" y="3239"/>
                    <a:pt x="13288" y="3239"/>
                  </a:cubicBezTo>
                  <a:lnTo>
                    <a:pt x="12443" y="3239"/>
                  </a:lnTo>
                  <a:lnTo>
                    <a:pt x="10550" y="727"/>
                  </a:lnTo>
                  <a:cubicBezTo>
                    <a:pt x="10204" y="262"/>
                    <a:pt x="9657" y="0"/>
                    <a:pt x="9085"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7" name="Google Shape;9754;p89"/>
            <p:cNvSpPr/>
            <p:nvPr/>
          </p:nvSpPr>
          <p:spPr>
            <a:xfrm>
              <a:off x="5779789" y="4416409"/>
              <a:ext cx="52205" cy="51475"/>
            </a:xfrm>
            <a:custGeom>
              <a:avLst/>
              <a:gdLst/>
              <a:ahLst/>
              <a:cxnLst/>
              <a:rect l="l" t="t" r="r" b="b"/>
              <a:pathLst>
                <a:path w="1644" h="1621" extrusionOk="0">
                  <a:moveTo>
                    <a:pt x="811" y="1"/>
                  </a:moveTo>
                  <a:cubicBezTo>
                    <a:pt x="584" y="1"/>
                    <a:pt x="394" y="84"/>
                    <a:pt x="239" y="239"/>
                  </a:cubicBezTo>
                  <a:cubicBezTo>
                    <a:pt x="96" y="382"/>
                    <a:pt x="1" y="596"/>
                    <a:pt x="1" y="799"/>
                  </a:cubicBezTo>
                  <a:cubicBezTo>
                    <a:pt x="1" y="1263"/>
                    <a:pt x="382" y="1620"/>
                    <a:pt x="822" y="1620"/>
                  </a:cubicBezTo>
                  <a:cubicBezTo>
                    <a:pt x="1275" y="1620"/>
                    <a:pt x="1644" y="1263"/>
                    <a:pt x="1644" y="799"/>
                  </a:cubicBezTo>
                  <a:cubicBezTo>
                    <a:pt x="1644" y="739"/>
                    <a:pt x="1632" y="668"/>
                    <a:pt x="1608" y="608"/>
                  </a:cubicBezTo>
                  <a:cubicBezTo>
                    <a:pt x="1557" y="546"/>
                    <a:pt x="1478" y="484"/>
                    <a:pt x="1389" y="484"/>
                  </a:cubicBezTo>
                  <a:cubicBezTo>
                    <a:pt x="1375" y="484"/>
                    <a:pt x="1361" y="486"/>
                    <a:pt x="1346" y="489"/>
                  </a:cubicBezTo>
                  <a:cubicBezTo>
                    <a:pt x="1239" y="525"/>
                    <a:pt x="1168" y="620"/>
                    <a:pt x="1192" y="727"/>
                  </a:cubicBezTo>
                  <a:cubicBezTo>
                    <a:pt x="1203" y="763"/>
                    <a:pt x="1203" y="787"/>
                    <a:pt x="1203" y="822"/>
                  </a:cubicBezTo>
                  <a:cubicBezTo>
                    <a:pt x="1203" y="1037"/>
                    <a:pt x="1025" y="1215"/>
                    <a:pt x="811" y="1215"/>
                  </a:cubicBezTo>
                  <a:cubicBezTo>
                    <a:pt x="584" y="1215"/>
                    <a:pt x="406" y="1037"/>
                    <a:pt x="406" y="822"/>
                  </a:cubicBezTo>
                  <a:cubicBezTo>
                    <a:pt x="406" y="596"/>
                    <a:pt x="584" y="418"/>
                    <a:pt x="811" y="418"/>
                  </a:cubicBezTo>
                  <a:cubicBezTo>
                    <a:pt x="930" y="418"/>
                    <a:pt x="1013" y="322"/>
                    <a:pt x="1013" y="203"/>
                  </a:cubicBezTo>
                  <a:cubicBezTo>
                    <a:pt x="1013" y="84"/>
                    <a:pt x="930" y="1"/>
                    <a:pt x="811"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8" name="Google Shape;9755;p89"/>
            <p:cNvSpPr/>
            <p:nvPr/>
          </p:nvSpPr>
          <p:spPr>
            <a:xfrm>
              <a:off x="6048627" y="4416409"/>
              <a:ext cx="52205" cy="51856"/>
            </a:xfrm>
            <a:custGeom>
              <a:avLst/>
              <a:gdLst/>
              <a:ahLst/>
              <a:cxnLst/>
              <a:rect l="l" t="t" r="r" b="b"/>
              <a:pathLst>
                <a:path w="1644" h="1633" extrusionOk="0">
                  <a:moveTo>
                    <a:pt x="822" y="1"/>
                  </a:moveTo>
                  <a:cubicBezTo>
                    <a:pt x="596" y="1"/>
                    <a:pt x="405" y="84"/>
                    <a:pt x="238" y="239"/>
                  </a:cubicBezTo>
                  <a:cubicBezTo>
                    <a:pt x="95" y="382"/>
                    <a:pt x="0" y="596"/>
                    <a:pt x="0" y="822"/>
                  </a:cubicBezTo>
                  <a:cubicBezTo>
                    <a:pt x="0" y="1263"/>
                    <a:pt x="381" y="1632"/>
                    <a:pt x="822" y="1632"/>
                  </a:cubicBezTo>
                  <a:cubicBezTo>
                    <a:pt x="1274" y="1632"/>
                    <a:pt x="1643" y="1275"/>
                    <a:pt x="1643" y="822"/>
                  </a:cubicBezTo>
                  <a:cubicBezTo>
                    <a:pt x="1643" y="763"/>
                    <a:pt x="1631" y="680"/>
                    <a:pt x="1608" y="620"/>
                  </a:cubicBezTo>
                  <a:cubicBezTo>
                    <a:pt x="1577" y="548"/>
                    <a:pt x="1492" y="484"/>
                    <a:pt x="1400" y="484"/>
                  </a:cubicBezTo>
                  <a:cubicBezTo>
                    <a:pt x="1386" y="484"/>
                    <a:pt x="1372" y="486"/>
                    <a:pt x="1358" y="489"/>
                  </a:cubicBezTo>
                  <a:cubicBezTo>
                    <a:pt x="1250" y="525"/>
                    <a:pt x="1179" y="620"/>
                    <a:pt x="1215" y="727"/>
                  </a:cubicBezTo>
                  <a:cubicBezTo>
                    <a:pt x="1227" y="763"/>
                    <a:pt x="1227" y="787"/>
                    <a:pt x="1227" y="822"/>
                  </a:cubicBezTo>
                  <a:cubicBezTo>
                    <a:pt x="1227" y="1037"/>
                    <a:pt x="1048" y="1215"/>
                    <a:pt x="822" y="1215"/>
                  </a:cubicBezTo>
                  <a:cubicBezTo>
                    <a:pt x="596" y="1215"/>
                    <a:pt x="417" y="1037"/>
                    <a:pt x="417" y="822"/>
                  </a:cubicBezTo>
                  <a:cubicBezTo>
                    <a:pt x="417" y="596"/>
                    <a:pt x="596" y="418"/>
                    <a:pt x="822" y="418"/>
                  </a:cubicBezTo>
                  <a:cubicBezTo>
                    <a:pt x="941" y="418"/>
                    <a:pt x="1036" y="322"/>
                    <a:pt x="1036" y="203"/>
                  </a:cubicBezTo>
                  <a:cubicBezTo>
                    <a:pt x="1036" y="84"/>
                    <a:pt x="941" y="1"/>
                    <a:pt x="822"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9" name="Google Shape;9756;p89"/>
            <p:cNvSpPr/>
            <p:nvPr/>
          </p:nvSpPr>
          <p:spPr>
            <a:xfrm>
              <a:off x="6000995" y="4365379"/>
              <a:ext cx="122892" cy="58016"/>
            </a:xfrm>
            <a:custGeom>
              <a:avLst/>
              <a:gdLst/>
              <a:ahLst/>
              <a:cxnLst/>
              <a:rect l="l" t="t" r="r" b="b"/>
              <a:pathLst>
                <a:path w="3870" h="1827" extrusionOk="0">
                  <a:moveTo>
                    <a:pt x="2310" y="1"/>
                  </a:moveTo>
                  <a:cubicBezTo>
                    <a:pt x="1810" y="1"/>
                    <a:pt x="1334" y="143"/>
                    <a:pt x="929" y="429"/>
                  </a:cubicBezTo>
                  <a:cubicBezTo>
                    <a:pt x="524" y="715"/>
                    <a:pt x="226" y="1096"/>
                    <a:pt x="48" y="1548"/>
                  </a:cubicBezTo>
                  <a:cubicBezTo>
                    <a:pt x="0" y="1656"/>
                    <a:pt x="60" y="1775"/>
                    <a:pt x="167" y="1810"/>
                  </a:cubicBezTo>
                  <a:cubicBezTo>
                    <a:pt x="192" y="1822"/>
                    <a:pt x="218" y="1827"/>
                    <a:pt x="244" y="1827"/>
                  </a:cubicBezTo>
                  <a:cubicBezTo>
                    <a:pt x="326" y="1827"/>
                    <a:pt x="404" y="1773"/>
                    <a:pt x="441" y="1691"/>
                  </a:cubicBezTo>
                  <a:cubicBezTo>
                    <a:pt x="738" y="917"/>
                    <a:pt x="1488" y="405"/>
                    <a:pt x="2322" y="405"/>
                  </a:cubicBezTo>
                  <a:cubicBezTo>
                    <a:pt x="2774" y="405"/>
                    <a:pt x="3191" y="536"/>
                    <a:pt x="3548" y="798"/>
                  </a:cubicBezTo>
                  <a:cubicBezTo>
                    <a:pt x="3581" y="831"/>
                    <a:pt x="3624" y="846"/>
                    <a:pt x="3667" y="846"/>
                  </a:cubicBezTo>
                  <a:cubicBezTo>
                    <a:pt x="3732" y="846"/>
                    <a:pt x="3798" y="813"/>
                    <a:pt x="3834" y="763"/>
                  </a:cubicBezTo>
                  <a:cubicBezTo>
                    <a:pt x="3870" y="679"/>
                    <a:pt x="3858" y="560"/>
                    <a:pt x="3774" y="489"/>
                  </a:cubicBezTo>
                  <a:cubicBezTo>
                    <a:pt x="3334" y="179"/>
                    <a:pt x="2846" y="1"/>
                    <a:pt x="2310"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0" name="Google Shape;9757;p89"/>
            <p:cNvSpPr/>
            <p:nvPr/>
          </p:nvSpPr>
          <p:spPr>
            <a:xfrm>
              <a:off x="5816847" y="4230039"/>
              <a:ext cx="124797" cy="193610"/>
            </a:xfrm>
            <a:custGeom>
              <a:avLst/>
              <a:gdLst/>
              <a:ahLst/>
              <a:cxnLst/>
              <a:rect l="l" t="t" r="r" b="b"/>
              <a:pathLst>
                <a:path w="3930" h="6097" extrusionOk="0">
                  <a:moveTo>
                    <a:pt x="3513" y="417"/>
                  </a:moveTo>
                  <a:lnTo>
                    <a:pt x="3513" y="2441"/>
                  </a:lnTo>
                  <a:lnTo>
                    <a:pt x="822" y="2441"/>
                  </a:lnTo>
                  <a:lnTo>
                    <a:pt x="1834" y="714"/>
                  </a:lnTo>
                  <a:cubicBezTo>
                    <a:pt x="1930" y="524"/>
                    <a:pt x="2144" y="417"/>
                    <a:pt x="2346" y="417"/>
                  </a:cubicBezTo>
                  <a:close/>
                  <a:moveTo>
                    <a:pt x="2346" y="0"/>
                  </a:moveTo>
                  <a:cubicBezTo>
                    <a:pt x="1989" y="0"/>
                    <a:pt x="1644" y="203"/>
                    <a:pt x="1465" y="512"/>
                  </a:cubicBezTo>
                  <a:lnTo>
                    <a:pt x="60" y="2917"/>
                  </a:lnTo>
                  <a:cubicBezTo>
                    <a:pt x="1" y="3024"/>
                    <a:pt x="25" y="3143"/>
                    <a:pt x="132" y="3203"/>
                  </a:cubicBezTo>
                  <a:cubicBezTo>
                    <a:pt x="155" y="3215"/>
                    <a:pt x="203" y="3239"/>
                    <a:pt x="239" y="3239"/>
                  </a:cubicBezTo>
                  <a:cubicBezTo>
                    <a:pt x="310" y="3239"/>
                    <a:pt x="370" y="3203"/>
                    <a:pt x="417" y="3131"/>
                  </a:cubicBezTo>
                  <a:lnTo>
                    <a:pt x="572" y="2846"/>
                  </a:lnTo>
                  <a:lnTo>
                    <a:pt x="3513" y="2846"/>
                  </a:lnTo>
                  <a:lnTo>
                    <a:pt x="3513" y="5882"/>
                  </a:lnTo>
                  <a:cubicBezTo>
                    <a:pt x="3513" y="6001"/>
                    <a:pt x="3596" y="6096"/>
                    <a:pt x="3715" y="6096"/>
                  </a:cubicBezTo>
                  <a:cubicBezTo>
                    <a:pt x="3835" y="6096"/>
                    <a:pt x="3930" y="6001"/>
                    <a:pt x="3930" y="5882"/>
                  </a:cubicBezTo>
                  <a:lnTo>
                    <a:pt x="3930" y="203"/>
                  </a:lnTo>
                  <a:cubicBezTo>
                    <a:pt x="3918" y="95"/>
                    <a:pt x="3823" y="0"/>
                    <a:pt x="3715"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1" name="Google Shape;9758;p89"/>
            <p:cNvSpPr/>
            <p:nvPr/>
          </p:nvSpPr>
          <p:spPr>
            <a:xfrm>
              <a:off x="5954474" y="4230039"/>
              <a:ext cx="120256" cy="102854"/>
            </a:xfrm>
            <a:custGeom>
              <a:avLst/>
              <a:gdLst/>
              <a:ahLst/>
              <a:cxnLst/>
              <a:rect l="l" t="t" r="r" b="b"/>
              <a:pathLst>
                <a:path w="3787" h="3239" extrusionOk="0">
                  <a:moveTo>
                    <a:pt x="203" y="0"/>
                  </a:moveTo>
                  <a:cubicBezTo>
                    <a:pt x="84" y="0"/>
                    <a:pt x="1" y="95"/>
                    <a:pt x="1" y="214"/>
                  </a:cubicBezTo>
                  <a:lnTo>
                    <a:pt x="1" y="3024"/>
                  </a:lnTo>
                  <a:cubicBezTo>
                    <a:pt x="1" y="3143"/>
                    <a:pt x="84" y="3239"/>
                    <a:pt x="203" y="3239"/>
                  </a:cubicBezTo>
                  <a:cubicBezTo>
                    <a:pt x="322" y="3239"/>
                    <a:pt x="417" y="3143"/>
                    <a:pt x="417" y="3024"/>
                  </a:cubicBezTo>
                  <a:lnTo>
                    <a:pt x="417" y="405"/>
                  </a:lnTo>
                  <a:lnTo>
                    <a:pt x="1977" y="405"/>
                  </a:lnTo>
                  <a:cubicBezTo>
                    <a:pt x="2132" y="405"/>
                    <a:pt x="2322" y="512"/>
                    <a:pt x="2429" y="655"/>
                  </a:cubicBezTo>
                  <a:lnTo>
                    <a:pt x="3287" y="1786"/>
                  </a:lnTo>
                  <a:cubicBezTo>
                    <a:pt x="3346" y="1869"/>
                    <a:pt x="3358" y="1941"/>
                    <a:pt x="3358" y="2024"/>
                  </a:cubicBezTo>
                  <a:cubicBezTo>
                    <a:pt x="3358" y="2250"/>
                    <a:pt x="3180" y="2429"/>
                    <a:pt x="2953" y="2429"/>
                  </a:cubicBezTo>
                  <a:lnTo>
                    <a:pt x="1013" y="2429"/>
                  </a:lnTo>
                  <a:cubicBezTo>
                    <a:pt x="894" y="2429"/>
                    <a:pt x="798" y="2524"/>
                    <a:pt x="798" y="2643"/>
                  </a:cubicBezTo>
                  <a:cubicBezTo>
                    <a:pt x="798" y="2762"/>
                    <a:pt x="882" y="2846"/>
                    <a:pt x="1013" y="2846"/>
                  </a:cubicBezTo>
                  <a:lnTo>
                    <a:pt x="2977" y="2846"/>
                  </a:lnTo>
                  <a:cubicBezTo>
                    <a:pt x="3418" y="2846"/>
                    <a:pt x="3787" y="2489"/>
                    <a:pt x="3787" y="2024"/>
                  </a:cubicBezTo>
                  <a:cubicBezTo>
                    <a:pt x="3787" y="1846"/>
                    <a:pt x="3727" y="1691"/>
                    <a:pt x="3632" y="1536"/>
                  </a:cubicBezTo>
                  <a:lnTo>
                    <a:pt x="2775" y="405"/>
                  </a:lnTo>
                  <a:cubicBezTo>
                    <a:pt x="2584" y="155"/>
                    <a:pt x="2287" y="0"/>
                    <a:pt x="1965"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2" name="Google Shape;9759;p89"/>
            <p:cNvSpPr/>
            <p:nvPr/>
          </p:nvSpPr>
          <p:spPr>
            <a:xfrm>
              <a:off x="5876198" y="4333243"/>
              <a:ext cx="39376" cy="13274"/>
            </a:xfrm>
            <a:custGeom>
              <a:avLst/>
              <a:gdLst/>
              <a:ahLst/>
              <a:cxnLst/>
              <a:rect l="l" t="t" r="r" b="b"/>
              <a:pathLst>
                <a:path w="1240" h="418" extrusionOk="0">
                  <a:moveTo>
                    <a:pt x="215" y="1"/>
                  </a:moveTo>
                  <a:cubicBezTo>
                    <a:pt x="96" y="1"/>
                    <a:pt x="1" y="84"/>
                    <a:pt x="1" y="203"/>
                  </a:cubicBezTo>
                  <a:cubicBezTo>
                    <a:pt x="1" y="322"/>
                    <a:pt x="96" y="417"/>
                    <a:pt x="215" y="417"/>
                  </a:cubicBezTo>
                  <a:lnTo>
                    <a:pt x="1025" y="417"/>
                  </a:lnTo>
                  <a:cubicBezTo>
                    <a:pt x="1144" y="417"/>
                    <a:pt x="1239" y="322"/>
                    <a:pt x="1239" y="203"/>
                  </a:cubicBezTo>
                  <a:cubicBezTo>
                    <a:pt x="1239" y="84"/>
                    <a:pt x="1156" y="1"/>
                    <a:pt x="1025"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3" name="Google Shape;9760;p89"/>
            <p:cNvSpPr/>
            <p:nvPr/>
          </p:nvSpPr>
          <p:spPr>
            <a:xfrm>
              <a:off x="5979433" y="4333243"/>
              <a:ext cx="39344" cy="13274"/>
            </a:xfrm>
            <a:custGeom>
              <a:avLst/>
              <a:gdLst/>
              <a:ahLst/>
              <a:cxnLst/>
              <a:rect l="l" t="t" r="r" b="b"/>
              <a:pathLst>
                <a:path w="1239" h="418" extrusionOk="0">
                  <a:moveTo>
                    <a:pt x="203" y="1"/>
                  </a:moveTo>
                  <a:cubicBezTo>
                    <a:pt x="84" y="1"/>
                    <a:pt x="0" y="84"/>
                    <a:pt x="0" y="203"/>
                  </a:cubicBezTo>
                  <a:cubicBezTo>
                    <a:pt x="0" y="322"/>
                    <a:pt x="84" y="417"/>
                    <a:pt x="203" y="417"/>
                  </a:cubicBezTo>
                  <a:lnTo>
                    <a:pt x="1024" y="417"/>
                  </a:lnTo>
                  <a:cubicBezTo>
                    <a:pt x="1143" y="417"/>
                    <a:pt x="1239" y="322"/>
                    <a:pt x="1239" y="203"/>
                  </a:cubicBezTo>
                  <a:cubicBezTo>
                    <a:pt x="1239" y="84"/>
                    <a:pt x="1143" y="1"/>
                    <a:pt x="1024"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sp>
        <p:nvSpPr>
          <p:cNvPr id="24" name="Google Shape;1855;p24"/>
          <p:cNvSpPr txBox="1">
            <a:spLocks/>
          </p:cNvSpPr>
          <p:nvPr/>
        </p:nvSpPr>
        <p:spPr>
          <a:xfrm>
            <a:off x="294984" y="959121"/>
            <a:ext cx="5222413" cy="32763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altLang="en-GB" sz="1800">
                <a:solidFill>
                  <a:schemeClr val="bg1">
                    <a:lumMod val="50000"/>
                  </a:schemeClr>
                </a:solidFill>
                <a:latin typeface="+mn-lt"/>
                <a:cs typeface="+mn-lt"/>
              </a:rPr>
              <a:t>CHƯƠNG TRÌNH TUÂN THỦ ĐÈN GIAO THÔNG</a:t>
            </a:r>
          </a:p>
        </p:txBody>
      </p:sp>
      <p:grpSp>
        <p:nvGrpSpPr>
          <p:cNvPr id="25" name="Group 24"/>
          <p:cNvGrpSpPr/>
          <p:nvPr/>
        </p:nvGrpSpPr>
        <p:grpSpPr>
          <a:xfrm>
            <a:off x="304806" y="1236557"/>
            <a:ext cx="5249857" cy="95191"/>
            <a:chOff x="304806" y="1236557"/>
            <a:chExt cx="5249857" cy="95191"/>
          </a:xfrm>
        </p:grpSpPr>
        <p:cxnSp>
          <p:nvCxnSpPr>
            <p:cNvPr id="26" name="Straight Connector 25"/>
            <p:cNvCxnSpPr/>
            <p:nvPr/>
          </p:nvCxnSpPr>
          <p:spPr>
            <a:xfrm flipH="1">
              <a:off x="304806" y="1284152"/>
              <a:ext cx="5200321" cy="9861"/>
            </a:xfrm>
            <a:prstGeom prst="line">
              <a:avLst/>
            </a:prstGeom>
          </p:spPr>
          <p:style>
            <a:lnRef idx="2">
              <a:schemeClr val="accent3"/>
            </a:lnRef>
            <a:fillRef idx="0">
              <a:schemeClr val="accent3"/>
            </a:fillRef>
            <a:effectRef idx="1">
              <a:schemeClr val="accent3"/>
            </a:effectRef>
            <a:fontRef idx="minor">
              <a:schemeClr val="tx1"/>
            </a:fontRef>
          </p:style>
        </p:cxnSp>
        <p:sp>
          <p:nvSpPr>
            <p:cNvPr id="27" name="Google Shape;10105;p59"/>
            <p:cNvSpPr/>
            <p:nvPr/>
          </p:nvSpPr>
          <p:spPr>
            <a:xfrm>
              <a:off x="5455592" y="1236557"/>
              <a:ext cx="99071" cy="95191"/>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roup 27"/>
          <p:cNvGrpSpPr/>
          <p:nvPr/>
        </p:nvGrpSpPr>
        <p:grpSpPr>
          <a:xfrm>
            <a:off x="2194296" y="433071"/>
            <a:ext cx="3930733" cy="350702"/>
            <a:chOff x="2194296" y="433071"/>
            <a:chExt cx="3930733" cy="350702"/>
          </a:xfrm>
        </p:grpSpPr>
        <p:sp>
          <p:nvSpPr>
            <p:cNvPr id="29" name="Parallelogram 28"/>
            <p:cNvSpPr/>
            <p:nvPr/>
          </p:nvSpPr>
          <p:spPr>
            <a:xfrm>
              <a:off x="2194296" y="433071"/>
              <a:ext cx="3930733" cy="343444"/>
            </a:xfrm>
            <a:prstGeom prst="parallelogram">
              <a:avLst>
                <a:gd name="adj" fmla="val 9962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Google Shape;1856;p24"/>
            <p:cNvSpPr txBox="1">
              <a:spLocks/>
            </p:cNvSpPr>
            <p:nvPr/>
          </p:nvSpPr>
          <p:spPr>
            <a:xfrm>
              <a:off x="2363519" y="440329"/>
              <a:ext cx="3592286" cy="3434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2000" b="1">
                  <a:solidFill>
                    <a:schemeClr val="tx1"/>
                  </a:solidFill>
                  <a:latin typeface="Arial" panose="020B0604020202020204" pitchFamily="34" charset="0"/>
                  <a:cs typeface="Arial" panose="020B0604020202020204" pitchFamily="34" charset="0"/>
                </a:rPr>
                <a:t>XÂY DỰNG MÔ HÌNH</a:t>
              </a:r>
            </a:p>
          </p:txBody>
        </p:sp>
      </p:grpSp>
      <p:sp>
        <p:nvSpPr>
          <p:cNvPr id="31" name="TextBox 30"/>
          <p:cNvSpPr txBox="1"/>
          <p:nvPr/>
        </p:nvSpPr>
        <p:spPr>
          <a:xfrm>
            <a:off x="8723086" y="4702628"/>
            <a:ext cx="284052" cy="307777"/>
          </a:xfrm>
          <a:prstGeom prst="rect">
            <a:avLst/>
          </a:prstGeom>
          <a:noFill/>
        </p:spPr>
        <p:txBody>
          <a:bodyPr wrap="none" rtlCol="0">
            <a:spAutoFit/>
          </a:bodyPr>
          <a:lstStyle/>
          <a:p>
            <a:fld id="{3B13CC22-955F-4C18-B43E-F8F0DA7FF5AB}" type="slidenum">
              <a:rPr lang="en-US" smtClean="0"/>
              <a:t>23</a:t>
            </a:fld>
            <a:endParaRPr lang="en-US"/>
          </a:p>
        </p:txBody>
      </p:sp>
    </p:spTree>
    <p:extLst>
      <p:ext uri="{BB962C8B-B14F-4D97-AF65-F5344CB8AC3E}">
        <p14:creationId xmlns:p14="http://schemas.microsoft.com/office/powerpoint/2010/main" val="1707382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12" presetClass="entr" presetSubtype="4" fill="hold" grpId="1" nodeType="withEffect">
                                  <p:stCondLst>
                                    <p:cond delay="0"/>
                                  </p:stCondLst>
                                  <p:childTnLst>
                                    <p:set>
                                      <p:cBhvr>
                                        <p:cTn id="9" dur="1" fill="hold">
                                          <p:stCondLst>
                                            <p:cond delay="0"/>
                                          </p:stCondLst>
                                        </p:cTn>
                                        <p:tgtEl>
                                          <p:spTgt spid="37"/>
                                        </p:tgtEl>
                                        <p:attrNameLst>
                                          <p:attrName>style.visibility</p:attrName>
                                        </p:attrNameLst>
                                      </p:cBhvr>
                                      <p:to>
                                        <p:strVal val="visible"/>
                                      </p:to>
                                    </p:set>
                                    <p:anim calcmode="lin" valueType="num">
                                      <p:cBhvr additive="base">
                                        <p:cTn id="10" dur="500"/>
                                        <p:tgtEl>
                                          <p:spTgt spid="37"/>
                                        </p:tgtEl>
                                        <p:attrNameLst>
                                          <p:attrName>ppt_y</p:attrName>
                                        </p:attrNameLst>
                                      </p:cBhvr>
                                      <p:tavLst>
                                        <p:tav tm="0">
                                          <p:val>
                                            <p:strVal val="#ppt_y+#ppt_h*1.125000"/>
                                          </p:val>
                                        </p:tav>
                                        <p:tav tm="100000">
                                          <p:val>
                                            <p:strVal val="#ppt_y"/>
                                          </p:val>
                                        </p:tav>
                                      </p:tavLst>
                                    </p:anim>
                                    <p:animEffect transition="in" filter="wipe(up)">
                                      <p:cBhvr>
                                        <p:cTn id="1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37" grpId="0"/>
      <p:bldP spid="37" grpId="1"/>
      <p:bldP spid="24" grpId="0"/>
      <p:bldP spid="29" grpId="0" animBg="1"/>
      <p:bldP spid="30"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1855;p24"/>
          <p:cNvSpPr txBox="1">
            <a:spLocks/>
          </p:cNvSpPr>
          <p:nvPr/>
        </p:nvSpPr>
        <p:spPr>
          <a:xfrm>
            <a:off x="294984" y="959121"/>
            <a:ext cx="5447138" cy="32763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altLang="en-GB" sz="1800">
                <a:solidFill>
                  <a:schemeClr val="bg1">
                    <a:lumMod val="50000"/>
                  </a:schemeClr>
                </a:solidFill>
                <a:latin typeface="+mn-lt"/>
                <a:cs typeface="+mn-lt"/>
              </a:rPr>
              <a:t>THỰC NGHIỆM CHẠY THEO LÀN ĐƯỜNG</a:t>
            </a:r>
          </a:p>
        </p:txBody>
      </p:sp>
      <p:grpSp>
        <p:nvGrpSpPr>
          <p:cNvPr id="4" name="Group 3"/>
          <p:cNvGrpSpPr/>
          <p:nvPr/>
        </p:nvGrpSpPr>
        <p:grpSpPr>
          <a:xfrm>
            <a:off x="304806" y="1239160"/>
            <a:ext cx="4621987" cy="95191"/>
            <a:chOff x="304806" y="1239160"/>
            <a:chExt cx="4621987" cy="95191"/>
          </a:xfrm>
        </p:grpSpPr>
        <p:cxnSp>
          <p:nvCxnSpPr>
            <p:cNvPr id="5" name="Straight Connector 4"/>
            <p:cNvCxnSpPr/>
            <p:nvPr/>
          </p:nvCxnSpPr>
          <p:spPr>
            <a:xfrm flipH="1">
              <a:off x="304806" y="1286756"/>
              <a:ext cx="4522916" cy="7257"/>
            </a:xfrm>
            <a:prstGeom prst="line">
              <a:avLst/>
            </a:prstGeom>
          </p:spPr>
          <p:style>
            <a:lnRef idx="2">
              <a:schemeClr val="accent3"/>
            </a:lnRef>
            <a:fillRef idx="0">
              <a:schemeClr val="accent3"/>
            </a:fillRef>
            <a:effectRef idx="1">
              <a:schemeClr val="accent3"/>
            </a:effectRef>
            <a:fontRef idx="minor">
              <a:schemeClr val="tx1"/>
            </a:fontRef>
          </p:style>
        </p:cxnSp>
        <p:sp>
          <p:nvSpPr>
            <p:cNvPr id="10" name="Google Shape;10105;p59"/>
            <p:cNvSpPr/>
            <p:nvPr/>
          </p:nvSpPr>
          <p:spPr>
            <a:xfrm>
              <a:off x="4827722" y="1239160"/>
              <a:ext cx="99071" cy="95191"/>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4" name="Picture 23"/>
          <p:cNvPicPr/>
          <p:nvPr/>
        </p:nvPicPr>
        <p:blipFill>
          <a:blip r:embed="rId2"/>
          <a:stretch>
            <a:fillRect/>
          </a:stretch>
        </p:blipFill>
        <p:spPr>
          <a:xfrm>
            <a:off x="382297" y="1630992"/>
            <a:ext cx="2500387" cy="1945054"/>
          </a:xfrm>
          <a:prstGeom prst="rect">
            <a:avLst/>
          </a:prstGeom>
        </p:spPr>
      </p:pic>
      <p:pic>
        <p:nvPicPr>
          <p:cNvPr id="25" name="Picture 24"/>
          <p:cNvPicPr/>
          <p:nvPr/>
        </p:nvPicPr>
        <p:blipFill>
          <a:blip r:embed="rId3"/>
          <a:stretch>
            <a:fillRect/>
          </a:stretch>
        </p:blipFill>
        <p:spPr>
          <a:xfrm>
            <a:off x="3293502" y="1630990"/>
            <a:ext cx="2409599" cy="1945056"/>
          </a:xfrm>
          <a:prstGeom prst="rect">
            <a:avLst/>
          </a:prstGeom>
        </p:spPr>
      </p:pic>
      <p:pic>
        <p:nvPicPr>
          <p:cNvPr id="26" name="Picture 25"/>
          <p:cNvPicPr/>
          <p:nvPr/>
        </p:nvPicPr>
        <p:blipFill>
          <a:blip r:embed="rId4"/>
          <a:stretch>
            <a:fillRect/>
          </a:stretch>
        </p:blipFill>
        <p:spPr>
          <a:xfrm>
            <a:off x="6113919" y="1630990"/>
            <a:ext cx="2673619" cy="1945056"/>
          </a:xfrm>
          <a:prstGeom prst="rect">
            <a:avLst/>
          </a:prstGeom>
        </p:spPr>
      </p:pic>
      <p:sp>
        <p:nvSpPr>
          <p:cNvPr id="27" name="Google Shape;1855;p24"/>
          <p:cNvSpPr txBox="1">
            <a:spLocks/>
          </p:cNvSpPr>
          <p:nvPr/>
        </p:nvSpPr>
        <p:spPr>
          <a:xfrm>
            <a:off x="382297" y="3704095"/>
            <a:ext cx="7607079" cy="1108129"/>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just"/>
            <a:r>
              <a:rPr lang="vi-VN" sz="1600">
                <a:solidFill>
                  <a:schemeClr val="bg1">
                    <a:lumMod val="50000"/>
                  </a:schemeClr>
                </a:solidFill>
                <a:latin typeface="Arial" panose="020B0604020202020204" pitchFamily="34" charset="0"/>
                <a:cs typeface="Arial" panose="020B0604020202020204" pitchFamily="34" charset="0"/>
              </a:rPr>
              <a:t>Tùy vào vị trí chụp ảnh và điều kiện ánh sáng, vị trí tọa độ sẽ thay đổi theo các giá trị khác nhau, </a:t>
            </a:r>
            <a:r>
              <a:rPr lang="en-US" sz="1600">
                <a:solidFill>
                  <a:schemeClr val="bg1">
                    <a:lumMod val="50000"/>
                  </a:schemeClr>
                </a:solidFill>
                <a:latin typeface="Arial" panose="020B0604020202020204" pitchFamily="34" charset="0"/>
                <a:cs typeface="Arial" panose="020B0604020202020204" pitchFamily="34" charset="0"/>
              </a:rPr>
              <a:t>trên đây là hình ảnh thực nghiệm dự đoán </a:t>
            </a:r>
            <a:r>
              <a:rPr lang="vi-VN" sz="1600">
                <a:solidFill>
                  <a:schemeClr val="bg1">
                    <a:lumMod val="50000"/>
                  </a:schemeClr>
                </a:solidFill>
                <a:latin typeface="Arial" panose="020B0604020202020204" pitchFamily="34" charset="0"/>
                <a:cs typeface="Arial" panose="020B0604020202020204" pitchFamily="34" charset="0"/>
              </a:rPr>
              <a:t>giá trị tọa độ x, y khi </a:t>
            </a:r>
            <a:r>
              <a:rPr lang="en-US" sz="1600">
                <a:solidFill>
                  <a:schemeClr val="bg1">
                    <a:lumMod val="50000"/>
                  </a:schemeClr>
                </a:solidFill>
                <a:latin typeface="Arial" panose="020B0604020202020204" pitchFamily="34" charset="0"/>
                <a:cs typeface="Arial" panose="020B0604020202020204" pitchFamily="34" charset="0"/>
              </a:rPr>
              <a:t>xe</a:t>
            </a:r>
            <a:r>
              <a:rPr lang="vi-VN" sz="1600">
                <a:solidFill>
                  <a:schemeClr val="bg1">
                    <a:lumMod val="50000"/>
                  </a:schemeClr>
                </a:solidFill>
                <a:latin typeface="Arial" panose="020B0604020202020204" pitchFamily="34" charset="0"/>
                <a:cs typeface="Arial" panose="020B0604020202020204" pitchFamily="34" charset="0"/>
              </a:rPr>
              <a:t> di chuyển trên đường.</a:t>
            </a:r>
            <a:endParaRPr lang="en-US" sz="1600">
              <a:solidFill>
                <a:schemeClr val="bg1">
                  <a:lumMod val="50000"/>
                </a:schemeClr>
              </a:solidFill>
              <a:latin typeface="Arial" panose="020B0604020202020204" pitchFamily="34" charset="0"/>
              <a:cs typeface="Arial" panose="020B0604020202020204" pitchFamily="34" charset="0"/>
            </a:endParaRPr>
          </a:p>
        </p:txBody>
      </p:sp>
      <p:grpSp>
        <p:nvGrpSpPr>
          <p:cNvPr id="28" name="Group 27"/>
          <p:cNvGrpSpPr/>
          <p:nvPr/>
        </p:nvGrpSpPr>
        <p:grpSpPr>
          <a:xfrm>
            <a:off x="2194296" y="433071"/>
            <a:ext cx="3930733" cy="350702"/>
            <a:chOff x="2194296" y="433071"/>
            <a:chExt cx="3930733" cy="350702"/>
          </a:xfrm>
        </p:grpSpPr>
        <p:sp>
          <p:nvSpPr>
            <p:cNvPr id="29" name="Parallelogram 28"/>
            <p:cNvSpPr/>
            <p:nvPr/>
          </p:nvSpPr>
          <p:spPr>
            <a:xfrm>
              <a:off x="2194296" y="433071"/>
              <a:ext cx="3930733" cy="343444"/>
            </a:xfrm>
            <a:prstGeom prst="parallelogram">
              <a:avLst>
                <a:gd name="adj" fmla="val 9962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Google Shape;1856;p24"/>
            <p:cNvSpPr txBox="1">
              <a:spLocks/>
            </p:cNvSpPr>
            <p:nvPr/>
          </p:nvSpPr>
          <p:spPr>
            <a:xfrm>
              <a:off x="2363519" y="440329"/>
              <a:ext cx="3592286" cy="3434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2000" b="1">
                  <a:solidFill>
                    <a:schemeClr val="tx1"/>
                  </a:solidFill>
                  <a:latin typeface="Arial" panose="020B0604020202020204" pitchFamily="34" charset="0"/>
                  <a:cs typeface="Arial" panose="020B0604020202020204" pitchFamily="34" charset="0"/>
                </a:rPr>
                <a:t>KẾT QUẢ THỰC NGHIỆM</a:t>
              </a:r>
            </a:p>
          </p:txBody>
        </p:sp>
      </p:grpSp>
      <p:sp>
        <p:nvSpPr>
          <p:cNvPr id="13" name="TextBox 12"/>
          <p:cNvSpPr txBox="1"/>
          <p:nvPr/>
        </p:nvSpPr>
        <p:spPr>
          <a:xfrm>
            <a:off x="8723086" y="4702628"/>
            <a:ext cx="284052" cy="307777"/>
          </a:xfrm>
          <a:prstGeom prst="rect">
            <a:avLst/>
          </a:prstGeom>
          <a:noFill/>
        </p:spPr>
        <p:txBody>
          <a:bodyPr wrap="none" rtlCol="0">
            <a:spAutoFit/>
          </a:bodyPr>
          <a:lstStyle/>
          <a:p>
            <a:fld id="{3B13CC22-955F-4C18-B43E-F8F0DA7FF5AB}" type="slidenum">
              <a:rPr lang="en-US" smtClean="0"/>
              <a:t>24</a:t>
            </a:fld>
            <a:endParaRPr lang="en-US"/>
          </a:p>
        </p:txBody>
      </p:sp>
    </p:spTree>
    <p:extLst>
      <p:ext uri="{BB962C8B-B14F-4D97-AF65-F5344CB8AC3E}">
        <p14:creationId xmlns:p14="http://schemas.microsoft.com/office/powerpoint/2010/main" val="2135615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ppt_x</p:attrName>
                                        </p:attrNameLst>
                                      </p:cBhvr>
                                      <p:tavLst>
                                        <p:tav tm="0">
                                          <p:val>
                                            <p:strVal val="#ppt_x-#ppt_w*1.125000"/>
                                          </p:val>
                                        </p:tav>
                                        <p:tav tm="100000">
                                          <p:val>
                                            <p:strVal val="#ppt_x"/>
                                          </p:val>
                                        </p:tav>
                                      </p:tavLst>
                                    </p:anim>
                                    <p:animEffect transition="in" filter="wipe(right)">
                                      <p:cBhvr>
                                        <p:cTn id="8" dur="500"/>
                                        <p:tgtEl>
                                          <p:spTgt spid="4"/>
                                        </p:tgtEl>
                                      </p:cBhvr>
                                    </p:animEffect>
                                  </p:childTnLst>
                                </p:cTn>
                              </p:par>
                            </p:childTnLst>
                          </p:cTn>
                        </p:par>
                        <p:par>
                          <p:cTn id="9" fill="hold">
                            <p:stCondLst>
                              <p:cond delay="500"/>
                            </p:stCondLst>
                            <p:childTnLst>
                              <p:par>
                                <p:cTn id="10" presetID="12" presetClass="entr" presetSubtype="8" fill="hold" grpId="1"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p:tgtEl>
                                          <p:spTgt spid="6"/>
                                        </p:tgtEl>
                                        <p:attrNameLst>
                                          <p:attrName>ppt_x</p:attrName>
                                        </p:attrNameLst>
                                      </p:cBhvr>
                                      <p:tavLst>
                                        <p:tav tm="0">
                                          <p:val>
                                            <p:strVal val="#ppt_x-#ppt_w*1.125000"/>
                                          </p:val>
                                        </p:tav>
                                        <p:tav tm="100000">
                                          <p:val>
                                            <p:strVal val="#ppt_x"/>
                                          </p:val>
                                        </p:tav>
                                      </p:tavLst>
                                    </p:anim>
                                    <p:animEffect transition="in" filter="wipe(right)">
                                      <p:cBhvr>
                                        <p:cTn id="13" dur="500"/>
                                        <p:tgtEl>
                                          <p:spTgt spid="6"/>
                                        </p:tgtEl>
                                      </p:cBhvr>
                                    </p:animEffect>
                                  </p:childTnLst>
                                </p:cTn>
                              </p:par>
                            </p:childTnLst>
                          </p:cTn>
                        </p:par>
                        <p:par>
                          <p:cTn id="14" fill="hold">
                            <p:stCondLst>
                              <p:cond delay="1000"/>
                            </p:stCondLst>
                            <p:childTnLst>
                              <p:par>
                                <p:cTn id="15" presetID="53" presetClass="entr" presetSubtype="16" fill="hold" nodeType="afterEffect">
                                  <p:stCondLst>
                                    <p:cond delay="0"/>
                                  </p:stCondLst>
                                  <p:childTnLst>
                                    <p:set>
                                      <p:cBhvr>
                                        <p:cTn id="16" dur="1" fill="hold">
                                          <p:stCondLst>
                                            <p:cond delay="0"/>
                                          </p:stCondLst>
                                        </p:cTn>
                                        <p:tgtEl>
                                          <p:spTgt spid="24"/>
                                        </p:tgtEl>
                                        <p:attrNameLst>
                                          <p:attrName>style.visibility</p:attrName>
                                        </p:attrNameLst>
                                      </p:cBhvr>
                                      <p:to>
                                        <p:strVal val="visible"/>
                                      </p:to>
                                    </p:set>
                                    <p:anim calcmode="lin" valueType="num">
                                      <p:cBhvr>
                                        <p:cTn id="17" dur="500" fill="hold"/>
                                        <p:tgtEl>
                                          <p:spTgt spid="24"/>
                                        </p:tgtEl>
                                        <p:attrNameLst>
                                          <p:attrName>ppt_w</p:attrName>
                                        </p:attrNameLst>
                                      </p:cBhvr>
                                      <p:tavLst>
                                        <p:tav tm="0">
                                          <p:val>
                                            <p:fltVal val="0"/>
                                          </p:val>
                                        </p:tav>
                                        <p:tav tm="100000">
                                          <p:val>
                                            <p:strVal val="#ppt_w"/>
                                          </p:val>
                                        </p:tav>
                                      </p:tavLst>
                                    </p:anim>
                                    <p:anim calcmode="lin" valueType="num">
                                      <p:cBhvr>
                                        <p:cTn id="18" dur="500" fill="hold"/>
                                        <p:tgtEl>
                                          <p:spTgt spid="24"/>
                                        </p:tgtEl>
                                        <p:attrNameLst>
                                          <p:attrName>ppt_h</p:attrName>
                                        </p:attrNameLst>
                                      </p:cBhvr>
                                      <p:tavLst>
                                        <p:tav tm="0">
                                          <p:val>
                                            <p:fltVal val="0"/>
                                          </p:val>
                                        </p:tav>
                                        <p:tav tm="100000">
                                          <p:val>
                                            <p:strVal val="#ppt_h"/>
                                          </p:val>
                                        </p:tav>
                                      </p:tavLst>
                                    </p:anim>
                                    <p:animEffect transition="in" filter="fade">
                                      <p:cBhvr>
                                        <p:cTn id="19" dur="500"/>
                                        <p:tgtEl>
                                          <p:spTgt spid="24"/>
                                        </p:tgtEl>
                                      </p:cBhvr>
                                    </p:animEffect>
                                  </p:childTnLst>
                                </p:cTn>
                              </p:par>
                              <p:par>
                                <p:cTn id="20" presetID="53" presetClass="entr" presetSubtype="16"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 calcmode="lin" valueType="num">
                                      <p:cBhvr>
                                        <p:cTn id="22" dur="500" fill="hold"/>
                                        <p:tgtEl>
                                          <p:spTgt spid="25"/>
                                        </p:tgtEl>
                                        <p:attrNameLst>
                                          <p:attrName>ppt_w</p:attrName>
                                        </p:attrNameLst>
                                      </p:cBhvr>
                                      <p:tavLst>
                                        <p:tav tm="0">
                                          <p:val>
                                            <p:fltVal val="0"/>
                                          </p:val>
                                        </p:tav>
                                        <p:tav tm="100000">
                                          <p:val>
                                            <p:strVal val="#ppt_w"/>
                                          </p:val>
                                        </p:tav>
                                      </p:tavLst>
                                    </p:anim>
                                    <p:anim calcmode="lin" valueType="num">
                                      <p:cBhvr>
                                        <p:cTn id="23" dur="500" fill="hold"/>
                                        <p:tgtEl>
                                          <p:spTgt spid="25"/>
                                        </p:tgtEl>
                                        <p:attrNameLst>
                                          <p:attrName>ppt_h</p:attrName>
                                        </p:attrNameLst>
                                      </p:cBhvr>
                                      <p:tavLst>
                                        <p:tav tm="0">
                                          <p:val>
                                            <p:fltVal val="0"/>
                                          </p:val>
                                        </p:tav>
                                        <p:tav tm="100000">
                                          <p:val>
                                            <p:strVal val="#ppt_h"/>
                                          </p:val>
                                        </p:tav>
                                      </p:tavLst>
                                    </p:anim>
                                    <p:animEffect transition="in" filter="fade">
                                      <p:cBhvr>
                                        <p:cTn id="24" dur="500"/>
                                        <p:tgtEl>
                                          <p:spTgt spid="25"/>
                                        </p:tgtEl>
                                      </p:cBhvr>
                                    </p:animEffect>
                                  </p:childTnLst>
                                </p:cTn>
                              </p:par>
                              <p:par>
                                <p:cTn id="25" presetID="53" presetClass="entr" presetSubtype="16"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anim calcmode="lin" valueType="num">
                                      <p:cBhvr>
                                        <p:cTn id="27" dur="500" fill="hold"/>
                                        <p:tgtEl>
                                          <p:spTgt spid="26"/>
                                        </p:tgtEl>
                                        <p:attrNameLst>
                                          <p:attrName>ppt_w</p:attrName>
                                        </p:attrNameLst>
                                      </p:cBhvr>
                                      <p:tavLst>
                                        <p:tav tm="0">
                                          <p:val>
                                            <p:fltVal val="0"/>
                                          </p:val>
                                        </p:tav>
                                        <p:tav tm="100000">
                                          <p:val>
                                            <p:strVal val="#ppt_w"/>
                                          </p:val>
                                        </p:tav>
                                      </p:tavLst>
                                    </p:anim>
                                    <p:anim calcmode="lin" valueType="num">
                                      <p:cBhvr>
                                        <p:cTn id="28" dur="500" fill="hold"/>
                                        <p:tgtEl>
                                          <p:spTgt spid="26"/>
                                        </p:tgtEl>
                                        <p:attrNameLst>
                                          <p:attrName>ppt_h</p:attrName>
                                        </p:attrNameLst>
                                      </p:cBhvr>
                                      <p:tavLst>
                                        <p:tav tm="0">
                                          <p:val>
                                            <p:fltVal val="0"/>
                                          </p:val>
                                        </p:tav>
                                        <p:tav tm="100000">
                                          <p:val>
                                            <p:strVal val="#ppt_h"/>
                                          </p:val>
                                        </p:tav>
                                      </p:tavLst>
                                    </p:anim>
                                    <p:animEffect transition="in" filter="fade">
                                      <p:cBhvr>
                                        <p:cTn id="29" dur="500"/>
                                        <p:tgtEl>
                                          <p:spTgt spid="26"/>
                                        </p:tgtEl>
                                      </p:cBhvr>
                                    </p:animEffect>
                                  </p:childTnLst>
                                </p:cTn>
                              </p:par>
                              <p:par>
                                <p:cTn id="30" presetID="22" presetClass="entr" presetSubtype="4" fill="hold" grpId="1"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wipe(down)">
                                      <p:cBhvr>
                                        <p:cTn id="3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27" grpId="0"/>
      <p:bldP spid="27" grpId="1"/>
      <p:bldP spid="29" grpId="0" animBg="1"/>
      <p:bldP spid="30"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1855;p24"/>
          <p:cNvSpPr txBox="1">
            <a:spLocks/>
          </p:cNvSpPr>
          <p:nvPr/>
        </p:nvSpPr>
        <p:spPr>
          <a:xfrm>
            <a:off x="294984" y="959121"/>
            <a:ext cx="3618338" cy="32763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altLang="en-GB" sz="1800">
                <a:solidFill>
                  <a:schemeClr val="bg1">
                    <a:lumMod val="50000"/>
                  </a:schemeClr>
                </a:solidFill>
                <a:latin typeface="+mn-lt"/>
                <a:cs typeface="+mn-lt"/>
              </a:rPr>
              <a:t>THỰC NGHIỆM TRÁNH VẬT CẢN</a:t>
            </a:r>
          </a:p>
        </p:txBody>
      </p:sp>
      <p:grpSp>
        <p:nvGrpSpPr>
          <p:cNvPr id="3" name="Group 2"/>
          <p:cNvGrpSpPr/>
          <p:nvPr/>
        </p:nvGrpSpPr>
        <p:grpSpPr>
          <a:xfrm>
            <a:off x="304806" y="1239159"/>
            <a:ext cx="3701911" cy="95191"/>
            <a:chOff x="304806" y="1239159"/>
            <a:chExt cx="3701911" cy="95191"/>
          </a:xfrm>
        </p:grpSpPr>
        <p:cxnSp>
          <p:nvCxnSpPr>
            <p:cNvPr id="5" name="Straight Connector 4"/>
            <p:cNvCxnSpPr/>
            <p:nvPr/>
          </p:nvCxnSpPr>
          <p:spPr>
            <a:xfrm flipH="1">
              <a:off x="304806" y="1286755"/>
              <a:ext cx="3608516" cy="7258"/>
            </a:xfrm>
            <a:prstGeom prst="line">
              <a:avLst/>
            </a:prstGeom>
          </p:spPr>
          <p:style>
            <a:lnRef idx="2">
              <a:schemeClr val="accent3"/>
            </a:lnRef>
            <a:fillRef idx="0">
              <a:schemeClr val="accent3"/>
            </a:fillRef>
            <a:effectRef idx="1">
              <a:schemeClr val="accent3"/>
            </a:effectRef>
            <a:fontRef idx="minor">
              <a:schemeClr val="tx1"/>
            </a:fontRef>
          </p:style>
        </p:cxnSp>
        <p:sp>
          <p:nvSpPr>
            <p:cNvPr id="10" name="Google Shape;10105;p59"/>
            <p:cNvSpPr/>
            <p:nvPr/>
          </p:nvSpPr>
          <p:spPr>
            <a:xfrm>
              <a:off x="3907646" y="1239159"/>
              <a:ext cx="99071" cy="95191"/>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 name="Google Shape;1855;p24"/>
          <p:cNvSpPr txBox="1">
            <a:spLocks/>
          </p:cNvSpPr>
          <p:nvPr/>
        </p:nvSpPr>
        <p:spPr>
          <a:xfrm>
            <a:off x="359050" y="3529879"/>
            <a:ext cx="7607079" cy="1108129"/>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just"/>
            <a:r>
              <a:rPr lang="en-US" sz="1600">
                <a:solidFill>
                  <a:schemeClr val="bg1">
                    <a:lumMod val="50000"/>
                  </a:schemeClr>
                </a:solidFill>
                <a:latin typeface="Arial" panose="020B0604020202020204" pitchFamily="34" charset="0"/>
                <a:cs typeface="Arial" panose="020B0604020202020204" pitchFamily="34" charset="0"/>
              </a:rPr>
              <a:t>H</a:t>
            </a:r>
            <a:r>
              <a:rPr lang="vi-VN" sz="1600">
                <a:solidFill>
                  <a:schemeClr val="bg1">
                    <a:lumMod val="50000"/>
                  </a:schemeClr>
                </a:solidFill>
                <a:latin typeface="Arial" panose="020B0604020202020204" pitchFamily="34" charset="0"/>
                <a:cs typeface="Arial" panose="020B0604020202020204" pitchFamily="34" charset="0"/>
              </a:rPr>
              <a:t>ình ảnh thực nghiệm về tính năng tránh vật cản của </a:t>
            </a:r>
            <a:r>
              <a:rPr lang="en-US" sz="1600">
                <a:solidFill>
                  <a:schemeClr val="bg1">
                    <a:lumMod val="50000"/>
                  </a:schemeClr>
                </a:solidFill>
                <a:latin typeface="Arial" panose="020B0604020202020204" pitchFamily="34" charset="0"/>
                <a:cs typeface="Arial" panose="020B0604020202020204" pitchFamily="34" charset="0"/>
              </a:rPr>
              <a:t>xe</a:t>
            </a:r>
            <a:r>
              <a:rPr lang="vi-VN" sz="1600">
                <a:solidFill>
                  <a:schemeClr val="bg1">
                    <a:lumMod val="50000"/>
                  </a:schemeClr>
                </a:solidFill>
                <a:latin typeface="Arial" panose="020B0604020202020204" pitchFamily="34" charset="0"/>
                <a:cs typeface="Arial" panose="020B0604020202020204" pitchFamily="34" charset="0"/>
              </a:rPr>
              <a:t> bao gồm hình ảnh đường trống, đường bị cản, các vật cản đã được học và vật cản chưa được học.</a:t>
            </a:r>
            <a:endParaRPr lang="en-US" sz="1600">
              <a:solidFill>
                <a:schemeClr val="bg1">
                  <a:lumMod val="50000"/>
                </a:schemeClr>
              </a:solidFill>
              <a:latin typeface="Arial" panose="020B0604020202020204" pitchFamily="34" charset="0"/>
              <a:cs typeface="Arial" panose="020B0604020202020204" pitchFamily="34" charset="0"/>
            </a:endParaRPr>
          </a:p>
        </p:txBody>
      </p:sp>
      <p:pic>
        <p:nvPicPr>
          <p:cNvPr id="12" name="Picture 11"/>
          <p:cNvPicPr/>
          <p:nvPr/>
        </p:nvPicPr>
        <p:blipFill rotWithShape="1">
          <a:blip r:embed="rId2"/>
          <a:srcRect b="7118"/>
          <a:stretch/>
        </p:blipFill>
        <p:spPr bwMode="auto">
          <a:xfrm>
            <a:off x="359050" y="1570560"/>
            <a:ext cx="2119681" cy="1959320"/>
          </a:xfrm>
          <a:prstGeom prst="rect">
            <a:avLst/>
          </a:prstGeom>
          <a:ln>
            <a:noFill/>
          </a:ln>
          <a:extLst>
            <a:ext uri="{53640926-AAD7-44D8-BBD7-CCE9431645EC}">
              <a14:shadowObscured xmlns:a14="http://schemas.microsoft.com/office/drawing/2010/main"/>
            </a:ext>
          </a:extLst>
        </p:spPr>
      </p:pic>
      <p:pic>
        <p:nvPicPr>
          <p:cNvPr id="13" name="Picture 12"/>
          <p:cNvPicPr/>
          <p:nvPr/>
        </p:nvPicPr>
        <p:blipFill rotWithShape="1">
          <a:blip r:embed="rId3"/>
          <a:srcRect b="5930"/>
          <a:stretch/>
        </p:blipFill>
        <p:spPr bwMode="auto">
          <a:xfrm>
            <a:off x="2565654" y="1566255"/>
            <a:ext cx="2029192" cy="1963624"/>
          </a:xfrm>
          <a:prstGeom prst="rect">
            <a:avLst/>
          </a:prstGeom>
          <a:ln>
            <a:noFill/>
          </a:ln>
          <a:extLst>
            <a:ext uri="{53640926-AAD7-44D8-BBD7-CCE9431645EC}">
              <a14:shadowObscured xmlns:a14="http://schemas.microsoft.com/office/drawing/2010/main"/>
            </a:ext>
          </a:extLst>
        </p:spPr>
      </p:pic>
      <p:pic>
        <p:nvPicPr>
          <p:cNvPr id="14" name="Picture 13"/>
          <p:cNvPicPr/>
          <p:nvPr/>
        </p:nvPicPr>
        <p:blipFill rotWithShape="1">
          <a:blip r:embed="rId4"/>
          <a:srcRect b="8657"/>
          <a:stretch/>
        </p:blipFill>
        <p:spPr bwMode="auto">
          <a:xfrm>
            <a:off x="4681769" y="1566255"/>
            <a:ext cx="2074596" cy="1963624"/>
          </a:xfrm>
          <a:prstGeom prst="rect">
            <a:avLst/>
          </a:prstGeom>
          <a:ln>
            <a:noFill/>
          </a:ln>
          <a:extLst>
            <a:ext uri="{53640926-AAD7-44D8-BBD7-CCE9431645EC}">
              <a14:shadowObscured xmlns:a14="http://schemas.microsoft.com/office/drawing/2010/main"/>
            </a:ext>
          </a:extLst>
        </p:spPr>
      </p:pic>
      <p:pic>
        <p:nvPicPr>
          <p:cNvPr id="15" name="Picture 14"/>
          <p:cNvPicPr/>
          <p:nvPr/>
        </p:nvPicPr>
        <p:blipFill>
          <a:blip r:embed="rId5"/>
          <a:stretch>
            <a:fillRect/>
          </a:stretch>
        </p:blipFill>
        <p:spPr>
          <a:xfrm>
            <a:off x="6843289" y="1566255"/>
            <a:ext cx="1936502" cy="1963624"/>
          </a:xfrm>
          <a:prstGeom prst="rect">
            <a:avLst/>
          </a:prstGeom>
        </p:spPr>
      </p:pic>
      <p:grpSp>
        <p:nvGrpSpPr>
          <p:cNvPr id="16" name="Group 15"/>
          <p:cNvGrpSpPr/>
          <p:nvPr/>
        </p:nvGrpSpPr>
        <p:grpSpPr>
          <a:xfrm>
            <a:off x="2194296" y="433071"/>
            <a:ext cx="3930733" cy="350702"/>
            <a:chOff x="2194296" y="433071"/>
            <a:chExt cx="3930733" cy="350702"/>
          </a:xfrm>
        </p:grpSpPr>
        <p:sp>
          <p:nvSpPr>
            <p:cNvPr id="17" name="Parallelogram 16"/>
            <p:cNvSpPr/>
            <p:nvPr/>
          </p:nvSpPr>
          <p:spPr>
            <a:xfrm>
              <a:off x="2194296" y="433071"/>
              <a:ext cx="3930733" cy="343444"/>
            </a:xfrm>
            <a:prstGeom prst="parallelogram">
              <a:avLst>
                <a:gd name="adj" fmla="val 9962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Google Shape;1856;p24"/>
            <p:cNvSpPr txBox="1">
              <a:spLocks/>
            </p:cNvSpPr>
            <p:nvPr/>
          </p:nvSpPr>
          <p:spPr>
            <a:xfrm>
              <a:off x="2363519" y="440329"/>
              <a:ext cx="3592286" cy="3434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2000" b="1">
                  <a:solidFill>
                    <a:schemeClr val="tx1"/>
                  </a:solidFill>
                  <a:latin typeface="Arial" panose="020B0604020202020204" pitchFamily="34" charset="0"/>
                  <a:cs typeface="Arial" panose="020B0604020202020204" pitchFamily="34" charset="0"/>
                </a:rPr>
                <a:t>KẾT QUẢ THỰC NGHIỆM</a:t>
              </a:r>
            </a:p>
          </p:txBody>
        </p:sp>
      </p:grpSp>
      <p:sp>
        <p:nvSpPr>
          <p:cNvPr id="19" name="TextBox 18"/>
          <p:cNvSpPr txBox="1"/>
          <p:nvPr/>
        </p:nvSpPr>
        <p:spPr>
          <a:xfrm>
            <a:off x="8723086" y="4702628"/>
            <a:ext cx="284052" cy="307777"/>
          </a:xfrm>
          <a:prstGeom prst="rect">
            <a:avLst/>
          </a:prstGeom>
          <a:noFill/>
        </p:spPr>
        <p:txBody>
          <a:bodyPr wrap="none" rtlCol="0">
            <a:spAutoFit/>
          </a:bodyPr>
          <a:lstStyle/>
          <a:p>
            <a:fld id="{3B13CC22-955F-4C18-B43E-F8F0DA7FF5AB}" type="slidenum">
              <a:rPr lang="en-US" smtClean="0"/>
              <a:t>25</a:t>
            </a:fld>
            <a:endParaRPr lang="en-US"/>
          </a:p>
        </p:txBody>
      </p:sp>
    </p:spTree>
    <p:extLst>
      <p:ext uri="{BB962C8B-B14F-4D97-AF65-F5344CB8AC3E}">
        <p14:creationId xmlns:p14="http://schemas.microsoft.com/office/powerpoint/2010/main" val="175774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ppt_x</p:attrName>
                                        </p:attrNameLst>
                                      </p:cBhvr>
                                      <p:tavLst>
                                        <p:tav tm="0">
                                          <p:val>
                                            <p:strVal val="#ppt_x-#ppt_w*1.125000"/>
                                          </p:val>
                                        </p:tav>
                                        <p:tav tm="100000">
                                          <p:val>
                                            <p:strVal val="#ppt_x"/>
                                          </p:val>
                                        </p:tav>
                                      </p:tavLst>
                                    </p:anim>
                                    <p:animEffect transition="in" filter="wipe(right)">
                                      <p:cBhvr>
                                        <p:cTn id="8" dur="500"/>
                                        <p:tgtEl>
                                          <p:spTgt spid="3"/>
                                        </p:tgtEl>
                                      </p:cBhvr>
                                    </p:animEffect>
                                  </p:childTnLst>
                                </p:cTn>
                              </p:par>
                            </p:childTnLst>
                          </p:cTn>
                        </p:par>
                        <p:par>
                          <p:cTn id="9" fill="hold">
                            <p:stCondLst>
                              <p:cond delay="500"/>
                            </p:stCondLst>
                            <p:childTnLst>
                              <p:par>
                                <p:cTn id="10" presetID="12" presetClass="entr" presetSubtype="8" fill="hold" grpId="1"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p:tgtEl>
                                          <p:spTgt spid="6"/>
                                        </p:tgtEl>
                                        <p:attrNameLst>
                                          <p:attrName>ppt_x</p:attrName>
                                        </p:attrNameLst>
                                      </p:cBhvr>
                                      <p:tavLst>
                                        <p:tav tm="0">
                                          <p:val>
                                            <p:strVal val="#ppt_x-#ppt_w*1.125000"/>
                                          </p:val>
                                        </p:tav>
                                        <p:tav tm="100000">
                                          <p:val>
                                            <p:strVal val="#ppt_x"/>
                                          </p:val>
                                        </p:tav>
                                      </p:tavLst>
                                    </p:anim>
                                    <p:animEffect transition="in" filter="wipe(right)">
                                      <p:cBhvr>
                                        <p:cTn id="13" dur="500"/>
                                        <p:tgtEl>
                                          <p:spTgt spid="6"/>
                                        </p:tgtEl>
                                      </p:cBhvr>
                                    </p:animEffect>
                                  </p:childTnLst>
                                </p:cTn>
                              </p:par>
                            </p:childTnLst>
                          </p:cTn>
                        </p:par>
                        <p:par>
                          <p:cTn id="14" fill="hold">
                            <p:stCondLst>
                              <p:cond delay="1000"/>
                            </p:stCondLst>
                            <p:childTnLst>
                              <p:par>
                                <p:cTn id="15" presetID="53" presetClass="entr" presetSubtype="16" fill="hold" nodeType="after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p:cTn id="17" dur="500" fill="hold"/>
                                        <p:tgtEl>
                                          <p:spTgt spid="12"/>
                                        </p:tgtEl>
                                        <p:attrNameLst>
                                          <p:attrName>ppt_w</p:attrName>
                                        </p:attrNameLst>
                                      </p:cBhvr>
                                      <p:tavLst>
                                        <p:tav tm="0">
                                          <p:val>
                                            <p:fltVal val="0"/>
                                          </p:val>
                                        </p:tav>
                                        <p:tav tm="100000">
                                          <p:val>
                                            <p:strVal val="#ppt_w"/>
                                          </p:val>
                                        </p:tav>
                                      </p:tavLst>
                                    </p:anim>
                                    <p:anim calcmode="lin" valueType="num">
                                      <p:cBhvr>
                                        <p:cTn id="18" dur="500" fill="hold"/>
                                        <p:tgtEl>
                                          <p:spTgt spid="12"/>
                                        </p:tgtEl>
                                        <p:attrNameLst>
                                          <p:attrName>ppt_h</p:attrName>
                                        </p:attrNameLst>
                                      </p:cBhvr>
                                      <p:tavLst>
                                        <p:tav tm="0">
                                          <p:val>
                                            <p:fltVal val="0"/>
                                          </p:val>
                                        </p:tav>
                                        <p:tav tm="100000">
                                          <p:val>
                                            <p:strVal val="#ppt_h"/>
                                          </p:val>
                                        </p:tav>
                                      </p:tavLst>
                                    </p:anim>
                                    <p:animEffect transition="in" filter="fade">
                                      <p:cBhvr>
                                        <p:cTn id="19" dur="500"/>
                                        <p:tgtEl>
                                          <p:spTgt spid="12"/>
                                        </p:tgtEl>
                                      </p:cBhvr>
                                    </p:animEffect>
                                  </p:childTnLst>
                                </p:cTn>
                              </p:par>
                              <p:par>
                                <p:cTn id="20" presetID="53" presetClass="entr" presetSubtype="16"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par>
                                <p:cTn id="25" presetID="53" presetClass="entr" presetSubtype="16"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p:cTn id="27" dur="500" fill="hold"/>
                                        <p:tgtEl>
                                          <p:spTgt spid="14"/>
                                        </p:tgtEl>
                                        <p:attrNameLst>
                                          <p:attrName>ppt_w</p:attrName>
                                        </p:attrNameLst>
                                      </p:cBhvr>
                                      <p:tavLst>
                                        <p:tav tm="0">
                                          <p:val>
                                            <p:fltVal val="0"/>
                                          </p:val>
                                        </p:tav>
                                        <p:tav tm="100000">
                                          <p:val>
                                            <p:strVal val="#ppt_w"/>
                                          </p:val>
                                        </p:tav>
                                      </p:tavLst>
                                    </p:anim>
                                    <p:anim calcmode="lin" valueType="num">
                                      <p:cBhvr>
                                        <p:cTn id="28" dur="500" fill="hold"/>
                                        <p:tgtEl>
                                          <p:spTgt spid="14"/>
                                        </p:tgtEl>
                                        <p:attrNameLst>
                                          <p:attrName>ppt_h</p:attrName>
                                        </p:attrNameLst>
                                      </p:cBhvr>
                                      <p:tavLst>
                                        <p:tav tm="0">
                                          <p:val>
                                            <p:fltVal val="0"/>
                                          </p:val>
                                        </p:tav>
                                        <p:tav tm="100000">
                                          <p:val>
                                            <p:strVal val="#ppt_h"/>
                                          </p:val>
                                        </p:tav>
                                      </p:tavLst>
                                    </p:anim>
                                    <p:animEffect transition="in" filter="fade">
                                      <p:cBhvr>
                                        <p:cTn id="29" dur="500"/>
                                        <p:tgtEl>
                                          <p:spTgt spid="14"/>
                                        </p:tgtEl>
                                      </p:cBhvr>
                                    </p:animEffect>
                                  </p:childTnLst>
                                </p:cTn>
                              </p:par>
                              <p:par>
                                <p:cTn id="30" presetID="53" presetClass="entr" presetSubtype="16"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 calcmode="lin" valueType="num">
                                      <p:cBhvr>
                                        <p:cTn id="32" dur="500" fill="hold"/>
                                        <p:tgtEl>
                                          <p:spTgt spid="15"/>
                                        </p:tgtEl>
                                        <p:attrNameLst>
                                          <p:attrName>ppt_w</p:attrName>
                                        </p:attrNameLst>
                                      </p:cBhvr>
                                      <p:tavLst>
                                        <p:tav tm="0">
                                          <p:val>
                                            <p:fltVal val="0"/>
                                          </p:val>
                                        </p:tav>
                                        <p:tav tm="100000">
                                          <p:val>
                                            <p:strVal val="#ppt_w"/>
                                          </p:val>
                                        </p:tav>
                                      </p:tavLst>
                                    </p:anim>
                                    <p:anim calcmode="lin" valueType="num">
                                      <p:cBhvr>
                                        <p:cTn id="33" dur="500" fill="hold"/>
                                        <p:tgtEl>
                                          <p:spTgt spid="15"/>
                                        </p:tgtEl>
                                        <p:attrNameLst>
                                          <p:attrName>ppt_h</p:attrName>
                                        </p:attrNameLst>
                                      </p:cBhvr>
                                      <p:tavLst>
                                        <p:tav tm="0">
                                          <p:val>
                                            <p:fltVal val="0"/>
                                          </p:val>
                                        </p:tav>
                                        <p:tav tm="100000">
                                          <p:val>
                                            <p:strVal val="#ppt_h"/>
                                          </p:val>
                                        </p:tav>
                                      </p:tavLst>
                                    </p:anim>
                                    <p:animEffect transition="in" filter="fade">
                                      <p:cBhvr>
                                        <p:cTn id="34" dur="500"/>
                                        <p:tgtEl>
                                          <p:spTgt spid="15"/>
                                        </p:tgtEl>
                                      </p:cBhvr>
                                    </p:animEffect>
                                  </p:childTnLst>
                                </p:cTn>
                              </p:par>
                              <p:par>
                                <p:cTn id="35" presetID="22" presetClass="entr" presetSubtype="4" fill="hold" grpId="1"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wipe(down)">
                                      <p:cBhvr>
                                        <p:cTn id="3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27" grpId="0"/>
      <p:bldP spid="27" grpId="1"/>
      <p:bldP spid="17" grpId="0" animBg="1"/>
      <p:bldP spid="18"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1855;p24"/>
          <p:cNvSpPr txBox="1">
            <a:spLocks/>
          </p:cNvSpPr>
          <p:nvPr/>
        </p:nvSpPr>
        <p:spPr>
          <a:xfrm>
            <a:off x="294983" y="959121"/>
            <a:ext cx="5036433" cy="32763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altLang="en-GB" sz="1800">
                <a:solidFill>
                  <a:schemeClr val="bg1">
                    <a:lumMod val="50000"/>
                  </a:schemeClr>
                </a:solidFill>
                <a:latin typeface="+mn-lt"/>
                <a:cs typeface="+mn-lt"/>
              </a:rPr>
              <a:t>THỰC NGHIỆM TUÂN THỦ ĐÈN GIAO THÔNG</a:t>
            </a:r>
          </a:p>
        </p:txBody>
      </p:sp>
      <p:grpSp>
        <p:nvGrpSpPr>
          <p:cNvPr id="3" name="Group 2"/>
          <p:cNvGrpSpPr/>
          <p:nvPr/>
        </p:nvGrpSpPr>
        <p:grpSpPr>
          <a:xfrm>
            <a:off x="304806" y="1243137"/>
            <a:ext cx="5120006" cy="95191"/>
            <a:chOff x="304806" y="1243137"/>
            <a:chExt cx="5120006" cy="95191"/>
          </a:xfrm>
        </p:grpSpPr>
        <p:cxnSp>
          <p:nvCxnSpPr>
            <p:cNvPr id="5" name="Straight Connector 4"/>
            <p:cNvCxnSpPr/>
            <p:nvPr/>
          </p:nvCxnSpPr>
          <p:spPr>
            <a:xfrm flipH="1">
              <a:off x="304806" y="1282983"/>
              <a:ext cx="5036433" cy="11030"/>
            </a:xfrm>
            <a:prstGeom prst="line">
              <a:avLst/>
            </a:prstGeom>
          </p:spPr>
          <p:style>
            <a:lnRef idx="2">
              <a:schemeClr val="accent3"/>
            </a:lnRef>
            <a:fillRef idx="0">
              <a:schemeClr val="accent3"/>
            </a:fillRef>
            <a:effectRef idx="1">
              <a:schemeClr val="accent3"/>
            </a:effectRef>
            <a:fontRef idx="minor">
              <a:schemeClr val="tx1"/>
            </a:fontRef>
          </p:style>
        </p:cxnSp>
        <p:sp>
          <p:nvSpPr>
            <p:cNvPr id="10" name="Google Shape;10105;p59"/>
            <p:cNvSpPr/>
            <p:nvPr/>
          </p:nvSpPr>
          <p:spPr>
            <a:xfrm>
              <a:off x="5325741" y="1243137"/>
              <a:ext cx="99071" cy="95191"/>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 name="Google Shape;1855;p24"/>
          <p:cNvSpPr txBox="1">
            <a:spLocks/>
          </p:cNvSpPr>
          <p:nvPr/>
        </p:nvSpPr>
        <p:spPr>
          <a:xfrm>
            <a:off x="359050" y="3529879"/>
            <a:ext cx="7607079" cy="1108129"/>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just"/>
            <a:r>
              <a:rPr lang="vi-VN" sz="1600">
                <a:solidFill>
                  <a:schemeClr val="bg1">
                    <a:lumMod val="50000"/>
                  </a:schemeClr>
                </a:solidFill>
                <a:latin typeface="Arial" panose="020B0604020202020204" pitchFamily="34" charset="0"/>
                <a:cs typeface="Arial" panose="020B0604020202020204" pitchFamily="34" charset="0"/>
              </a:rPr>
              <a:t>Nhiệm vụ tuân thủ đèn giao thông được thực hiện bằng cách cho </a:t>
            </a:r>
            <a:r>
              <a:rPr lang="en-US" sz="1600">
                <a:solidFill>
                  <a:schemeClr val="bg1">
                    <a:lumMod val="50000"/>
                  </a:schemeClr>
                </a:solidFill>
                <a:latin typeface="Arial" panose="020B0604020202020204" pitchFamily="34" charset="0"/>
                <a:cs typeface="Arial" panose="020B0604020202020204" pitchFamily="34" charset="0"/>
              </a:rPr>
              <a:t>xe</a:t>
            </a:r>
            <a:r>
              <a:rPr lang="vi-VN" sz="1600">
                <a:solidFill>
                  <a:schemeClr val="bg1">
                    <a:lumMod val="50000"/>
                  </a:schemeClr>
                </a:solidFill>
                <a:latin typeface="Arial" panose="020B0604020202020204" pitchFamily="34" charset="0"/>
                <a:cs typeface="Arial" panose="020B0604020202020204" pitchFamily="34" charset="0"/>
              </a:rPr>
              <a:t> phát hiện ngưỡng đèn đỏ. Với ngưỡng đèn đỏ cao, </a:t>
            </a:r>
            <a:r>
              <a:rPr lang="en-US" sz="1600">
                <a:solidFill>
                  <a:schemeClr val="bg1">
                    <a:lumMod val="50000"/>
                  </a:schemeClr>
                </a:solidFill>
                <a:latin typeface="Arial" panose="020B0604020202020204" pitchFamily="34" charset="0"/>
                <a:cs typeface="Arial" panose="020B0604020202020204" pitchFamily="34" charset="0"/>
              </a:rPr>
              <a:t>xe</a:t>
            </a:r>
            <a:r>
              <a:rPr lang="vi-VN" sz="1600">
                <a:solidFill>
                  <a:schemeClr val="bg1">
                    <a:lumMod val="50000"/>
                  </a:schemeClr>
                </a:solidFill>
                <a:latin typeface="Arial" panose="020B0604020202020204" pitchFamily="34" charset="0"/>
                <a:cs typeface="Arial" panose="020B0604020202020204" pitchFamily="34" charset="0"/>
              </a:rPr>
              <a:t> sẽ dừng lại, và với ngưỡng đèn đỏ thấp, tức là đèn xanh, </a:t>
            </a:r>
            <a:r>
              <a:rPr lang="en-US" sz="1600">
                <a:solidFill>
                  <a:schemeClr val="bg1">
                    <a:lumMod val="50000"/>
                  </a:schemeClr>
                </a:solidFill>
                <a:latin typeface="Arial" panose="020B0604020202020204" pitchFamily="34" charset="0"/>
                <a:cs typeface="Arial" panose="020B0604020202020204" pitchFamily="34" charset="0"/>
              </a:rPr>
              <a:t>xe</a:t>
            </a:r>
            <a:r>
              <a:rPr lang="vi-VN" sz="1600">
                <a:solidFill>
                  <a:schemeClr val="bg1">
                    <a:lumMod val="50000"/>
                  </a:schemeClr>
                </a:solidFill>
                <a:latin typeface="Arial" panose="020B0604020202020204" pitchFamily="34" charset="0"/>
                <a:cs typeface="Arial" panose="020B0604020202020204" pitchFamily="34" charset="0"/>
              </a:rPr>
              <a:t> sẽ di chuyển thẳng</a:t>
            </a:r>
            <a:r>
              <a:rPr lang="en-US" sz="1600">
                <a:solidFill>
                  <a:schemeClr val="bg1">
                    <a:lumMod val="50000"/>
                  </a:schemeClr>
                </a:solidFill>
                <a:latin typeface="Arial" panose="020B0604020202020204" pitchFamily="34" charset="0"/>
                <a:cs typeface="Arial" panose="020B0604020202020204" pitchFamily="34" charset="0"/>
              </a:rPr>
              <a:t>.</a:t>
            </a:r>
          </a:p>
        </p:txBody>
      </p:sp>
      <p:pic>
        <p:nvPicPr>
          <p:cNvPr id="16" name="Picture 15"/>
          <p:cNvPicPr/>
          <p:nvPr/>
        </p:nvPicPr>
        <p:blipFill>
          <a:blip r:embed="rId2"/>
          <a:stretch>
            <a:fillRect/>
          </a:stretch>
        </p:blipFill>
        <p:spPr>
          <a:xfrm>
            <a:off x="298277" y="1528885"/>
            <a:ext cx="2211606" cy="1949421"/>
          </a:xfrm>
          <a:prstGeom prst="rect">
            <a:avLst/>
          </a:prstGeom>
        </p:spPr>
      </p:pic>
      <p:pic>
        <p:nvPicPr>
          <p:cNvPr id="17" name="Picture 16"/>
          <p:cNvPicPr/>
          <p:nvPr/>
        </p:nvPicPr>
        <p:blipFill>
          <a:blip r:embed="rId3"/>
          <a:stretch>
            <a:fillRect/>
          </a:stretch>
        </p:blipFill>
        <p:spPr>
          <a:xfrm>
            <a:off x="2509883" y="1521628"/>
            <a:ext cx="2038868" cy="1956678"/>
          </a:xfrm>
          <a:prstGeom prst="rect">
            <a:avLst/>
          </a:prstGeom>
        </p:spPr>
      </p:pic>
      <p:pic>
        <p:nvPicPr>
          <p:cNvPr id="18" name="Picture 17"/>
          <p:cNvPicPr/>
          <p:nvPr/>
        </p:nvPicPr>
        <p:blipFill>
          <a:blip r:embed="rId4"/>
          <a:stretch>
            <a:fillRect/>
          </a:stretch>
        </p:blipFill>
        <p:spPr>
          <a:xfrm>
            <a:off x="4685177" y="1500652"/>
            <a:ext cx="2075180" cy="1977653"/>
          </a:xfrm>
          <a:prstGeom prst="rect">
            <a:avLst/>
          </a:prstGeom>
        </p:spPr>
      </p:pic>
      <p:pic>
        <p:nvPicPr>
          <p:cNvPr id="19" name="Picture 18"/>
          <p:cNvPicPr/>
          <p:nvPr/>
        </p:nvPicPr>
        <p:blipFill>
          <a:blip r:embed="rId5"/>
          <a:stretch>
            <a:fillRect/>
          </a:stretch>
        </p:blipFill>
        <p:spPr>
          <a:xfrm>
            <a:off x="6896782" y="1500651"/>
            <a:ext cx="2014741" cy="1977653"/>
          </a:xfrm>
          <a:prstGeom prst="rect">
            <a:avLst/>
          </a:prstGeom>
        </p:spPr>
      </p:pic>
      <p:grpSp>
        <p:nvGrpSpPr>
          <p:cNvPr id="20" name="Group 19"/>
          <p:cNvGrpSpPr/>
          <p:nvPr/>
        </p:nvGrpSpPr>
        <p:grpSpPr>
          <a:xfrm>
            <a:off x="2194296" y="433071"/>
            <a:ext cx="3930733" cy="350702"/>
            <a:chOff x="2194296" y="433071"/>
            <a:chExt cx="3930733" cy="350702"/>
          </a:xfrm>
        </p:grpSpPr>
        <p:sp>
          <p:nvSpPr>
            <p:cNvPr id="21" name="Parallelogram 20"/>
            <p:cNvSpPr/>
            <p:nvPr/>
          </p:nvSpPr>
          <p:spPr>
            <a:xfrm>
              <a:off x="2194296" y="433071"/>
              <a:ext cx="3930733" cy="343444"/>
            </a:xfrm>
            <a:prstGeom prst="parallelogram">
              <a:avLst>
                <a:gd name="adj" fmla="val 9962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Google Shape;1856;p24"/>
            <p:cNvSpPr txBox="1">
              <a:spLocks/>
            </p:cNvSpPr>
            <p:nvPr/>
          </p:nvSpPr>
          <p:spPr>
            <a:xfrm>
              <a:off x="2363519" y="440329"/>
              <a:ext cx="3592286" cy="3434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2000" b="1">
                  <a:solidFill>
                    <a:schemeClr val="tx1"/>
                  </a:solidFill>
                  <a:latin typeface="Arial" panose="020B0604020202020204" pitchFamily="34" charset="0"/>
                  <a:cs typeface="Arial" panose="020B0604020202020204" pitchFamily="34" charset="0"/>
                </a:rPr>
                <a:t>KẾT QUẢ THỰC NGHIỆM</a:t>
              </a:r>
            </a:p>
          </p:txBody>
        </p:sp>
      </p:grpSp>
      <p:sp>
        <p:nvSpPr>
          <p:cNvPr id="14" name="TextBox 13"/>
          <p:cNvSpPr txBox="1"/>
          <p:nvPr/>
        </p:nvSpPr>
        <p:spPr>
          <a:xfrm>
            <a:off x="8723086" y="4702628"/>
            <a:ext cx="284052" cy="307777"/>
          </a:xfrm>
          <a:prstGeom prst="rect">
            <a:avLst/>
          </a:prstGeom>
          <a:noFill/>
        </p:spPr>
        <p:txBody>
          <a:bodyPr wrap="none" rtlCol="0">
            <a:spAutoFit/>
          </a:bodyPr>
          <a:lstStyle/>
          <a:p>
            <a:fld id="{3B13CC22-955F-4C18-B43E-F8F0DA7FF5AB}" type="slidenum">
              <a:rPr lang="en-US" smtClean="0"/>
              <a:t>26</a:t>
            </a:fld>
            <a:endParaRPr lang="en-US"/>
          </a:p>
        </p:txBody>
      </p:sp>
    </p:spTree>
    <p:extLst>
      <p:ext uri="{BB962C8B-B14F-4D97-AF65-F5344CB8AC3E}">
        <p14:creationId xmlns:p14="http://schemas.microsoft.com/office/powerpoint/2010/main" val="3134062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ppt_x</p:attrName>
                                        </p:attrNameLst>
                                      </p:cBhvr>
                                      <p:tavLst>
                                        <p:tav tm="0">
                                          <p:val>
                                            <p:strVal val="#ppt_x-#ppt_w*1.125000"/>
                                          </p:val>
                                        </p:tav>
                                        <p:tav tm="100000">
                                          <p:val>
                                            <p:strVal val="#ppt_x"/>
                                          </p:val>
                                        </p:tav>
                                      </p:tavLst>
                                    </p:anim>
                                    <p:animEffect transition="in" filter="wipe(right)">
                                      <p:cBhvr>
                                        <p:cTn id="8" dur="500"/>
                                        <p:tgtEl>
                                          <p:spTgt spid="3"/>
                                        </p:tgtEl>
                                      </p:cBhvr>
                                    </p:animEffect>
                                  </p:childTnLst>
                                </p:cTn>
                              </p:par>
                            </p:childTnLst>
                          </p:cTn>
                        </p:par>
                        <p:par>
                          <p:cTn id="9" fill="hold">
                            <p:stCondLst>
                              <p:cond delay="500"/>
                            </p:stCondLst>
                            <p:childTnLst>
                              <p:par>
                                <p:cTn id="10" presetID="12" presetClass="entr" presetSubtype="8" fill="hold" grpId="1"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p:tgtEl>
                                          <p:spTgt spid="6"/>
                                        </p:tgtEl>
                                        <p:attrNameLst>
                                          <p:attrName>ppt_x</p:attrName>
                                        </p:attrNameLst>
                                      </p:cBhvr>
                                      <p:tavLst>
                                        <p:tav tm="0">
                                          <p:val>
                                            <p:strVal val="#ppt_x-#ppt_w*1.125000"/>
                                          </p:val>
                                        </p:tav>
                                        <p:tav tm="100000">
                                          <p:val>
                                            <p:strVal val="#ppt_x"/>
                                          </p:val>
                                        </p:tav>
                                      </p:tavLst>
                                    </p:anim>
                                    <p:animEffect transition="in" filter="wipe(right)">
                                      <p:cBhvr>
                                        <p:cTn id="13" dur="500"/>
                                        <p:tgtEl>
                                          <p:spTgt spid="6"/>
                                        </p:tgtEl>
                                      </p:cBhvr>
                                    </p:animEffect>
                                  </p:childTnLst>
                                </p:cTn>
                              </p:par>
                            </p:childTnLst>
                          </p:cTn>
                        </p:par>
                        <p:par>
                          <p:cTn id="14" fill="hold">
                            <p:stCondLst>
                              <p:cond delay="1000"/>
                            </p:stCondLst>
                            <p:childTnLst>
                              <p:par>
                                <p:cTn id="15" presetID="53" presetClass="entr" presetSubtype="16" fill="hold" nodeType="after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p:cTn id="17" dur="500" fill="hold"/>
                                        <p:tgtEl>
                                          <p:spTgt spid="16"/>
                                        </p:tgtEl>
                                        <p:attrNameLst>
                                          <p:attrName>ppt_w</p:attrName>
                                        </p:attrNameLst>
                                      </p:cBhvr>
                                      <p:tavLst>
                                        <p:tav tm="0">
                                          <p:val>
                                            <p:fltVal val="0"/>
                                          </p:val>
                                        </p:tav>
                                        <p:tav tm="100000">
                                          <p:val>
                                            <p:strVal val="#ppt_w"/>
                                          </p:val>
                                        </p:tav>
                                      </p:tavLst>
                                    </p:anim>
                                    <p:anim calcmode="lin" valueType="num">
                                      <p:cBhvr>
                                        <p:cTn id="18" dur="500" fill="hold"/>
                                        <p:tgtEl>
                                          <p:spTgt spid="16"/>
                                        </p:tgtEl>
                                        <p:attrNameLst>
                                          <p:attrName>ppt_h</p:attrName>
                                        </p:attrNameLst>
                                      </p:cBhvr>
                                      <p:tavLst>
                                        <p:tav tm="0">
                                          <p:val>
                                            <p:fltVal val="0"/>
                                          </p:val>
                                        </p:tav>
                                        <p:tav tm="100000">
                                          <p:val>
                                            <p:strVal val="#ppt_h"/>
                                          </p:val>
                                        </p:tav>
                                      </p:tavLst>
                                    </p:anim>
                                    <p:animEffect transition="in" filter="fade">
                                      <p:cBhvr>
                                        <p:cTn id="19" dur="500"/>
                                        <p:tgtEl>
                                          <p:spTgt spid="16"/>
                                        </p:tgtEl>
                                      </p:cBhvr>
                                    </p:animEffect>
                                  </p:childTnLst>
                                </p:cTn>
                              </p:par>
                              <p:par>
                                <p:cTn id="20" presetID="53" presetClass="entr" presetSubtype="16"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 calcmode="lin" valueType="num">
                                      <p:cBhvr>
                                        <p:cTn id="22" dur="500" fill="hold"/>
                                        <p:tgtEl>
                                          <p:spTgt spid="17"/>
                                        </p:tgtEl>
                                        <p:attrNameLst>
                                          <p:attrName>ppt_w</p:attrName>
                                        </p:attrNameLst>
                                      </p:cBhvr>
                                      <p:tavLst>
                                        <p:tav tm="0">
                                          <p:val>
                                            <p:fltVal val="0"/>
                                          </p:val>
                                        </p:tav>
                                        <p:tav tm="100000">
                                          <p:val>
                                            <p:strVal val="#ppt_w"/>
                                          </p:val>
                                        </p:tav>
                                      </p:tavLst>
                                    </p:anim>
                                    <p:anim calcmode="lin" valueType="num">
                                      <p:cBhvr>
                                        <p:cTn id="23" dur="500" fill="hold"/>
                                        <p:tgtEl>
                                          <p:spTgt spid="17"/>
                                        </p:tgtEl>
                                        <p:attrNameLst>
                                          <p:attrName>ppt_h</p:attrName>
                                        </p:attrNameLst>
                                      </p:cBhvr>
                                      <p:tavLst>
                                        <p:tav tm="0">
                                          <p:val>
                                            <p:fltVal val="0"/>
                                          </p:val>
                                        </p:tav>
                                        <p:tav tm="100000">
                                          <p:val>
                                            <p:strVal val="#ppt_h"/>
                                          </p:val>
                                        </p:tav>
                                      </p:tavLst>
                                    </p:anim>
                                    <p:animEffect transition="in" filter="fade">
                                      <p:cBhvr>
                                        <p:cTn id="24" dur="500"/>
                                        <p:tgtEl>
                                          <p:spTgt spid="17"/>
                                        </p:tgtEl>
                                      </p:cBhvr>
                                    </p:animEffect>
                                  </p:childTnLst>
                                </p:cTn>
                              </p:par>
                              <p:par>
                                <p:cTn id="25" presetID="53" presetClass="entr" presetSubtype="16"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p:cTn id="27" dur="500" fill="hold"/>
                                        <p:tgtEl>
                                          <p:spTgt spid="18"/>
                                        </p:tgtEl>
                                        <p:attrNameLst>
                                          <p:attrName>ppt_w</p:attrName>
                                        </p:attrNameLst>
                                      </p:cBhvr>
                                      <p:tavLst>
                                        <p:tav tm="0">
                                          <p:val>
                                            <p:fltVal val="0"/>
                                          </p:val>
                                        </p:tav>
                                        <p:tav tm="100000">
                                          <p:val>
                                            <p:strVal val="#ppt_w"/>
                                          </p:val>
                                        </p:tav>
                                      </p:tavLst>
                                    </p:anim>
                                    <p:anim calcmode="lin" valueType="num">
                                      <p:cBhvr>
                                        <p:cTn id="28" dur="500" fill="hold"/>
                                        <p:tgtEl>
                                          <p:spTgt spid="18"/>
                                        </p:tgtEl>
                                        <p:attrNameLst>
                                          <p:attrName>ppt_h</p:attrName>
                                        </p:attrNameLst>
                                      </p:cBhvr>
                                      <p:tavLst>
                                        <p:tav tm="0">
                                          <p:val>
                                            <p:fltVal val="0"/>
                                          </p:val>
                                        </p:tav>
                                        <p:tav tm="100000">
                                          <p:val>
                                            <p:strVal val="#ppt_h"/>
                                          </p:val>
                                        </p:tav>
                                      </p:tavLst>
                                    </p:anim>
                                    <p:animEffect transition="in" filter="fade">
                                      <p:cBhvr>
                                        <p:cTn id="29" dur="500"/>
                                        <p:tgtEl>
                                          <p:spTgt spid="18"/>
                                        </p:tgtEl>
                                      </p:cBhvr>
                                    </p:animEffect>
                                  </p:childTnLst>
                                </p:cTn>
                              </p:par>
                              <p:par>
                                <p:cTn id="30" presetID="53" presetClass="entr" presetSubtype="16" fill="hold" nodeType="withEffect">
                                  <p:stCondLst>
                                    <p:cond delay="0"/>
                                  </p:stCondLst>
                                  <p:childTnLst>
                                    <p:set>
                                      <p:cBhvr>
                                        <p:cTn id="31" dur="1" fill="hold">
                                          <p:stCondLst>
                                            <p:cond delay="0"/>
                                          </p:stCondLst>
                                        </p:cTn>
                                        <p:tgtEl>
                                          <p:spTgt spid="19"/>
                                        </p:tgtEl>
                                        <p:attrNameLst>
                                          <p:attrName>style.visibility</p:attrName>
                                        </p:attrNameLst>
                                      </p:cBhvr>
                                      <p:to>
                                        <p:strVal val="visible"/>
                                      </p:to>
                                    </p:set>
                                    <p:anim calcmode="lin" valueType="num">
                                      <p:cBhvr>
                                        <p:cTn id="32" dur="500" fill="hold"/>
                                        <p:tgtEl>
                                          <p:spTgt spid="19"/>
                                        </p:tgtEl>
                                        <p:attrNameLst>
                                          <p:attrName>ppt_w</p:attrName>
                                        </p:attrNameLst>
                                      </p:cBhvr>
                                      <p:tavLst>
                                        <p:tav tm="0">
                                          <p:val>
                                            <p:fltVal val="0"/>
                                          </p:val>
                                        </p:tav>
                                        <p:tav tm="100000">
                                          <p:val>
                                            <p:strVal val="#ppt_w"/>
                                          </p:val>
                                        </p:tav>
                                      </p:tavLst>
                                    </p:anim>
                                    <p:anim calcmode="lin" valueType="num">
                                      <p:cBhvr>
                                        <p:cTn id="33" dur="500" fill="hold"/>
                                        <p:tgtEl>
                                          <p:spTgt spid="19"/>
                                        </p:tgtEl>
                                        <p:attrNameLst>
                                          <p:attrName>ppt_h</p:attrName>
                                        </p:attrNameLst>
                                      </p:cBhvr>
                                      <p:tavLst>
                                        <p:tav tm="0">
                                          <p:val>
                                            <p:fltVal val="0"/>
                                          </p:val>
                                        </p:tav>
                                        <p:tav tm="100000">
                                          <p:val>
                                            <p:strVal val="#ppt_h"/>
                                          </p:val>
                                        </p:tav>
                                      </p:tavLst>
                                    </p:anim>
                                    <p:animEffect transition="in" filter="fade">
                                      <p:cBhvr>
                                        <p:cTn id="34" dur="500"/>
                                        <p:tgtEl>
                                          <p:spTgt spid="19"/>
                                        </p:tgtEl>
                                      </p:cBhvr>
                                    </p:animEffect>
                                  </p:childTnLst>
                                </p:cTn>
                              </p:par>
                              <p:par>
                                <p:cTn id="35" presetID="22" presetClass="entr" presetSubtype="4" fill="hold" grpId="1"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wipe(down)">
                                      <p:cBhvr>
                                        <p:cTn id="3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27" grpId="0"/>
      <p:bldP spid="27" grpId="1"/>
      <p:bldP spid="21" grpId="0" animBg="1"/>
      <p:bldP spid="22"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p:cNvSpPr>
            <a:spLocks noGrp="1"/>
          </p:cNvSpPr>
          <p:nvPr>
            <p:ph type="title"/>
          </p:nvPr>
        </p:nvSpPr>
        <p:spPr>
          <a:xfrm>
            <a:off x="1648955" y="2272240"/>
            <a:ext cx="6101528" cy="754800"/>
          </a:xfrm>
        </p:spPr>
        <p:txBody>
          <a:bodyPr/>
          <a:lstStyle/>
          <a:p>
            <a:r>
              <a:rPr lang="en-US" sz="3200" b="1">
                <a:solidFill>
                  <a:schemeClr val="tx2">
                    <a:lumMod val="75000"/>
                  </a:schemeClr>
                </a:solidFill>
                <a:latin typeface="Arial" panose="020B0604020202020204" pitchFamily="34" charset="0"/>
                <a:cs typeface="Arial" panose="020B0604020202020204" pitchFamily="34" charset="0"/>
              </a:rPr>
              <a:t>KẾT LUẬN</a:t>
            </a:r>
          </a:p>
        </p:txBody>
      </p:sp>
      <p:sp>
        <p:nvSpPr>
          <p:cNvPr id="2" name="Subtitle 1"/>
          <p:cNvSpPr>
            <a:spLocks noGrp="1"/>
          </p:cNvSpPr>
          <p:nvPr>
            <p:ph type="subTitle" idx="1"/>
          </p:nvPr>
        </p:nvSpPr>
        <p:spPr>
          <a:xfrm>
            <a:off x="2191032" y="3009602"/>
            <a:ext cx="6061815" cy="700500"/>
          </a:xfrm>
        </p:spPr>
        <p:txBody>
          <a:bodyPr/>
          <a:lstStyle/>
          <a:p>
            <a:pPr algn="l"/>
            <a:r>
              <a:rPr lang="en-US">
                <a:solidFill>
                  <a:schemeClr val="bg1">
                    <a:lumMod val="50000"/>
                  </a:schemeClr>
                </a:solidFill>
              </a:rPr>
              <a:t>Những kết quả đạt được, hạn chế và hướng phát triển của đề tài.</a:t>
            </a:r>
          </a:p>
        </p:txBody>
      </p:sp>
      <p:sp>
        <p:nvSpPr>
          <p:cNvPr id="17" name="Google Shape;1856;p24"/>
          <p:cNvSpPr txBox="1">
            <a:spLocks/>
          </p:cNvSpPr>
          <p:nvPr/>
        </p:nvSpPr>
        <p:spPr>
          <a:xfrm>
            <a:off x="3917317" y="1073424"/>
            <a:ext cx="1355859" cy="1189857"/>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8800" b="1">
                <a:solidFill>
                  <a:schemeClr val="tx2">
                    <a:lumMod val="75000"/>
                  </a:schemeClr>
                </a:solidFill>
                <a:latin typeface="Arial" panose="020B0604020202020204" pitchFamily="34" charset="0"/>
                <a:cs typeface="Arial" panose="020B0604020202020204" pitchFamily="34" charset="0"/>
              </a:rPr>
              <a:t>4</a:t>
            </a:r>
          </a:p>
        </p:txBody>
      </p:sp>
      <p:cxnSp>
        <p:nvCxnSpPr>
          <p:cNvPr id="12" name="Straight Connector 11"/>
          <p:cNvCxnSpPr/>
          <p:nvPr/>
        </p:nvCxnSpPr>
        <p:spPr>
          <a:xfrm>
            <a:off x="5097799" y="1983783"/>
            <a:ext cx="201478" cy="0"/>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5097799" y="1278610"/>
            <a:ext cx="404099" cy="0"/>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5097227" y="1407762"/>
            <a:ext cx="335826" cy="691"/>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4" idx="3"/>
          </p:cNvCxnSpPr>
          <p:nvPr/>
        </p:nvCxnSpPr>
        <p:spPr>
          <a:xfrm flipV="1">
            <a:off x="5097799" y="1666834"/>
            <a:ext cx="652072" cy="1"/>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3864125" y="2127083"/>
            <a:ext cx="201478" cy="0"/>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3661504" y="1468404"/>
            <a:ext cx="404099" cy="0"/>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3729777" y="1597556"/>
            <a:ext cx="335826" cy="691"/>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3413531" y="1856628"/>
            <a:ext cx="652072" cy="1"/>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5" name="Oval 64"/>
          <p:cNvSpPr/>
          <p:nvPr/>
        </p:nvSpPr>
        <p:spPr>
          <a:xfrm>
            <a:off x="5749871" y="1602536"/>
            <a:ext cx="122822" cy="122822"/>
          </a:xfrm>
          <a:prstGeom prst="ellipse">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3301721" y="1804694"/>
            <a:ext cx="122822" cy="122822"/>
          </a:xfrm>
          <a:prstGeom prst="ellipse">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Elbow Connector 67"/>
          <p:cNvCxnSpPr/>
          <p:nvPr/>
        </p:nvCxnSpPr>
        <p:spPr>
          <a:xfrm>
            <a:off x="5097969" y="1832944"/>
            <a:ext cx="1156339" cy="71765"/>
          </a:xfrm>
          <a:prstGeom prst="bentConnector3">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0" name="Elbow Connector 69"/>
          <p:cNvCxnSpPr/>
          <p:nvPr/>
        </p:nvCxnSpPr>
        <p:spPr>
          <a:xfrm rot="10800000">
            <a:off x="3049752" y="1620165"/>
            <a:ext cx="1027442" cy="108662"/>
          </a:xfrm>
          <a:prstGeom prst="bentConnector3">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4077194" y="1156532"/>
            <a:ext cx="1020605" cy="1020605"/>
          </a:xfrm>
          <a:prstGeom prst="rect">
            <a:avLst/>
          </a:prstGeom>
          <a:noFill/>
          <a:ln>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Google Shape;10575;p61"/>
          <p:cNvSpPr/>
          <p:nvPr/>
        </p:nvSpPr>
        <p:spPr>
          <a:xfrm>
            <a:off x="939660" y="2305518"/>
            <a:ext cx="422275" cy="419100"/>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noFill/>
          <a:ln w="9525"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0576;p61"/>
          <p:cNvSpPr/>
          <p:nvPr/>
        </p:nvSpPr>
        <p:spPr>
          <a:xfrm>
            <a:off x="951725" y="2731603"/>
            <a:ext cx="398145" cy="398145"/>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noFill/>
          <a:ln w="9525" cap="flat" cmpd="sng">
            <a:solidFill>
              <a:schemeClr val="accent3">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0577;p61"/>
          <p:cNvSpPr/>
          <p:nvPr/>
        </p:nvSpPr>
        <p:spPr>
          <a:xfrm>
            <a:off x="553580" y="2565233"/>
            <a:ext cx="425450" cy="422275"/>
          </a:xfrm>
          <a:custGeom>
            <a:avLst/>
            <a:gdLst/>
            <a:ahLst/>
            <a:cxnLst/>
            <a:rect l="l" t="t" r="r" b="b"/>
            <a:pathLst>
              <a:path w="25669" h="25472" extrusionOk="0">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noFill/>
          <a:ln w="9525" cap="flat"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0578;p61"/>
          <p:cNvSpPr/>
          <p:nvPr/>
        </p:nvSpPr>
        <p:spPr>
          <a:xfrm>
            <a:off x="587870" y="2165183"/>
            <a:ext cx="379730" cy="379730"/>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noFill/>
          <a:ln w="9525" cap="flat" cmpd="sng">
            <a:solidFill>
              <a:schemeClr val="bg1">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 name="Google Shape;10579;p61"/>
          <p:cNvGrpSpPr/>
          <p:nvPr/>
        </p:nvGrpSpPr>
        <p:grpSpPr>
          <a:xfrm>
            <a:off x="1064120" y="2255988"/>
            <a:ext cx="186690" cy="38100"/>
            <a:chOff x="4644280" y="1290523"/>
            <a:chExt cx="143716" cy="29463"/>
          </a:xfrm>
        </p:grpSpPr>
        <p:sp>
          <p:nvSpPr>
            <p:cNvPr id="71" name="Google Shape;10580;p61"/>
            <p:cNvSpPr/>
            <p:nvPr/>
          </p:nvSpPr>
          <p:spPr>
            <a:xfrm>
              <a:off x="4736292" y="1294223"/>
              <a:ext cx="51704" cy="25762"/>
            </a:xfrm>
            <a:custGeom>
              <a:avLst/>
              <a:gdLst/>
              <a:ahLst/>
              <a:cxnLst/>
              <a:rect l="l" t="t" r="r" b="b"/>
              <a:pathLst>
                <a:path w="4052" h="2019" extrusionOk="0">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0581;p61"/>
            <p:cNvSpPr/>
            <p:nvPr/>
          </p:nvSpPr>
          <p:spPr>
            <a:xfrm>
              <a:off x="4700066" y="1290523"/>
              <a:ext cx="32206" cy="7988"/>
            </a:xfrm>
            <a:custGeom>
              <a:avLst/>
              <a:gdLst/>
              <a:ahLst/>
              <a:cxnLst/>
              <a:rect l="l" t="t" r="r" b="b"/>
              <a:pathLst>
                <a:path w="2524" h="626" extrusionOk="0">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0582;p61"/>
            <p:cNvSpPr/>
            <p:nvPr/>
          </p:nvSpPr>
          <p:spPr>
            <a:xfrm>
              <a:off x="4644280" y="1300641"/>
              <a:ext cx="20225" cy="13283"/>
            </a:xfrm>
            <a:custGeom>
              <a:avLst/>
              <a:gdLst/>
              <a:ahLst/>
              <a:cxnLst/>
              <a:rect l="l" t="t" r="r" b="b"/>
              <a:pathLst>
                <a:path w="1585" h="1041" extrusionOk="0">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0583;p61"/>
            <p:cNvSpPr/>
            <p:nvPr/>
          </p:nvSpPr>
          <p:spPr>
            <a:xfrm>
              <a:off x="4667822" y="1291888"/>
              <a:ext cx="27779" cy="11433"/>
            </a:xfrm>
            <a:custGeom>
              <a:avLst/>
              <a:gdLst/>
              <a:ahLst/>
              <a:cxnLst/>
              <a:rect l="l" t="t" r="r" b="b"/>
              <a:pathLst>
                <a:path w="2177" h="896" extrusionOk="0">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10584;p61"/>
          <p:cNvGrpSpPr/>
          <p:nvPr/>
        </p:nvGrpSpPr>
        <p:grpSpPr>
          <a:xfrm>
            <a:off x="690740" y="2127083"/>
            <a:ext cx="186690" cy="38100"/>
            <a:chOff x="4356567" y="1191441"/>
            <a:chExt cx="143690" cy="29488"/>
          </a:xfrm>
        </p:grpSpPr>
        <p:sp>
          <p:nvSpPr>
            <p:cNvPr id="76" name="Google Shape;10585;p61"/>
            <p:cNvSpPr/>
            <p:nvPr/>
          </p:nvSpPr>
          <p:spPr>
            <a:xfrm>
              <a:off x="4448554" y="1195154"/>
              <a:ext cx="51704" cy="25775"/>
            </a:xfrm>
            <a:custGeom>
              <a:avLst/>
              <a:gdLst/>
              <a:ahLst/>
              <a:cxnLst/>
              <a:rect l="l" t="t" r="r" b="b"/>
              <a:pathLst>
                <a:path w="4052" h="2020" extrusionOk="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0586;p61"/>
            <p:cNvSpPr/>
            <p:nvPr/>
          </p:nvSpPr>
          <p:spPr>
            <a:xfrm>
              <a:off x="4412341" y="1191441"/>
              <a:ext cx="32206" cy="8013"/>
            </a:xfrm>
            <a:custGeom>
              <a:avLst/>
              <a:gdLst/>
              <a:ahLst/>
              <a:cxnLst/>
              <a:rect l="l" t="t" r="r" b="b"/>
              <a:pathLst>
                <a:path w="2524" h="628" extrusionOk="0">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0587;p61"/>
            <p:cNvSpPr/>
            <p:nvPr/>
          </p:nvSpPr>
          <p:spPr>
            <a:xfrm>
              <a:off x="4356567" y="1201573"/>
              <a:ext cx="20212" cy="13270"/>
            </a:xfrm>
            <a:custGeom>
              <a:avLst/>
              <a:gdLst/>
              <a:ahLst/>
              <a:cxnLst/>
              <a:rect l="l" t="t" r="r" b="b"/>
              <a:pathLst>
                <a:path w="1584" h="1040" extrusionOk="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0588;p61"/>
            <p:cNvSpPr/>
            <p:nvPr/>
          </p:nvSpPr>
          <p:spPr>
            <a:xfrm>
              <a:off x="4380084" y="1192832"/>
              <a:ext cx="27779" cy="11433"/>
            </a:xfrm>
            <a:custGeom>
              <a:avLst/>
              <a:gdLst/>
              <a:ahLst/>
              <a:cxnLst/>
              <a:rect l="l" t="t" r="r" b="b"/>
              <a:pathLst>
                <a:path w="2177" h="896" extrusionOk="0">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 name="Google Shape;10589;p61"/>
          <p:cNvGrpSpPr/>
          <p:nvPr/>
        </p:nvGrpSpPr>
        <p:grpSpPr>
          <a:xfrm>
            <a:off x="667880" y="3000843"/>
            <a:ext cx="186690" cy="38100"/>
            <a:chOff x="4339009" y="1863727"/>
            <a:chExt cx="143703" cy="29476"/>
          </a:xfrm>
        </p:grpSpPr>
        <p:sp>
          <p:nvSpPr>
            <p:cNvPr id="81" name="Google Shape;10590;p61"/>
            <p:cNvSpPr/>
            <p:nvPr/>
          </p:nvSpPr>
          <p:spPr>
            <a:xfrm>
              <a:off x="4339009" y="1863727"/>
              <a:ext cx="51691" cy="25762"/>
            </a:xfrm>
            <a:custGeom>
              <a:avLst/>
              <a:gdLst/>
              <a:ahLst/>
              <a:cxnLst/>
              <a:rect l="l" t="t" r="r" b="b"/>
              <a:pathLst>
                <a:path w="4051" h="2019" extrusionOk="0">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0591;p61"/>
            <p:cNvSpPr/>
            <p:nvPr/>
          </p:nvSpPr>
          <p:spPr>
            <a:xfrm>
              <a:off x="4394732" y="1885202"/>
              <a:ext cx="32193" cy="8001"/>
            </a:xfrm>
            <a:custGeom>
              <a:avLst/>
              <a:gdLst/>
              <a:ahLst/>
              <a:cxnLst/>
              <a:rect l="l" t="t" r="r" b="b"/>
              <a:pathLst>
                <a:path w="2523" h="627" extrusionOk="0">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0592;p61"/>
            <p:cNvSpPr/>
            <p:nvPr/>
          </p:nvSpPr>
          <p:spPr>
            <a:xfrm>
              <a:off x="4462488" y="1869814"/>
              <a:ext cx="20225" cy="13258"/>
            </a:xfrm>
            <a:custGeom>
              <a:avLst/>
              <a:gdLst/>
              <a:ahLst/>
              <a:cxnLst/>
              <a:rect l="l" t="t" r="r" b="b"/>
              <a:pathLst>
                <a:path w="1585" h="1039" extrusionOk="0">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0593;p61"/>
            <p:cNvSpPr/>
            <p:nvPr/>
          </p:nvSpPr>
          <p:spPr>
            <a:xfrm>
              <a:off x="4431392" y="1880392"/>
              <a:ext cx="27804" cy="11433"/>
            </a:xfrm>
            <a:custGeom>
              <a:avLst/>
              <a:gdLst/>
              <a:ahLst/>
              <a:cxnLst/>
              <a:rect l="l" t="t" r="r" b="b"/>
              <a:pathLst>
                <a:path w="2179" h="896" extrusionOk="0">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 name="Google Shape;10594;p61"/>
          <p:cNvGrpSpPr/>
          <p:nvPr/>
        </p:nvGrpSpPr>
        <p:grpSpPr>
          <a:xfrm>
            <a:off x="495795" y="2667468"/>
            <a:ext cx="38100" cy="185420"/>
            <a:chOff x="4206459" y="1607315"/>
            <a:chExt cx="29539" cy="142899"/>
          </a:xfrm>
        </p:grpSpPr>
        <p:sp>
          <p:nvSpPr>
            <p:cNvPr id="86" name="Google Shape;10595;p61"/>
            <p:cNvSpPr/>
            <p:nvPr/>
          </p:nvSpPr>
          <p:spPr>
            <a:xfrm>
              <a:off x="4209840" y="1607315"/>
              <a:ext cx="26158" cy="50989"/>
            </a:xfrm>
            <a:custGeom>
              <a:avLst/>
              <a:gdLst/>
              <a:ahLst/>
              <a:cxnLst/>
              <a:rect l="l" t="t" r="r" b="b"/>
              <a:pathLst>
                <a:path w="2050" h="3996" extrusionOk="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0596;p61"/>
            <p:cNvSpPr/>
            <p:nvPr/>
          </p:nvSpPr>
          <p:spPr>
            <a:xfrm>
              <a:off x="4206459" y="1662910"/>
              <a:ext cx="8230" cy="31785"/>
            </a:xfrm>
            <a:custGeom>
              <a:avLst/>
              <a:gdLst/>
              <a:ahLst/>
              <a:cxnLst/>
              <a:rect l="l" t="t" r="r" b="b"/>
              <a:pathLst>
                <a:path w="645" h="2491" extrusionOk="0">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0597;p61"/>
            <p:cNvSpPr/>
            <p:nvPr/>
          </p:nvSpPr>
          <p:spPr>
            <a:xfrm>
              <a:off x="4216194" y="1730768"/>
              <a:ext cx="14227" cy="19446"/>
            </a:xfrm>
            <a:custGeom>
              <a:avLst/>
              <a:gdLst/>
              <a:ahLst/>
              <a:cxnLst/>
              <a:rect l="l" t="t" r="r" b="b"/>
              <a:pathLst>
                <a:path w="1115" h="1524" extrusionOk="0">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0598;p61"/>
            <p:cNvSpPr/>
            <p:nvPr/>
          </p:nvSpPr>
          <p:spPr>
            <a:xfrm>
              <a:off x="4207607" y="1699506"/>
              <a:ext cx="12045" cy="27153"/>
            </a:xfrm>
            <a:custGeom>
              <a:avLst/>
              <a:gdLst/>
              <a:ahLst/>
              <a:cxnLst/>
              <a:rect l="l" t="t" r="r" b="b"/>
              <a:pathLst>
                <a:path w="944" h="2128" extrusionOk="0">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 name="Google Shape;10599;p61"/>
          <p:cNvSpPr/>
          <p:nvPr/>
        </p:nvSpPr>
        <p:spPr>
          <a:xfrm>
            <a:off x="552945" y="2419183"/>
            <a:ext cx="34925" cy="67945"/>
          </a:xfrm>
          <a:custGeom>
            <a:avLst/>
            <a:gdLst/>
            <a:ahLst/>
            <a:cxnLst/>
            <a:rect l="l" t="t" r="r" b="b"/>
            <a:pathLst>
              <a:path w="2099" h="4099" extrusionOk="0">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0600;p61"/>
          <p:cNvSpPr/>
          <p:nvPr/>
        </p:nvSpPr>
        <p:spPr>
          <a:xfrm>
            <a:off x="586600" y="2490938"/>
            <a:ext cx="31750" cy="33020"/>
          </a:xfrm>
          <a:custGeom>
            <a:avLst/>
            <a:gdLst/>
            <a:ahLst/>
            <a:cxnLst/>
            <a:rect l="l" t="t" r="r" b="b"/>
            <a:pathLst>
              <a:path w="1909" h="1982" extrusionOk="0">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0601;p61"/>
          <p:cNvSpPr/>
          <p:nvPr/>
        </p:nvSpPr>
        <p:spPr>
          <a:xfrm>
            <a:off x="656450" y="2544913"/>
            <a:ext cx="27940" cy="13970"/>
          </a:xfrm>
          <a:custGeom>
            <a:avLst/>
            <a:gdLst/>
            <a:ahLst/>
            <a:cxnLst/>
            <a:rect l="l" t="t" r="r" b="b"/>
            <a:pathLst>
              <a:path w="1682" h="861" extrusionOk="0">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0602;p61"/>
          <p:cNvSpPr/>
          <p:nvPr/>
        </p:nvSpPr>
        <p:spPr>
          <a:xfrm>
            <a:off x="619620" y="2524593"/>
            <a:ext cx="33020" cy="22860"/>
          </a:xfrm>
          <a:custGeom>
            <a:avLst/>
            <a:gdLst/>
            <a:ahLst/>
            <a:cxnLst/>
            <a:rect l="l" t="t" r="r" b="b"/>
            <a:pathLst>
              <a:path w="1996" h="1383" extrusionOk="0">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 name="Google Shape;10603;p61"/>
          <p:cNvGrpSpPr/>
          <p:nvPr/>
        </p:nvGrpSpPr>
        <p:grpSpPr>
          <a:xfrm>
            <a:off x="1382890" y="2428708"/>
            <a:ext cx="38100" cy="185420"/>
            <a:chOff x="4889463" y="1423737"/>
            <a:chExt cx="29552" cy="142899"/>
          </a:xfrm>
        </p:grpSpPr>
        <p:sp>
          <p:nvSpPr>
            <p:cNvPr id="95" name="Google Shape;10604;p61"/>
            <p:cNvSpPr/>
            <p:nvPr/>
          </p:nvSpPr>
          <p:spPr>
            <a:xfrm>
              <a:off x="4889463" y="1515647"/>
              <a:ext cx="26158" cy="50989"/>
            </a:xfrm>
            <a:custGeom>
              <a:avLst/>
              <a:gdLst/>
              <a:ahLst/>
              <a:cxnLst/>
              <a:rect l="l" t="t" r="r" b="b"/>
              <a:pathLst>
                <a:path w="2050" h="3996" extrusionOk="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10605;p61"/>
            <p:cNvSpPr/>
            <p:nvPr/>
          </p:nvSpPr>
          <p:spPr>
            <a:xfrm>
              <a:off x="4910772" y="1479256"/>
              <a:ext cx="8243" cy="31785"/>
            </a:xfrm>
            <a:custGeom>
              <a:avLst/>
              <a:gdLst/>
              <a:ahLst/>
              <a:cxnLst/>
              <a:rect l="l" t="t" r="r" b="b"/>
              <a:pathLst>
                <a:path w="646" h="2491" extrusionOk="0">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0606;p61"/>
            <p:cNvSpPr/>
            <p:nvPr/>
          </p:nvSpPr>
          <p:spPr>
            <a:xfrm>
              <a:off x="4895052" y="1423737"/>
              <a:ext cx="14215" cy="19446"/>
            </a:xfrm>
            <a:custGeom>
              <a:avLst/>
              <a:gdLst/>
              <a:ahLst/>
              <a:cxnLst/>
              <a:rect l="l" t="t" r="r" b="b"/>
              <a:pathLst>
                <a:path w="1114" h="1524" extrusionOk="0">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0607;p61"/>
            <p:cNvSpPr/>
            <p:nvPr/>
          </p:nvSpPr>
          <p:spPr>
            <a:xfrm>
              <a:off x="4905783" y="1447292"/>
              <a:ext cx="12071" cy="27153"/>
            </a:xfrm>
            <a:custGeom>
              <a:avLst/>
              <a:gdLst/>
              <a:ahLst/>
              <a:cxnLst/>
              <a:rect l="l" t="t" r="r" b="b"/>
              <a:pathLst>
                <a:path w="946" h="2128" extrusionOk="0">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 name="Google Shape;10608;p61"/>
          <p:cNvGrpSpPr/>
          <p:nvPr/>
        </p:nvGrpSpPr>
        <p:grpSpPr>
          <a:xfrm>
            <a:off x="1229855" y="3017353"/>
            <a:ext cx="140970" cy="130810"/>
            <a:chOff x="4771663" y="1876896"/>
            <a:chExt cx="108651" cy="100447"/>
          </a:xfrm>
        </p:grpSpPr>
        <p:sp>
          <p:nvSpPr>
            <p:cNvPr id="100" name="Google Shape;10609;p61"/>
            <p:cNvSpPr/>
            <p:nvPr/>
          </p:nvSpPr>
          <p:spPr>
            <a:xfrm>
              <a:off x="4771663" y="1951210"/>
              <a:ext cx="53184" cy="26132"/>
            </a:xfrm>
            <a:custGeom>
              <a:avLst/>
              <a:gdLst/>
              <a:ahLst/>
              <a:cxnLst/>
              <a:rect l="l" t="t" r="r" b="b"/>
              <a:pathLst>
                <a:path w="4168" h="2048" extrusionOk="0">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610;p61"/>
            <p:cNvSpPr/>
            <p:nvPr/>
          </p:nvSpPr>
          <p:spPr>
            <a:xfrm>
              <a:off x="4826850" y="1927897"/>
              <a:ext cx="26081" cy="23529"/>
            </a:xfrm>
            <a:custGeom>
              <a:avLst/>
              <a:gdLst/>
              <a:ahLst/>
              <a:cxnLst/>
              <a:rect l="l" t="t" r="r" b="b"/>
              <a:pathLst>
                <a:path w="2044" h="1844" extrusionOk="0">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611;p61"/>
            <p:cNvSpPr/>
            <p:nvPr/>
          </p:nvSpPr>
          <p:spPr>
            <a:xfrm>
              <a:off x="4868600" y="1876896"/>
              <a:ext cx="11714" cy="20531"/>
            </a:xfrm>
            <a:custGeom>
              <a:avLst/>
              <a:gdLst/>
              <a:ahLst/>
              <a:cxnLst/>
              <a:rect l="l" t="t" r="r" b="b"/>
              <a:pathLst>
                <a:path w="918" h="1609" extrusionOk="0">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612;p61"/>
            <p:cNvSpPr/>
            <p:nvPr/>
          </p:nvSpPr>
          <p:spPr>
            <a:xfrm>
              <a:off x="4852804" y="1901038"/>
              <a:ext cx="18528" cy="24589"/>
            </a:xfrm>
            <a:custGeom>
              <a:avLst/>
              <a:gdLst/>
              <a:ahLst/>
              <a:cxnLst/>
              <a:rect l="l" t="t" r="r" b="b"/>
              <a:pathLst>
                <a:path w="1452" h="1927" extrusionOk="0">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 name="TextBox 103"/>
          <p:cNvSpPr txBox="1"/>
          <p:nvPr/>
        </p:nvSpPr>
        <p:spPr>
          <a:xfrm>
            <a:off x="8723086" y="4702628"/>
            <a:ext cx="284052" cy="307777"/>
          </a:xfrm>
          <a:prstGeom prst="rect">
            <a:avLst/>
          </a:prstGeom>
          <a:noFill/>
        </p:spPr>
        <p:txBody>
          <a:bodyPr wrap="none" rtlCol="0">
            <a:spAutoFit/>
          </a:bodyPr>
          <a:lstStyle/>
          <a:p>
            <a:fld id="{3B13CC22-955F-4C18-B43E-F8F0DA7FF5AB}" type="slidenum">
              <a:rPr lang="en-US" smtClean="0"/>
              <a:t>27</a:t>
            </a:fld>
            <a:endParaRPr lang="en-US"/>
          </a:p>
        </p:txBody>
      </p:sp>
    </p:spTree>
    <p:extLst>
      <p:ext uri="{BB962C8B-B14F-4D97-AF65-F5344CB8AC3E}">
        <p14:creationId xmlns:p14="http://schemas.microsoft.com/office/powerpoint/2010/main" val="1631853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afterEffect">
                                  <p:stCondLst>
                                    <p:cond delay="0"/>
                                  </p:stCondLst>
                                  <p:endCondLst>
                                    <p:cond evt="onNext" delay="0">
                                      <p:tgtEl>
                                        <p:sldTgt/>
                                      </p:tgtEl>
                                    </p:cond>
                                  </p:endCondLst>
                                  <p:childTnLst>
                                    <p:animRot by="21600000">
                                      <p:cBhvr>
                                        <p:cTn id="6" dur="2000" fill="hold"/>
                                        <p:tgtEl>
                                          <p:spTgt spid="67"/>
                                        </p:tgtEl>
                                        <p:attrNameLst>
                                          <p:attrName>r</p:attrName>
                                        </p:attrNameLst>
                                      </p:cBhvr>
                                    </p:animRot>
                                  </p:childTnLst>
                                </p:cTn>
                              </p:par>
                              <p:par>
                                <p:cTn id="7" presetID="8" presetClass="emph" presetSubtype="0" repeatCount="indefinite" fill="hold" grpId="0" nodeType="withEffect">
                                  <p:stCondLst>
                                    <p:cond delay="0"/>
                                  </p:stCondLst>
                                  <p:endCondLst>
                                    <p:cond evt="onNext" delay="0">
                                      <p:tgtEl>
                                        <p:sldTgt/>
                                      </p:tgtEl>
                                    </p:cond>
                                  </p:endCondLst>
                                  <p:childTnLst>
                                    <p:animRot by="-21600000">
                                      <p:cBhvr>
                                        <p:cTn id="8" dur="2000" fill="hold"/>
                                        <p:tgtEl>
                                          <p:spTgt spid="59"/>
                                        </p:tgtEl>
                                        <p:attrNameLst>
                                          <p:attrName>r</p:attrName>
                                        </p:attrNameLst>
                                      </p:cBhvr>
                                    </p:animRot>
                                  </p:childTnLst>
                                </p:cTn>
                              </p:par>
                              <p:par>
                                <p:cTn id="9" presetID="8" presetClass="emph" presetSubtype="0" repeatCount="indefinite" fill="hold" grpId="0" nodeType="withEffect">
                                  <p:stCondLst>
                                    <p:cond delay="0"/>
                                  </p:stCondLst>
                                  <p:endCondLst>
                                    <p:cond evt="onNext" delay="0">
                                      <p:tgtEl>
                                        <p:sldTgt/>
                                      </p:tgtEl>
                                    </p:cond>
                                  </p:endCondLst>
                                  <p:childTnLst>
                                    <p:animRot by="-21600000">
                                      <p:cBhvr>
                                        <p:cTn id="10" dur="2000" fill="hold"/>
                                        <p:tgtEl>
                                          <p:spTgt spid="57"/>
                                        </p:tgtEl>
                                        <p:attrNameLst>
                                          <p:attrName>r</p:attrName>
                                        </p:attrNameLst>
                                      </p:cBhvr>
                                    </p:animRot>
                                  </p:childTnLst>
                                </p:cTn>
                              </p:par>
                              <p:par>
                                <p:cTn id="11" presetID="8" presetClass="emph" presetSubtype="0" repeatCount="indefinite" fill="hold" grpId="0" nodeType="withEffect">
                                  <p:stCondLst>
                                    <p:cond delay="0"/>
                                  </p:stCondLst>
                                  <p:endCondLst>
                                    <p:cond evt="onNext" delay="0">
                                      <p:tgtEl>
                                        <p:sldTgt/>
                                      </p:tgtEl>
                                    </p:cond>
                                  </p:endCondLst>
                                  <p:childTnLst>
                                    <p:animRot by="21600000">
                                      <p:cBhvr>
                                        <p:cTn id="12" dur="2000" fill="hold"/>
                                        <p:tgtEl>
                                          <p:spTgt spid="58"/>
                                        </p:tgtEl>
                                        <p:attrNameLst>
                                          <p:attrName>r</p:attrName>
                                        </p:attrNameLst>
                                      </p:cBhvr>
                                    </p:animRot>
                                  </p:childTnLst>
                                </p:cTn>
                              </p:par>
                              <p:par>
                                <p:cTn id="13" presetID="49" presetClass="entr" presetSubtype="0" decel="10000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anim calcmode="lin" valueType="num">
                                      <p:cBhvr>
                                        <p:cTn id="17" dur="500" fill="hold"/>
                                        <p:tgtEl>
                                          <p:spTgt spid="4"/>
                                        </p:tgtEl>
                                        <p:attrNameLst>
                                          <p:attrName>style.rotation</p:attrName>
                                        </p:attrNameLst>
                                      </p:cBhvr>
                                      <p:tavLst>
                                        <p:tav tm="0">
                                          <p:val>
                                            <p:fltVal val="360"/>
                                          </p:val>
                                        </p:tav>
                                        <p:tav tm="100000">
                                          <p:val>
                                            <p:fltVal val="0"/>
                                          </p:val>
                                        </p:tav>
                                      </p:tavLst>
                                    </p:anim>
                                    <p:animEffect transition="in" filter="fade">
                                      <p:cBhvr>
                                        <p:cTn id="18" dur="500"/>
                                        <p:tgtEl>
                                          <p:spTgt spid="4"/>
                                        </p:tgtEl>
                                      </p:cBhvr>
                                    </p:animEffect>
                                  </p:childTnLst>
                                </p:cTn>
                              </p:par>
                              <p:par>
                                <p:cTn id="19" presetID="53" presetClass="entr" presetSubtype="16" fill="hold" grpId="1"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p:cTn id="21" dur="500" fill="hold"/>
                                        <p:tgtEl>
                                          <p:spTgt spid="17"/>
                                        </p:tgtEl>
                                        <p:attrNameLst>
                                          <p:attrName>ppt_w</p:attrName>
                                        </p:attrNameLst>
                                      </p:cBhvr>
                                      <p:tavLst>
                                        <p:tav tm="0">
                                          <p:val>
                                            <p:fltVal val="0"/>
                                          </p:val>
                                        </p:tav>
                                        <p:tav tm="100000">
                                          <p:val>
                                            <p:strVal val="#ppt_w"/>
                                          </p:val>
                                        </p:tav>
                                      </p:tavLst>
                                    </p:anim>
                                    <p:anim calcmode="lin" valueType="num">
                                      <p:cBhvr>
                                        <p:cTn id="22" dur="500" fill="hold"/>
                                        <p:tgtEl>
                                          <p:spTgt spid="17"/>
                                        </p:tgtEl>
                                        <p:attrNameLst>
                                          <p:attrName>ppt_h</p:attrName>
                                        </p:attrNameLst>
                                      </p:cBhvr>
                                      <p:tavLst>
                                        <p:tav tm="0">
                                          <p:val>
                                            <p:fltVal val="0"/>
                                          </p:val>
                                        </p:tav>
                                        <p:tav tm="100000">
                                          <p:val>
                                            <p:strVal val="#ppt_h"/>
                                          </p:val>
                                        </p:tav>
                                      </p:tavLst>
                                    </p:anim>
                                    <p:animEffect transition="in" filter="fade">
                                      <p:cBhvr>
                                        <p:cTn id="23" dur="500"/>
                                        <p:tgtEl>
                                          <p:spTgt spid="17"/>
                                        </p:tgtEl>
                                      </p:cBhvr>
                                    </p:animEffect>
                                  </p:childTnLst>
                                </p:cTn>
                              </p:par>
                              <p:par>
                                <p:cTn id="24" presetID="18" presetClass="entr" presetSubtype="6"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strips(downRight)">
                                      <p:cBhvr>
                                        <p:cTn id="26" dur="1000"/>
                                        <p:tgtEl>
                                          <p:spTgt spid="14"/>
                                        </p:tgtEl>
                                      </p:cBhvr>
                                    </p:animEffect>
                                  </p:childTnLst>
                                </p:cTn>
                              </p:par>
                              <p:par>
                                <p:cTn id="27" presetID="18" presetClass="entr" presetSubtype="6" fill="hold" nodeType="withEffect">
                                  <p:stCondLst>
                                    <p:cond delay="0"/>
                                  </p:stCondLst>
                                  <p:childTnLst>
                                    <p:set>
                                      <p:cBhvr>
                                        <p:cTn id="28" dur="1" fill="hold">
                                          <p:stCondLst>
                                            <p:cond delay="0"/>
                                          </p:stCondLst>
                                        </p:cTn>
                                        <p:tgtEl>
                                          <p:spTgt spid="56"/>
                                        </p:tgtEl>
                                        <p:attrNameLst>
                                          <p:attrName>style.visibility</p:attrName>
                                        </p:attrNameLst>
                                      </p:cBhvr>
                                      <p:to>
                                        <p:strVal val="visible"/>
                                      </p:to>
                                    </p:set>
                                    <p:animEffect transition="in" filter="strips(downRight)">
                                      <p:cBhvr>
                                        <p:cTn id="29" dur="1000"/>
                                        <p:tgtEl>
                                          <p:spTgt spid="56"/>
                                        </p:tgtEl>
                                      </p:cBhvr>
                                    </p:animEffect>
                                  </p:childTnLst>
                                </p:cTn>
                              </p:par>
                              <p:par>
                                <p:cTn id="30" presetID="18" presetClass="entr" presetSubtype="6"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strips(downRight)">
                                      <p:cBhvr>
                                        <p:cTn id="32" dur="1000"/>
                                        <p:tgtEl>
                                          <p:spTgt spid="12"/>
                                        </p:tgtEl>
                                      </p:cBhvr>
                                    </p:animEffect>
                                  </p:childTnLst>
                                </p:cTn>
                              </p:par>
                              <p:par>
                                <p:cTn id="33" presetID="18" presetClass="entr" presetSubtype="6" fill="hold" nodeType="with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strips(downRight)">
                                      <p:cBhvr>
                                        <p:cTn id="35" dur="1000"/>
                                        <p:tgtEl>
                                          <p:spTgt spid="60"/>
                                        </p:tgtEl>
                                      </p:cBhvr>
                                    </p:animEffect>
                                  </p:childTnLst>
                                </p:cTn>
                              </p:par>
                              <p:par>
                                <p:cTn id="36" presetID="53" presetClass="entr" presetSubtype="16" fill="hold" grpId="0" nodeType="withEffect">
                                  <p:stCondLst>
                                    <p:cond delay="250"/>
                                  </p:stCondLst>
                                  <p:childTnLst>
                                    <p:set>
                                      <p:cBhvr>
                                        <p:cTn id="37" dur="1" fill="hold">
                                          <p:stCondLst>
                                            <p:cond delay="0"/>
                                          </p:stCondLst>
                                        </p:cTn>
                                        <p:tgtEl>
                                          <p:spTgt spid="65"/>
                                        </p:tgtEl>
                                        <p:attrNameLst>
                                          <p:attrName>style.visibility</p:attrName>
                                        </p:attrNameLst>
                                      </p:cBhvr>
                                      <p:to>
                                        <p:strVal val="visible"/>
                                      </p:to>
                                    </p:set>
                                    <p:anim calcmode="lin" valueType="num">
                                      <p:cBhvr>
                                        <p:cTn id="38" dur="2000" fill="hold"/>
                                        <p:tgtEl>
                                          <p:spTgt spid="65"/>
                                        </p:tgtEl>
                                        <p:attrNameLst>
                                          <p:attrName>ppt_w</p:attrName>
                                        </p:attrNameLst>
                                      </p:cBhvr>
                                      <p:tavLst>
                                        <p:tav tm="0">
                                          <p:val>
                                            <p:fltVal val="0"/>
                                          </p:val>
                                        </p:tav>
                                        <p:tav tm="100000">
                                          <p:val>
                                            <p:strVal val="#ppt_w"/>
                                          </p:val>
                                        </p:tav>
                                      </p:tavLst>
                                    </p:anim>
                                    <p:anim calcmode="lin" valueType="num">
                                      <p:cBhvr>
                                        <p:cTn id="39" dur="2000" fill="hold"/>
                                        <p:tgtEl>
                                          <p:spTgt spid="65"/>
                                        </p:tgtEl>
                                        <p:attrNameLst>
                                          <p:attrName>ppt_h</p:attrName>
                                        </p:attrNameLst>
                                      </p:cBhvr>
                                      <p:tavLst>
                                        <p:tav tm="0">
                                          <p:val>
                                            <p:fltVal val="0"/>
                                          </p:val>
                                        </p:tav>
                                        <p:tav tm="100000">
                                          <p:val>
                                            <p:strVal val="#ppt_h"/>
                                          </p:val>
                                        </p:tav>
                                      </p:tavLst>
                                    </p:anim>
                                    <p:animEffect transition="in" filter="fade">
                                      <p:cBhvr>
                                        <p:cTn id="40" dur="2000"/>
                                        <p:tgtEl>
                                          <p:spTgt spid="65"/>
                                        </p:tgtEl>
                                      </p:cBhvr>
                                    </p:animEffect>
                                  </p:childTnLst>
                                </p:cTn>
                              </p:par>
                              <p:par>
                                <p:cTn id="41" presetID="18" presetClass="entr" presetSubtype="6" fill="hold" nodeType="withEffect">
                                  <p:stCondLst>
                                    <p:cond delay="0"/>
                                  </p:stCondLst>
                                  <p:childTnLst>
                                    <p:set>
                                      <p:cBhvr>
                                        <p:cTn id="42" dur="1" fill="hold">
                                          <p:stCondLst>
                                            <p:cond delay="0"/>
                                          </p:stCondLst>
                                        </p:cTn>
                                        <p:tgtEl>
                                          <p:spTgt spid="68"/>
                                        </p:tgtEl>
                                        <p:attrNameLst>
                                          <p:attrName>style.visibility</p:attrName>
                                        </p:attrNameLst>
                                      </p:cBhvr>
                                      <p:to>
                                        <p:strVal val="visible"/>
                                      </p:to>
                                    </p:set>
                                    <p:animEffect transition="in" filter="strips(downRight)">
                                      <p:cBhvr>
                                        <p:cTn id="43" dur="1000"/>
                                        <p:tgtEl>
                                          <p:spTgt spid="68"/>
                                        </p:tgtEl>
                                      </p:cBhvr>
                                    </p:animEffect>
                                  </p:childTnLst>
                                </p:cTn>
                              </p:par>
                              <p:par>
                                <p:cTn id="44" presetID="18" presetClass="entr" presetSubtype="9" fill="hold" nodeType="withEffect">
                                  <p:stCondLst>
                                    <p:cond delay="0"/>
                                  </p:stCondLst>
                                  <p:childTnLst>
                                    <p:set>
                                      <p:cBhvr>
                                        <p:cTn id="45" dur="1" fill="hold">
                                          <p:stCondLst>
                                            <p:cond delay="0"/>
                                          </p:stCondLst>
                                        </p:cTn>
                                        <p:tgtEl>
                                          <p:spTgt spid="62"/>
                                        </p:tgtEl>
                                        <p:attrNameLst>
                                          <p:attrName>style.visibility</p:attrName>
                                        </p:attrNameLst>
                                      </p:cBhvr>
                                      <p:to>
                                        <p:strVal val="visible"/>
                                      </p:to>
                                    </p:set>
                                    <p:animEffect transition="in" filter="strips(upLeft)">
                                      <p:cBhvr>
                                        <p:cTn id="46" dur="1000"/>
                                        <p:tgtEl>
                                          <p:spTgt spid="62"/>
                                        </p:tgtEl>
                                      </p:cBhvr>
                                    </p:animEffect>
                                  </p:childTnLst>
                                </p:cTn>
                              </p:par>
                              <p:par>
                                <p:cTn id="47" presetID="18" presetClass="entr" presetSubtype="9" fill="hold" nodeType="withEffect">
                                  <p:stCondLst>
                                    <p:cond delay="0"/>
                                  </p:stCondLst>
                                  <p:childTnLst>
                                    <p:set>
                                      <p:cBhvr>
                                        <p:cTn id="48" dur="1" fill="hold">
                                          <p:stCondLst>
                                            <p:cond delay="0"/>
                                          </p:stCondLst>
                                        </p:cTn>
                                        <p:tgtEl>
                                          <p:spTgt spid="63"/>
                                        </p:tgtEl>
                                        <p:attrNameLst>
                                          <p:attrName>style.visibility</p:attrName>
                                        </p:attrNameLst>
                                      </p:cBhvr>
                                      <p:to>
                                        <p:strVal val="visible"/>
                                      </p:to>
                                    </p:set>
                                    <p:animEffect transition="in" filter="strips(upLeft)">
                                      <p:cBhvr>
                                        <p:cTn id="49" dur="1000"/>
                                        <p:tgtEl>
                                          <p:spTgt spid="63"/>
                                        </p:tgtEl>
                                      </p:cBhvr>
                                    </p:animEffect>
                                  </p:childTnLst>
                                </p:cTn>
                              </p:par>
                              <p:par>
                                <p:cTn id="50" presetID="18" presetClass="entr" presetSubtype="9" fill="hold" nodeType="withEffect">
                                  <p:stCondLst>
                                    <p:cond delay="0"/>
                                  </p:stCondLst>
                                  <p:childTnLst>
                                    <p:set>
                                      <p:cBhvr>
                                        <p:cTn id="51" dur="1" fill="hold">
                                          <p:stCondLst>
                                            <p:cond delay="0"/>
                                          </p:stCondLst>
                                        </p:cTn>
                                        <p:tgtEl>
                                          <p:spTgt spid="61"/>
                                        </p:tgtEl>
                                        <p:attrNameLst>
                                          <p:attrName>style.visibility</p:attrName>
                                        </p:attrNameLst>
                                      </p:cBhvr>
                                      <p:to>
                                        <p:strVal val="visible"/>
                                      </p:to>
                                    </p:set>
                                    <p:animEffect transition="in" filter="strips(upLeft)">
                                      <p:cBhvr>
                                        <p:cTn id="52" dur="1000"/>
                                        <p:tgtEl>
                                          <p:spTgt spid="61"/>
                                        </p:tgtEl>
                                      </p:cBhvr>
                                    </p:animEffect>
                                  </p:childTnLst>
                                </p:cTn>
                              </p:par>
                              <p:par>
                                <p:cTn id="53" presetID="18" presetClass="entr" presetSubtype="9" fill="hold" nodeType="withEffect">
                                  <p:stCondLst>
                                    <p:cond delay="0"/>
                                  </p:stCondLst>
                                  <p:childTnLst>
                                    <p:set>
                                      <p:cBhvr>
                                        <p:cTn id="54" dur="1" fill="hold">
                                          <p:stCondLst>
                                            <p:cond delay="0"/>
                                          </p:stCondLst>
                                        </p:cTn>
                                        <p:tgtEl>
                                          <p:spTgt spid="64"/>
                                        </p:tgtEl>
                                        <p:attrNameLst>
                                          <p:attrName>style.visibility</p:attrName>
                                        </p:attrNameLst>
                                      </p:cBhvr>
                                      <p:to>
                                        <p:strVal val="visible"/>
                                      </p:to>
                                    </p:set>
                                    <p:animEffect transition="in" filter="strips(upLeft)">
                                      <p:cBhvr>
                                        <p:cTn id="55" dur="1000"/>
                                        <p:tgtEl>
                                          <p:spTgt spid="64"/>
                                        </p:tgtEl>
                                      </p:cBhvr>
                                    </p:animEffect>
                                  </p:childTnLst>
                                </p:cTn>
                              </p:par>
                              <p:par>
                                <p:cTn id="56" presetID="53" presetClass="entr" presetSubtype="16" fill="hold" grpId="0" nodeType="withEffect">
                                  <p:stCondLst>
                                    <p:cond delay="250"/>
                                  </p:stCondLst>
                                  <p:childTnLst>
                                    <p:set>
                                      <p:cBhvr>
                                        <p:cTn id="57" dur="1" fill="hold">
                                          <p:stCondLst>
                                            <p:cond delay="0"/>
                                          </p:stCondLst>
                                        </p:cTn>
                                        <p:tgtEl>
                                          <p:spTgt spid="66"/>
                                        </p:tgtEl>
                                        <p:attrNameLst>
                                          <p:attrName>style.visibility</p:attrName>
                                        </p:attrNameLst>
                                      </p:cBhvr>
                                      <p:to>
                                        <p:strVal val="visible"/>
                                      </p:to>
                                    </p:set>
                                    <p:anim calcmode="lin" valueType="num">
                                      <p:cBhvr>
                                        <p:cTn id="58" dur="2000" fill="hold"/>
                                        <p:tgtEl>
                                          <p:spTgt spid="66"/>
                                        </p:tgtEl>
                                        <p:attrNameLst>
                                          <p:attrName>ppt_w</p:attrName>
                                        </p:attrNameLst>
                                      </p:cBhvr>
                                      <p:tavLst>
                                        <p:tav tm="0">
                                          <p:val>
                                            <p:fltVal val="0"/>
                                          </p:val>
                                        </p:tav>
                                        <p:tav tm="100000">
                                          <p:val>
                                            <p:strVal val="#ppt_w"/>
                                          </p:val>
                                        </p:tav>
                                      </p:tavLst>
                                    </p:anim>
                                    <p:anim calcmode="lin" valueType="num">
                                      <p:cBhvr>
                                        <p:cTn id="59" dur="2000" fill="hold"/>
                                        <p:tgtEl>
                                          <p:spTgt spid="66"/>
                                        </p:tgtEl>
                                        <p:attrNameLst>
                                          <p:attrName>ppt_h</p:attrName>
                                        </p:attrNameLst>
                                      </p:cBhvr>
                                      <p:tavLst>
                                        <p:tav tm="0">
                                          <p:val>
                                            <p:fltVal val="0"/>
                                          </p:val>
                                        </p:tav>
                                        <p:tav tm="100000">
                                          <p:val>
                                            <p:strVal val="#ppt_h"/>
                                          </p:val>
                                        </p:tav>
                                      </p:tavLst>
                                    </p:anim>
                                    <p:animEffect transition="in" filter="fade">
                                      <p:cBhvr>
                                        <p:cTn id="60" dur="2000"/>
                                        <p:tgtEl>
                                          <p:spTgt spid="66"/>
                                        </p:tgtEl>
                                      </p:cBhvr>
                                    </p:animEffect>
                                  </p:childTnLst>
                                </p:cTn>
                              </p:par>
                              <p:par>
                                <p:cTn id="61" presetID="18" presetClass="entr" presetSubtype="9" fill="hold" nodeType="withEffect">
                                  <p:stCondLst>
                                    <p:cond delay="0"/>
                                  </p:stCondLst>
                                  <p:childTnLst>
                                    <p:set>
                                      <p:cBhvr>
                                        <p:cTn id="62" dur="1" fill="hold">
                                          <p:stCondLst>
                                            <p:cond delay="0"/>
                                          </p:stCondLst>
                                        </p:cTn>
                                        <p:tgtEl>
                                          <p:spTgt spid="70"/>
                                        </p:tgtEl>
                                        <p:attrNameLst>
                                          <p:attrName>style.visibility</p:attrName>
                                        </p:attrNameLst>
                                      </p:cBhvr>
                                      <p:to>
                                        <p:strVal val="visible"/>
                                      </p:to>
                                    </p:set>
                                    <p:animEffect transition="in" filter="strips(upLeft)">
                                      <p:cBhvr>
                                        <p:cTn id="63" dur="1000"/>
                                        <p:tgtEl>
                                          <p:spTgt spid="70"/>
                                        </p:tgtEl>
                                      </p:cBhvr>
                                    </p:animEffect>
                                  </p:childTnLst>
                                </p:cTn>
                              </p:par>
                              <p:par>
                                <p:cTn id="64" presetID="12" presetClass="entr" presetSubtype="8" fill="hold" grpId="0" nodeType="withEffect">
                                  <p:stCondLst>
                                    <p:cond delay="250"/>
                                  </p:stCondLst>
                                  <p:childTnLst>
                                    <p:set>
                                      <p:cBhvr>
                                        <p:cTn id="65" dur="1" fill="hold">
                                          <p:stCondLst>
                                            <p:cond delay="0"/>
                                          </p:stCondLst>
                                        </p:cTn>
                                        <p:tgtEl>
                                          <p:spTgt spid="15"/>
                                        </p:tgtEl>
                                        <p:attrNameLst>
                                          <p:attrName>style.visibility</p:attrName>
                                        </p:attrNameLst>
                                      </p:cBhvr>
                                      <p:to>
                                        <p:strVal val="visible"/>
                                      </p:to>
                                    </p:set>
                                    <p:anim calcmode="lin" valueType="num">
                                      <p:cBhvr additive="base">
                                        <p:cTn id="66" dur="500"/>
                                        <p:tgtEl>
                                          <p:spTgt spid="15"/>
                                        </p:tgtEl>
                                        <p:attrNameLst>
                                          <p:attrName>ppt_x</p:attrName>
                                        </p:attrNameLst>
                                      </p:cBhvr>
                                      <p:tavLst>
                                        <p:tav tm="0">
                                          <p:val>
                                            <p:strVal val="#ppt_x-#ppt_w*1.125000"/>
                                          </p:val>
                                        </p:tav>
                                        <p:tav tm="100000">
                                          <p:val>
                                            <p:strVal val="#ppt_x"/>
                                          </p:val>
                                        </p:tav>
                                      </p:tavLst>
                                    </p:anim>
                                    <p:animEffect transition="in" filter="wipe(right)">
                                      <p:cBhvr>
                                        <p:cTn id="67" dur="500"/>
                                        <p:tgtEl>
                                          <p:spTgt spid="15"/>
                                        </p:tgtEl>
                                      </p:cBhvr>
                                    </p:animEffect>
                                  </p:childTnLst>
                                </p:cTn>
                              </p:par>
                              <p:par>
                                <p:cTn id="68" presetID="12" presetClass="entr" presetSubtype="2" fill="hold" grpId="0" nodeType="withEffect">
                                  <p:stCondLst>
                                    <p:cond delay="750"/>
                                  </p:stCondLst>
                                  <p:childTnLst>
                                    <p:set>
                                      <p:cBhvr>
                                        <p:cTn id="69" dur="1" fill="hold">
                                          <p:stCondLst>
                                            <p:cond delay="0"/>
                                          </p:stCondLst>
                                        </p:cTn>
                                        <p:tgtEl>
                                          <p:spTgt spid="2">
                                            <p:txEl>
                                              <p:pRg st="0" end="0"/>
                                            </p:txEl>
                                          </p:spTgt>
                                        </p:tgtEl>
                                        <p:attrNameLst>
                                          <p:attrName>style.visibility</p:attrName>
                                        </p:attrNameLst>
                                      </p:cBhvr>
                                      <p:to>
                                        <p:strVal val="visible"/>
                                      </p:to>
                                    </p:set>
                                    <p:anim calcmode="lin" valueType="num">
                                      <p:cBhvr additive="base">
                                        <p:cTn id="70" dur="500"/>
                                        <p:tgtEl>
                                          <p:spTgt spid="2">
                                            <p:txEl>
                                              <p:pRg st="0" end="0"/>
                                            </p:txEl>
                                          </p:spTgt>
                                        </p:tgtEl>
                                        <p:attrNameLst>
                                          <p:attrName>ppt_x</p:attrName>
                                        </p:attrNameLst>
                                      </p:cBhvr>
                                      <p:tavLst>
                                        <p:tav tm="0">
                                          <p:val>
                                            <p:strVal val="#ppt_x+#ppt_w*1.125000"/>
                                          </p:val>
                                        </p:tav>
                                        <p:tav tm="100000">
                                          <p:val>
                                            <p:strVal val="#ppt_x"/>
                                          </p:val>
                                        </p:tav>
                                      </p:tavLst>
                                    </p:anim>
                                    <p:animEffect transition="in" filter="wipe(left)">
                                      <p:cBhvr>
                                        <p:cTn id="71" dur="500"/>
                                        <p:tgtEl>
                                          <p:spTgt spid="2">
                                            <p:txEl>
                                              <p:pRg st="0" end="0"/>
                                            </p:txEl>
                                          </p:spTgt>
                                        </p:tgtEl>
                                      </p:cBhvr>
                                    </p:animEffect>
                                  </p:childTnLst>
                                </p:cTn>
                              </p:par>
                              <p:par>
                                <p:cTn id="72" presetID="21" presetClass="emph" presetSubtype="0" repeatCount="indefinite" fill="hold" nodeType="withEffect">
                                  <p:stCondLst>
                                    <p:cond delay="0"/>
                                  </p:stCondLst>
                                  <p:endCondLst>
                                    <p:cond evt="onNext" delay="0">
                                      <p:tgtEl>
                                        <p:sldTgt/>
                                      </p:tgtEl>
                                    </p:cond>
                                  </p:endCondLst>
                                  <p:childTnLst>
                                    <p:animClr clrSpc="hsl" dir="cw">
                                      <p:cBhvr override="childStyle">
                                        <p:cTn id="73" dur="300" fill="hold"/>
                                        <p:tgtEl>
                                          <p:spTgt spid="4"/>
                                        </p:tgtEl>
                                        <p:attrNameLst>
                                          <p:attrName>style.color</p:attrName>
                                        </p:attrNameLst>
                                      </p:cBhvr>
                                      <p:by>
                                        <p:hsl h="7200000" s="0" l="0"/>
                                      </p:by>
                                    </p:animClr>
                                    <p:animClr clrSpc="hsl" dir="cw">
                                      <p:cBhvr>
                                        <p:cTn id="74" dur="300" fill="hold"/>
                                        <p:tgtEl>
                                          <p:spTgt spid="4"/>
                                        </p:tgtEl>
                                        <p:attrNameLst>
                                          <p:attrName>fillcolor</p:attrName>
                                        </p:attrNameLst>
                                      </p:cBhvr>
                                      <p:by>
                                        <p:hsl h="7200000" s="0" l="0"/>
                                      </p:by>
                                    </p:animClr>
                                    <p:animClr clrSpc="hsl" dir="cw">
                                      <p:cBhvr>
                                        <p:cTn id="75" dur="300" fill="hold"/>
                                        <p:tgtEl>
                                          <p:spTgt spid="4"/>
                                        </p:tgtEl>
                                        <p:attrNameLst>
                                          <p:attrName>stroke.color</p:attrName>
                                        </p:attrNameLst>
                                      </p:cBhvr>
                                      <p:by>
                                        <p:hsl h="7200000" s="0" l="0"/>
                                      </p:by>
                                    </p:animClr>
                                    <p:set>
                                      <p:cBhvr>
                                        <p:cTn id="76" dur="300" fill="hold"/>
                                        <p:tgtEl>
                                          <p:spTgt spid="4"/>
                                        </p:tgtEl>
                                        <p:attrNameLst>
                                          <p:attrName>fill.type</p:attrName>
                                        </p:attrNameLst>
                                      </p:cBhvr>
                                      <p:to>
                                        <p:strVal val="solid"/>
                                      </p:to>
                                    </p:set>
                                  </p:childTnLst>
                                </p:cTn>
                              </p:par>
                              <p:par>
                                <p:cTn id="77" presetID="21" presetClass="emph" presetSubtype="0" repeatCount="indefinite" fill="hold" nodeType="withEffect">
                                  <p:stCondLst>
                                    <p:cond delay="0"/>
                                  </p:stCondLst>
                                  <p:endCondLst>
                                    <p:cond evt="onNext" delay="0">
                                      <p:tgtEl>
                                        <p:sldTgt/>
                                      </p:tgtEl>
                                    </p:cond>
                                  </p:endCondLst>
                                  <p:childTnLst>
                                    <p:animClr clrSpc="hsl" dir="cw">
                                      <p:cBhvr override="childStyle">
                                        <p:cTn id="78" dur="1000" fill="hold"/>
                                        <p:tgtEl>
                                          <p:spTgt spid="62"/>
                                        </p:tgtEl>
                                        <p:attrNameLst>
                                          <p:attrName>style.color</p:attrName>
                                        </p:attrNameLst>
                                      </p:cBhvr>
                                      <p:by>
                                        <p:hsl h="7200000" s="0" l="0"/>
                                      </p:by>
                                    </p:animClr>
                                    <p:animClr clrSpc="hsl" dir="cw">
                                      <p:cBhvr>
                                        <p:cTn id="79" dur="1000" fill="hold"/>
                                        <p:tgtEl>
                                          <p:spTgt spid="62"/>
                                        </p:tgtEl>
                                        <p:attrNameLst>
                                          <p:attrName>fillcolor</p:attrName>
                                        </p:attrNameLst>
                                      </p:cBhvr>
                                      <p:by>
                                        <p:hsl h="7200000" s="0" l="0"/>
                                      </p:by>
                                    </p:animClr>
                                    <p:animClr clrSpc="hsl" dir="cw">
                                      <p:cBhvr>
                                        <p:cTn id="80" dur="1000" fill="hold"/>
                                        <p:tgtEl>
                                          <p:spTgt spid="62"/>
                                        </p:tgtEl>
                                        <p:attrNameLst>
                                          <p:attrName>stroke.color</p:attrName>
                                        </p:attrNameLst>
                                      </p:cBhvr>
                                      <p:by>
                                        <p:hsl h="7200000" s="0" l="0"/>
                                      </p:by>
                                    </p:animClr>
                                    <p:set>
                                      <p:cBhvr>
                                        <p:cTn id="81" dur="1000" fill="hold"/>
                                        <p:tgtEl>
                                          <p:spTgt spid="62"/>
                                        </p:tgtEl>
                                        <p:attrNameLst>
                                          <p:attrName>fill.type</p:attrName>
                                        </p:attrNameLst>
                                      </p:cBhvr>
                                      <p:to>
                                        <p:strVal val="solid"/>
                                      </p:to>
                                    </p:set>
                                  </p:childTnLst>
                                </p:cTn>
                              </p:par>
                              <p:par>
                                <p:cTn id="82" presetID="21" presetClass="emph" presetSubtype="0" repeatCount="indefinite" fill="hold" nodeType="withEffect">
                                  <p:stCondLst>
                                    <p:cond delay="0"/>
                                  </p:stCondLst>
                                  <p:endCondLst>
                                    <p:cond evt="onNext" delay="0">
                                      <p:tgtEl>
                                        <p:sldTgt/>
                                      </p:tgtEl>
                                    </p:cond>
                                  </p:endCondLst>
                                  <p:childTnLst>
                                    <p:animClr clrSpc="hsl" dir="cw">
                                      <p:cBhvr override="childStyle">
                                        <p:cTn id="83" dur="1000" fill="hold"/>
                                        <p:tgtEl>
                                          <p:spTgt spid="63"/>
                                        </p:tgtEl>
                                        <p:attrNameLst>
                                          <p:attrName>style.color</p:attrName>
                                        </p:attrNameLst>
                                      </p:cBhvr>
                                      <p:by>
                                        <p:hsl h="7200000" s="0" l="0"/>
                                      </p:by>
                                    </p:animClr>
                                    <p:animClr clrSpc="hsl" dir="cw">
                                      <p:cBhvr>
                                        <p:cTn id="84" dur="1000" fill="hold"/>
                                        <p:tgtEl>
                                          <p:spTgt spid="63"/>
                                        </p:tgtEl>
                                        <p:attrNameLst>
                                          <p:attrName>fillcolor</p:attrName>
                                        </p:attrNameLst>
                                      </p:cBhvr>
                                      <p:by>
                                        <p:hsl h="7200000" s="0" l="0"/>
                                      </p:by>
                                    </p:animClr>
                                    <p:animClr clrSpc="hsl" dir="cw">
                                      <p:cBhvr>
                                        <p:cTn id="85" dur="1000" fill="hold"/>
                                        <p:tgtEl>
                                          <p:spTgt spid="63"/>
                                        </p:tgtEl>
                                        <p:attrNameLst>
                                          <p:attrName>stroke.color</p:attrName>
                                        </p:attrNameLst>
                                      </p:cBhvr>
                                      <p:by>
                                        <p:hsl h="7200000" s="0" l="0"/>
                                      </p:by>
                                    </p:animClr>
                                    <p:set>
                                      <p:cBhvr>
                                        <p:cTn id="86" dur="1000" fill="hold"/>
                                        <p:tgtEl>
                                          <p:spTgt spid="63"/>
                                        </p:tgtEl>
                                        <p:attrNameLst>
                                          <p:attrName>fill.type</p:attrName>
                                        </p:attrNameLst>
                                      </p:cBhvr>
                                      <p:to>
                                        <p:strVal val="solid"/>
                                      </p:to>
                                    </p:set>
                                  </p:childTnLst>
                                </p:cTn>
                              </p:par>
                              <p:par>
                                <p:cTn id="87" presetID="21" presetClass="emph" presetSubtype="0" repeatCount="indefinite" fill="hold" nodeType="withEffect">
                                  <p:stCondLst>
                                    <p:cond delay="0"/>
                                  </p:stCondLst>
                                  <p:endCondLst>
                                    <p:cond evt="onNext" delay="0">
                                      <p:tgtEl>
                                        <p:sldTgt/>
                                      </p:tgtEl>
                                    </p:cond>
                                  </p:endCondLst>
                                  <p:childTnLst>
                                    <p:animClr clrSpc="hsl" dir="cw">
                                      <p:cBhvr override="childStyle">
                                        <p:cTn id="88" dur="1000" fill="hold"/>
                                        <p:tgtEl>
                                          <p:spTgt spid="61"/>
                                        </p:tgtEl>
                                        <p:attrNameLst>
                                          <p:attrName>style.color</p:attrName>
                                        </p:attrNameLst>
                                      </p:cBhvr>
                                      <p:by>
                                        <p:hsl h="7200000" s="0" l="0"/>
                                      </p:by>
                                    </p:animClr>
                                    <p:animClr clrSpc="hsl" dir="cw">
                                      <p:cBhvr>
                                        <p:cTn id="89" dur="1000" fill="hold"/>
                                        <p:tgtEl>
                                          <p:spTgt spid="61"/>
                                        </p:tgtEl>
                                        <p:attrNameLst>
                                          <p:attrName>fillcolor</p:attrName>
                                        </p:attrNameLst>
                                      </p:cBhvr>
                                      <p:by>
                                        <p:hsl h="7200000" s="0" l="0"/>
                                      </p:by>
                                    </p:animClr>
                                    <p:animClr clrSpc="hsl" dir="cw">
                                      <p:cBhvr>
                                        <p:cTn id="90" dur="1000" fill="hold"/>
                                        <p:tgtEl>
                                          <p:spTgt spid="61"/>
                                        </p:tgtEl>
                                        <p:attrNameLst>
                                          <p:attrName>stroke.color</p:attrName>
                                        </p:attrNameLst>
                                      </p:cBhvr>
                                      <p:by>
                                        <p:hsl h="7200000" s="0" l="0"/>
                                      </p:by>
                                    </p:animClr>
                                    <p:set>
                                      <p:cBhvr>
                                        <p:cTn id="91" dur="1000" fill="hold"/>
                                        <p:tgtEl>
                                          <p:spTgt spid="61"/>
                                        </p:tgtEl>
                                        <p:attrNameLst>
                                          <p:attrName>fill.type</p:attrName>
                                        </p:attrNameLst>
                                      </p:cBhvr>
                                      <p:to>
                                        <p:strVal val="solid"/>
                                      </p:to>
                                    </p:set>
                                  </p:childTnLst>
                                </p:cTn>
                              </p:par>
                              <p:par>
                                <p:cTn id="92" presetID="21" presetClass="emph" presetSubtype="0" repeatCount="indefinite" fill="hold" nodeType="withEffect">
                                  <p:stCondLst>
                                    <p:cond delay="0"/>
                                  </p:stCondLst>
                                  <p:endCondLst>
                                    <p:cond evt="onNext" delay="0">
                                      <p:tgtEl>
                                        <p:sldTgt/>
                                      </p:tgtEl>
                                    </p:cond>
                                  </p:endCondLst>
                                  <p:childTnLst>
                                    <p:animClr clrSpc="hsl" dir="cw">
                                      <p:cBhvr override="childStyle">
                                        <p:cTn id="93" dur="1000" fill="hold"/>
                                        <p:tgtEl>
                                          <p:spTgt spid="14"/>
                                        </p:tgtEl>
                                        <p:attrNameLst>
                                          <p:attrName>style.color</p:attrName>
                                        </p:attrNameLst>
                                      </p:cBhvr>
                                      <p:by>
                                        <p:hsl h="7200000" s="0" l="0"/>
                                      </p:by>
                                    </p:animClr>
                                    <p:animClr clrSpc="hsl" dir="cw">
                                      <p:cBhvr>
                                        <p:cTn id="94" dur="1000" fill="hold"/>
                                        <p:tgtEl>
                                          <p:spTgt spid="14"/>
                                        </p:tgtEl>
                                        <p:attrNameLst>
                                          <p:attrName>fillcolor</p:attrName>
                                        </p:attrNameLst>
                                      </p:cBhvr>
                                      <p:by>
                                        <p:hsl h="7200000" s="0" l="0"/>
                                      </p:by>
                                    </p:animClr>
                                    <p:animClr clrSpc="hsl" dir="cw">
                                      <p:cBhvr>
                                        <p:cTn id="95" dur="1000" fill="hold"/>
                                        <p:tgtEl>
                                          <p:spTgt spid="14"/>
                                        </p:tgtEl>
                                        <p:attrNameLst>
                                          <p:attrName>stroke.color</p:attrName>
                                        </p:attrNameLst>
                                      </p:cBhvr>
                                      <p:by>
                                        <p:hsl h="7200000" s="0" l="0"/>
                                      </p:by>
                                    </p:animClr>
                                    <p:set>
                                      <p:cBhvr>
                                        <p:cTn id="96" dur="1000" fill="hold"/>
                                        <p:tgtEl>
                                          <p:spTgt spid="14"/>
                                        </p:tgtEl>
                                        <p:attrNameLst>
                                          <p:attrName>fill.type</p:attrName>
                                        </p:attrNameLst>
                                      </p:cBhvr>
                                      <p:to>
                                        <p:strVal val="solid"/>
                                      </p:to>
                                    </p:set>
                                  </p:childTnLst>
                                </p:cTn>
                              </p:par>
                              <p:par>
                                <p:cTn id="97" presetID="21" presetClass="emph" presetSubtype="0" repeatCount="indefinite" fill="hold" nodeType="withEffect">
                                  <p:stCondLst>
                                    <p:cond delay="0"/>
                                  </p:stCondLst>
                                  <p:endCondLst>
                                    <p:cond evt="onNext" delay="0">
                                      <p:tgtEl>
                                        <p:sldTgt/>
                                      </p:tgtEl>
                                    </p:cond>
                                  </p:endCondLst>
                                  <p:childTnLst>
                                    <p:animClr clrSpc="hsl" dir="cw">
                                      <p:cBhvr override="childStyle">
                                        <p:cTn id="98" dur="1000" fill="hold"/>
                                        <p:tgtEl>
                                          <p:spTgt spid="56"/>
                                        </p:tgtEl>
                                        <p:attrNameLst>
                                          <p:attrName>style.color</p:attrName>
                                        </p:attrNameLst>
                                      </p:cBhvr>
                                      <p:by>
                                        <p:hsl h="7200000" s="0" l="0"/>
                                      </p:by>
                                    </p:animClr>
                                    <p:animClr clrSpc="hsl" dir="cw">
                                      <p:cBhvr>
                                        <p:cTn id="99" dur="1000" fill="hold"/>
                                        <p:tgtEl>
                                          <p:spTgt spid="56"/>
                                        </p:tgtEl>
                                        <p:attrNameLst>
                                          <p:attrName>fillcolor</p:attrName>
                                        </p:attrNameLst>
                                      </p:cBhvr>
                                      <p:by>
                                        <p:hsl h="7200000" s="0" l="0"/>
                                      </p:by>
                                    </p:animClr>
                                    <p:animClr clrSpc="hsl" dir="cw">
                                      <p:cBhvr>
                                        <p:cTn id="100" dur="1000" fill="hold"/>
                                        <p:tgtEl>
                                          <p:spTgt spid="56"/>
                                        </p:tgtEl>
                                        <p:attrNameLst>
                                          <p:attrName>stroke.color</p:attrName>
                                        </p:attrNameLst>
                                      </p:cBhvr>
                                      <p:by>
                                        <p:hsl h="7200000" s="0" l="0"/>
                                      </p:by>
                                    </p:animClr>
                                    <p:set>
                                      <p:cBhvr>
                                        <p:cTn id="101" dur="1000" fill="hold"/>
                                        <p:tgtEl>
                                          <p:spTgt spid="56"/>
                                        </p:tgtEl>
                                        <p:attrNameLst>
                                          <p:attrName>fill.type</p:attrName>
                                        </p:attrNameLst>
                                      </p:cBhvr>
                                      <p:to>
                                        <p:strVal val="solid"/>
                                      </p:to>
                                    </p:set>
                                  </p:childTnLst>
                                </p:cTn>
                              </p:par>
                              <p:par>
                                <p:cTn id="102" presetID="21" presetClass="emph" presetSubtype="0" repeatCount="indefinite" fill="hold" nodeType="withEffect">
                                  <p:stCondLst>
                                    <p:cond delay="0"/>
                                  </p:stCondLst>
                                  <p:endCondLst>
                                    <p:cond evt="onNext" delay="0">
                                      <p:tgtEl>
                                        <p:sldTgt/>
                                      </p:tgtEl>
                                    </p:cond>
                                  </p:endCondLst>
                                  <p:childTnLst>
                                    <p:animClr clrSpc="hsl" dir="cw">
                                      <p:cBhvr override="childStyle">
                                        <p:cTn id="103" dur="1000" fill="hold"/>
                                        <p:tgtEl>
                                          <p:spTgt spid="12"/>
                                        </p:tgtEl>
                                        <p:attrNameLst>
                                          <p:attrName>style.color</p:attrName>
                                        </p:attrNameLst>
                                      </p:cBhvr>
                                      <p:by>
                                        <p:hsl h="7200000" s="0" l="0"/>
                                      </p:by>
                                    </p:animClr>
                                    <p:animClr clrSpc="hsl" dir="cw">
                                      <p:cBhvr>
                                        <p:cTn id="104" dur="1000" fill="hold"/>
                                        <p:tgtEl>
                                          <p:spTgt spid="12"/>
                                        </p:tgtEl>
                                        <p:attrNameLst>
                                          <p:attrName>fillcolor</p:attrName>
                                        </p:attrNameLst>
                                      </p:cBhvr>
                                      <p:by>
                                        <p:hsl h="7200000" s="0" l="0"/>
                                      </p:by>
                                    </p:animClr>
                                    <p:animClr clrSpc="hsl" dir="cw">
                                      <p:cBhvr>
                                        <p:cTn id="105" dur="1000" fill="hold"/>
                                        <p:tgtEl>
                                          <p:spTgt spid="12"/>
                                        </p:tgtEl>
                                        <p:attrNameLst>
                                          <p:attrName>stroke.color</p:attrName>
                                        </p:attrNameLst>
                                      </p:cBhvr>
                                      <p:by>
                                        <p:hsl h="7200000" s="0" l="0"/>
                                      </p:by>
                                    </p:animClr>
                                    <p:set>
                                      <p:cBhvr>
                                        <p:cTn id="106" dur="1000" fill="hold"/>
                                        <p:tgtEl>
                                          <p:spTgt spid="1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 grpId="0" build="p"/>
      <p:bldP spid="17" grpId="0" build="p"/>
      <p:bldP spid="17" grpId="1"/>
      <p:bldP spid="65" grpId="0" animBg="1"/>
      <p:bldP spid="66" grpId="0" animBg="1"/>
      <p:bldP spid="4" grpId="0" animBg="1"/>
      <p:bldP spid="57" grpId="0" animBg="1"/>
      <p:bldP spid="58" grpId="0" animBg="1"/>
      <p:bldP spid="59" grpId="0" animBg="1"/>
      <p:bldP spid="59" grpId="1" animBg="1"/>
      <p:bldP spid="67" grpId="0" animBg="1"/>
      <p:bldP spid="67"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Diagonal Corners Rounded 6">
            <a:extLst>
              <a:ext uri="{FF2B5EF4-FFF2-40B4-BE49-F238E27FC236}">
                <a16:creationId xmlns:a16="http://schemas.microsoft.com/office/drawing/2014/main" id="{8293EA35-9DEA-8FCE-FC67-C17F32B1879F}"/>
              </a:ext>
            </a:extLst>
          </p:cNvPr>
          <p:cNvSpPr/>
          <p:nvPr/>
        </p:nvSpPr>
        <p:spPr>
          <a:xfrm>
            <a:off x="6303341" y="2998210"/>
            <a:ext cx="2676374" cy="1494542"/>
          </a:xfrm>
          <a:prstGeom prst="round2DiagRect">
            <a:avLst/>
          </a:prstGeom>
          <a:solidFill>
            <a:schemeClr val="tx1">
              <a:lumMod val="95000"/>
            </a:schemeClr>
          </a:solidFill>
          <a:ln>
            <a:noFill/>
          </a:ln>
          <a:effectLst>
            <a:outerShdw blurRad="50800" dist="38100" dir="2700000" algn="tl" rotWithShape="0">
              <a:prstClr val="black">
                <a:alpha val="40000"/>
              </a:prstClr>
            </a:outerShdw>
          </a:effectLst>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Diagonal Corners Rounded 3">
            <a:extLst>
              <a:ext uri="{FF2B5EF4-FFF2-40B4-BE49-F238E27FC236}">
                <a16:creationId xmlns:a16="http://schemas.microsoft.com/office/drawing/2014/main" id="{B63F407A-8996-4DCC-482E-76559DF9BD68}"/>
              </a:ext>
            </a:extLst>
          </p:cNvPr>
          <p:cNvSpPr/>
          <p:nvPr/>
        </p:nvSpPr>
        <p:spPr>
          <a:xfrm>
            <a:off x="3279677" y="2241859"/>
            <a:ext cx="2676374" cy="1494542"/>
          </a:xfrm>
          <a:prstGeom prst="round2DiagRect">
            <a:avLst/>
          </a:prstGeom>
          <a:solidFill>
            <a:schemeClr val="accent2">
              <a:lumMod val="40000"/>
              <a:lumOff val="60000"/>
            </a:schemeClr>
          </a:solidFill>
          <a:ln>
            <a:noFill/>
          </a:ln>
          <a:effectLst>
            <a:outerShdw blurRad="50800" dist="38100" dir="2700000" algn="tl" rotWithShape="0">
              <a:prstClr val="black">
                <a:alpha val="40000"/>
              </a:prstClr>
            </a:outerShdw>
          </a:effectLst>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Diagonal Corners Rounded 1">
            <a:extLst>
              <a:ext uri="{FF2B5EF4-FFF2-40B4-BE49-F238E27FC236}">
                <a16:creationId xmlns:a16="http://schemas.microsoft.com/office/drawing/2014/main" id="{07A5B202-14E5-2AFD-26E0-97E964C45EB1}"/>
              </a:ext>
            </a:extLst>
          </p:cNvPr>
          <p:cNvSpPr/>
          <p:nvPr/>
        </p:nvSpPr>
        <p:spPr>
          <a:xfrm>
            <a:off x="261942" y="1589317"/>
            <a:ext cx="2676374" cy="1494542"/>
          </a:xfrm>
          <a:prstGeom prst="round2DiagRect">
            <a:avLst/>
          </a:prstGeom>
          <a:solidFill>
            <a:schemeClr val="accent4">
              <a:lumMod val="20000"/>
              <a:lumOff val="80000"/>
            </a:schemeClr>
          </a:solidFill>
          <a:ln>
            <a:noFill/>
          </a:ln>
          <a:effectLst>
            <a:outerShdw blurRad="50800" dist="38100" dir="2700000" algn="tl" rotWithShape="0">
              <a:prstClr val="black">
                <a:alpha val="40000"/>
              </a:prstClr>
            </a:outerShdw>
          </a:effectLst>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Google Shape;1855;p24"/>
          <p:cNvSpPr txBox="1">
            <a:spLocks/>
          </p:cNvSpPr>
          <p:nvPr/>
        </p:nvSpPr>
        <p:spPr>
          <a:xfrm>
            <a:off x="261942" y="1101753"/>
            <a:ext cx="1205205" cy="32763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altLang="en-GB" sz="1800">
                <a:solidFill>
                  <a:schemeClr val="bg1">
                    <a:lumMod val="50000"/>
                  </a:schemeClr>
                </a:solidFill>
                <a:latin typeface="+mn-lt"/>
                <a:cs typeface="+mn-lt"/>
              </a:rPr>
              <a:t>KẾT LUẬN</a:t>
            </a:r>
          </a:p>
        </p:txBody>
      </p:sp>
      <p:grpSp>
        <p:nvGrpSpPr>
          <p:cNvPr id="3" name="Group 2"/>
          <p:cNvGrpSpPr/>
          <p:nvPr/>
        </p:nvGrpSpPr>
        <p:grpSpPr>
          <a:xfrm>
            <a:off x="271765" y="1385770"/>
            <a:ext cx="1244917" cy="95191"/>
            <a:chOff x="304806" y="1243138"/>
            <a:chExt cx="1244917" cy="95191"/>
          </a:xfrm>
        </p:grpSpPr>
        <p:cxnSp>
          <p:nvCxnSpPr>
            <p:cNvPr id="5" name="Straight Connector 4"/>
            <p:cNvCxnSpPr>
              <a:cxnSpLocks/>
            </p:cNvCxnSpPr>
            <p:nvPr/>
          </p:nvCxnSpPr>
          <p:spPr>
            <a:xfrm flipH="1">
              <a:off x="304806" y="1286756"/>
              <a:ext cx="1195382" cy="7257"/>
            </a:xfrm>
            <a:prstGeom prst="line">
              <a:avLst/>
            </a:prstGeom>
          </p:spPr>
          <p:style>
            <a:lnRef idx="2">
              <a:schemeClr val="accent3"/>
            </a:lnRef>
            <a:fillRef idx="0">
              <a:schemeClr val="accent3"/>
            </a:fillRef>
            <a:effectRef idx="1">
              <a:schemeClr val="accent3"/>
            </a:effectRef>
            <a:fontRef idx="minor">
              <a:schemeClr val="tx1"/>
            </a:fontRef>
          </p:style>
        </p:cxnSp>
        <p:sp>
          <p:nvSpPr>
            <p:cNvPr id="10" name="Google Shape;10105;p59"/>
            <p:cNvSpPr/>
            <p:nvPr/>
          </p:nvSpPr>
          <p:spPr>
            <a:xfrm>
              <a:off x="1450652" y="1243138"/>
              <a:ext cx="99071" cy="95191"/>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 name="Google Shape;1855;p24"/>
          <p:cNvSpPr txBox="1">
            <a:spLocks/>
          </p:cNvSpPr>
          <p:nvPr/>
        </p:nvSpPr>
        <p:spPr>
          <a:xfrm>
            <a:off x="482847" y="1700892"/>
            <a:ext cx="2455469" cy="1271392"/>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just"/>
            <a:r>
              <a:rPr lang="en-US" sz="1500">
                <a:solidFill>
                  <a:schemeClr val="bg1">
                    <a:lumMod val="50000"/>
                  </a:schemeClr>
                </a:solidFill>
                <a:latin typeface="Arial" panose="020B0604020202020204" pitchFamily="34" charset="0"/>
                <a:cs typeface="Arial" panose="020B0604020202020204" pitchFamily="34" charset="0"/>
              </a:rPr>
              <a:t>Chức năng đạt được:</a:t>
            </a:r>
          </a:p>
          <a:p>
            <a:pPr marL="285750" indent="-285750" algn="just">
              <a:buSzPct val="100000"/>
              <a:buFont typeface="Wingdings" panose="05000000000000000000" pitchFamily="2" charset="2"/>
              <a:buChar char="ü"/>
            </a:pPr>
            <a:r>
              <a:rPr lang="en-US" sz="1500">
                <a:solidFill>
                  <a:schemeClr val="bg1">
                    <a:lumMod val="50000"/>
                  </a:schemeClr>
                </a:solidFill>
                <a:latin typeface="Arial" panose="020B0604020202020204" pitchFamily="34" charset="0"/>
                <a:cs typeface="Arial" panose="020B0604020202020204" pitchFamily="34" charset="0"/>
              </a:rPr>
              <a:t>Chạy theo làn đường</a:t>
            </a:r>
          </a:p>
          <a:p>
            <a:pPr marL="285750" indent="-285750" algn="just">
              <a:buSzPct val="100000"/>
              <a:buFont typeface="Wingdings" panose="05000000000000000000" pitchFamily="2" charset="2"/>
              <a:buChar char="ü"/>
            </a:pPr>
            <a:r>
              <a:rPr lang="en-US" sz="1500">
                <a:solidFill>
                  <a:schemeClr val="bg1">
                    <a:lumMod val="50000"/>
                  </a:schemeClr>
                </a:solidFill>
                <a:latin typeface="Arial" panose="020B0604020202020204" pitchFamily="34" charset="0"/>
                <a:cs typeface="Arial" panose="020B0604020202020204" pitchFamily="34" charset="0"/>
              </a:rPr>
              <a:t>Tránh vật cản</a:t>
            </a:r>
          </a:p>
          <a:p>
            <a:pPr marL="285750" indent="-285750" algn="just">
              <a:buSzPct val="100000"/>
              <a:buFont typeface="Wingdings" panose="05000000000000000000" pitchFamily="2" charset="2"/>
              <a:buChar char="ü"/>
            </a:pPr>
            <a:r>
              <a:rPr lang="en-US" sz="1500">
                <a:solidFill>
                  <a:schemeClr val="bg1">
                    <a:lumMod val="50000"/>
                  </a:schemeClr>
                </a:solidFill>
                <a:latin typeface="Arial" panose="020B0604020202020204" pitchFamily="34" charset="0"/>
                <a:cs typeface="Arial" panose="020B0604020202020204" pitchFamily="34" charset="0"/>
              </a:rPr>
              <a:t>Tuân thủ đèn giao thông</a:t>
            </a:r>
          </a:p>
        </p:txBody>
      </p:sp>
      <p:sp>
        <p:nvSpPr>
          <p:cNvPr id="21" name="Parallelogram 20"/>
          <p:cNvSpPr/>
          <p:nvPr/>
        </p:nvSpPr>
        <p:spPr>
          <a:xfrm>
            <a:off x="2194297" y="433071"/>
            <a:ext cx="2627735" cy="343444"/>
          </a:xfrm>
          <a:prstGeom prst="parallelogram">
            <a:avLst>
              <a:gd name="adj" fmla="val 9962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Google Shape;1856;p24"/>
          <p:cNvSpPr txBox="1">
            <a:spLocks/>
          </p:cNvSpPr>
          <p:nvPr/>
        </p:nvSpPr>
        <p:spPr>
          <a:xfrm>
            <a:off x="2335476" y="440327"/>
            <a:ext cx="2315105" cy="3434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2000" b="1">
                <a:solidFill>
                  <a:schemeClr val="tx1"/>
                </a:solidFill>
                <a:latin typeface="Arial" panose="020B0604020202020204" pitchFamily="34" charset="0"/>
                <a:cs typeface="Arial" panose="020B0604020202020204" pitchFamily="34" charset="0"/>
              </a:rPr>
              <a:t>KẾT LUẬN</a:t>
            </a:r>
          </a:p>
        </p:txBody>
      </p:sp>
      <p:sp>
        <p:nvSpPr>
          <p:cNvPr id="14" name="TextBox 13"/>
          <p:cNvSpPr txBox="1"/>
          <p:nvPr/>
        </p:nvSpPr>
        <p:spPr>
          <a:xfrm>
            <a:off x="8723086" y="4702628"/>
            <a:ext cx="284052" cy="307777"/>
          </a:xfrm>
          <a:prstGeom prst="rect">
            <a:avLst/>
          </a:prstGeom>
          <a:noFill/>
        </p:spPr>
        <p:txBody>
          <a:bodyPr wrap="none" rtlCol="0">
            <a:spAutoFit/>
          </a:bodyPr>
          <a:lstStyle/>
          <a:p>
            <a:fld id="{3B13CC22-955F-4C18-B43E-F8F0DA7FF5AB}" type="slidenum">
              <a:rPr lang="en-US" smtClean="0"/>
              <a:t>28</a:t>
            </a:fld>
            <a:endParaRPr lang="en-US"/>
          </a:p>
        </p:txBody>
      </p:sp>
      <p:sp>
        <p:nvSpPr>
          <p:cNvPr id="12" name="Google Shape;1855;p24">
            <a:extLst>
              <a:ext uri="{FF2B5EF4-FFF2-40B4-BE49-F238E27FC236}">
                <a16:creationId xmlns:a16="http://schemas.microsoft.com/office/drawing/2014/main" id="{302E3811-C712-DA18-D3DA-C651F6908645}"/>
              </a:ext>
            </a:extLst>
          </p:cNvPr>
          <p:cNvSpPr txBox="1">
            <a:spLocks/>
          </p:cNvSpPr>
          <p:nvPr/>
        </p:nvSpPr>
        <p:spPr>
          <a:xfrm>
            <a:off x="3317260" y="1755020"/>
            <a:ext cx="1205205" cy="32763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altLang="en-GB" sz="1800">
                <a:solidFill>
                  <a:schemeClr val="bg1">
                    <a:lumMod val="50000"/>
                  </a:schemeClr>
                </a:solidFill>
                <a:latin typeface="+mn-lt"/>
                <a:cs typeface="+mn-lt"/>
              </a:rPr>
              <a:t>HẠN CHẾ</a:t>
            </a:r>
          </a:p>
        </p:txBody>
      </p:sp>
      <p:grpSp>
        <p:nvGrpSpPr>
          <p:cNvPr id="13" name="Group 12">
            <a:extLst>
              <a:ext uri="{FF2B5EF4-FFF2-40B4-BE49-F238E27FC236}">
                <a16:creationId xmlns:a16="http://schemas.microsoft.com/office/drawing/2014/main" id="{9B4F3056-D137-E4F8-6E78-9FCE7EE40644}"/>
              </a:ext>
            </a:extLst>
          </p:cNvPr>
          <p:cNvGrpSpPr/>
          <p:nvPr/>
        </p:nvGrpSpPr>
        <p:grpSpPr>
          <a:xfrm>
            <a:off x="3327083" y="2039037"/>
            <a:ext cx="1244917" cy="95191"/>
            <a:chOff x="304806" y="1243138"/>
            <a:chExt cx="1244917" cy="95191"/>
          </a:xfrm>
        </p:grpSpPr>
        <p:cxnSp>
          <p:nvCxnSpPr>
            <p:cNvPr id="15" name="Straight Connector 14">
              <a:extLst>
                <a:ext uri="{FF2B5EF4-FFF2-40B4-BE49-F238E27FC236}">
                  <a16:creationId xmlns:a16="http://schemas.microsoft.com/office/drawing/2014/main" id="{62B66454-0BB2-24EE-71F3-08B07CF671A1}"/>
                </a:ext>
              </a:extLst>
            </p:cNvPr>
            <p:cNvCxnSpPr>
              <a:cxnSpLocks/>
            </p:cNvCxnSpPr>
            <p:nvPr/>
          </p:nvCxnSpPr>
          <p:spPr>
            <a:xfrm flipH="1">
              <a:off x="304806" y="1286756"/>
              <a:ext cx="1195382" cy="7257"/>
            </a:xfrm>
            <a:prstGeom prst="line">
              <a:avLst/>
            </a:prstGeom>
          </p:spPr>
          <p:style>
            <a:lnRef idx="2">
              <a:schemeClr val="accent3"/>
            </a:lnRef>
            <a:fillRef idx="0">
              <a:schemeClr val="accent3"/>
            </a:fillRef>
            <a:effectRef idx="1">
              <a:schemeClr val="accent3"/>
            </a:effectRef>
            <a:fontRef idx="minor">
              <a:schemeClr val="tx1"/>
            </a:fontRef>
          </p:style>
        </p:cxnSp>
        <p:sp>
          <p:nvSpPr>
            <p:cNvPr id="23" name="Google Shape;10105;p59">
              <a:extLst>
                <a:ext uri="{FF2B5EF4-FFF2-40B4-BE49-F238E27FC236}">
                  <a16:creationId xmlns:a16="http://schemas.microsoft.com/office/drawing/2014/main" id="{AB172657-2DB9-C1C9-08A8-F7A06B774BDB}"/>
                </a:ext>
              </a:extLst>
            </p:cNvPr>
            <p:cNvSpPr/>
            <p:nvPr/>
          </p:nvSpPr>
          <p:spPr>
            <a:xfrm>
              <a:off x="1450652" y="1243138"/>
              <a:ext cx="99071" cy="95191"/>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 name="Google Shape;1855;p24">
            <a:extLst>
              <a:ext uri="{FF2B5EF4-FFF2-40B4-BE49-F238E27FC236}">
                <a16:creationId xmlns:a16="http://schemas.microsoft.com/office/drawing/2014/main" id="{76C2A949-CD14-F600-952C-053CF2BD0FEF}"/>
              </a:ext>
            </a:extLst>
          </p:cNvPr>
          <p:cNvSpPr txBox="1">
            <a:spLocks/>
          </p:cNvSpPr>
          <p:nvPr/>
        </p:nvSpPr>
        <p:spPr>
          <a:xfrm>
            <a:off x="3594108" y="2249114"/>
            <a:ext cx="2356399" cy="1487287"/>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just"/>
            <a:r>
              <a:rPr lang="en-US" sz="1500">
                <a:solidFill>
                  <a:schemeClr val="bg1">
                    <a:lumMod val="50000"/>
                  </a:schemeClr>
                </a:solidFill>
                <a:latin typeface="Arial" panose="020B0604020202020204" pitchFamily="34" charset="0"/>
                <a:cs typeface="Arial" panose="020B0604020202020204" pitchFamily="34" charset="0"/>
              </a:rPr>
              <a:t>Những khuyết điểm:</a:t>
            </a:r>
          </a:p>
          <a:p>
            <a:pPr marL="285750" indent="-285750" algn="just">
              <a:buSzPct val="100000"/>
              <a:buFont typeface="Arial" panose="020B0604020202020204" pitchFamily="34" charset="0"/>
              <a:buChar char="×"/>
            </a:pPr>
            <a:r>
              <a:rPr lang="en-US" sz="1500">
                <a:solidFill>
                  <a:schemeClr val="bg1">
                    <a:lumMod val="50000"/>
                  </a:schemeClr>
                </a:solidFill>
                <a:latin typeface="Arial" panose="020B0604020202020204" pitchFamily="34" charset="0"/>
                <a:cs typeface="Arial" panose="020B0604020202020204" pitchFamily="34" charset="0"/>
              </a:rPr>
              <a:t>Về tính hoàn thiện</a:t>
            </a:r>
          </a:p>
          <a:p>
            <a:pPr marL="285750" indent="-285750" algn="just">
              <a:buSzPct val="100000"/>
              <a:buFont typeface="Arial" panose="020B0604020202020204" pitchFamily="34" charset="0"/>
              <a:buChar char="×"/>
            </a:pPr>
            <a:r>
              <a:rPr lang="en-US" sz="1500">
                <a:solidFill>
                  <a:schemeClr val="bg1">
                    <a:lumMod val="50000"/>
                  </a:schemeClr>
                </a:solidFill>
                <a:latin typeface="Arial" panose="020B0604020202020204" pitchFamily="34" charset="0"/>
                <a:cs typeface="Arial" panose="020B0604020202020204" pitchFamily="34" charset="0"/>
              </a:rPr>
              <a:t>Về nhận dạng</a:t>
            </a:r>
          </a:p>
          <a:p>
            <a:pPr marL="285750" indent="-285750" algn="just">
              <a:buSzPct val="100000"/>
              <a:buFont typeface="Arial" panose="020B0604020202020204" pitchFamily="34" charset="0"/>
              <a:buChar char="×"/>
            </a:pPr>
            <a:r>
              <a:rPr lang="en-US" sz="1500">
                <a:solidFill>
                  <a:schemeClr val="bg1">
                    <a:lumMod val="50000"/>
                  </a:schemeClr>
                </a:solidFill>
                <a:latin typeface="Arial" panose="020B0604020202020204" pitchFamily="34" charset="0"/>
                <a:cs typeface="Arial" panose="020B0604020202020204" pitchFamily="34" charset="0"/>
              </a:rPr>
              <a:t>Về kết nối </a:t>
            </a:r>
          </a:p>
        </p:txBody>
      </p:sp>
      <p:sp>
        <p:nvSpPr>
          <p:cNvPr id="25" name="Google Shape;1855;p24">
            <a:extLst>
              <a:ext uri="{FF2B5EF4-FFF2-40B4-BE49-F238E27FC236}">
                <a16:creationId xmlns:a16="http://schemas.microsoft.com/office/drawing/2014/main" id="{D7CCECCE-6E97-F700-B73A-50ADA5152F30}"/>
              </a:ext>
            </a:extLst>
          </p:cNvPr>
          <p:cNvSpPr txBox="1">
            <a:spLocks/>
          </p:cNvSpPr>
          <p:nvPr/>
        </p:nvSpPr>
        <p:spPr>
          <a:xfrm>
            <a:off x="6303341" y="2508295"/>
            <a:ext cx="1390007" cy="32763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algn="l"/>
            <a:r>
              <a:rPr lang="en-US" altLang="en-GB" sz="1800">
                <a:solidFill>
                  <a:schemeClr val="bg1">
                    <a:lumMod val="50000"/>
                  </a:schemeClr>
                </a:solidFill>
                <a:latin typeface="+mn-lt"/>
                <a:cs typeface="+mn-lt"/>
              </a:rPr>
              <a:t>PHÁT TRIỂN</a:t>
            </a:r>
          </a:p>
        </p:txBody>
      </p:sp>
      <p:grpSp>
        <p:nvGrpSpPr>
          <p:cNvPr id="16" name="Group 15">
            <a:extLst>
              <a:ext uri="{FF2B5EF4-FFF2-40B4-BE49-F238E27FC236}">
                <a16:creationId xmlns:a16="http://schemas.microsoft.com/office/drawing/2014/main" id="{DDE32E93-3C25-E678-B012-2F50FF9B71AA}"/>
              </a:ext>
            </a:extLst>
          </p:cNvPr>
          <p:cNvGrpSpPr/>
          <p:nvPr/>
        </p:nvGrpSpPr>
        <p:grpSpPr>
          <a:xfrm>
            <a:off x="6303341" y="2788334"/>
            <a:ext cx="1475402" cy="95191"/>
            <a:chOff x="6303341" y="1239160"/>
            <a:chExt cx="1475402" cy="95191"/>
          </a:xfrm>
        </p:grpSpPr>
        <p:cxnSp>
          <p:nvCxnSpPr>
            <p:cNvPr id="28" name="Straight Connector 27">
              <a:extLst>
                <a:ext uri="{FF2B5EF4-FFF2-40B4-BE49-F238E27FC236}">
                  <a16:creationId xmlns:a16="http://schemas.microsoft.com/office/drawing/2014/main" id="{0D9DE2CB-CF21-5E6D-478B-B4A355DE9897}"/>
                </a:ext>
              </a:extLst>
            </p:cNvPr>
            <p:cNvCxnSpPr>
              <a:cxnSpLocks/>
            </p:cNvCxnSpPr>
            <p:nvPr/>
          </p:nvCxnSpPr>
          <p:spPr>
            <a:xfrm flipH="1">
              <a:off x="6303341" y="1294013"/>
              <a:ext cx="1390007" cy="0"/>
            </a:xfrm>
            <a:prstGeom prst="line">
              <a:avLst/>
            </a:prstGeom>
          </p:spPr>
          <p:style>
            <a:lnRef idx="2">
              <a:schemeClr val="accent3"/>
            </a:lnRef>
            <a:fillRef idx="0">
              <a:schemeClr val="accent3"/>
            </a:fillRef>
            <a:effectRef idx="1">
              <a:schemeClr val="accent3"/>
            </a:effectRef>
            <a:fontRef idx="minor">
              <a:schemeClr val="tx1"/>
            </a:fontRef>
          </p:style>
        </p:cxnSp>
        <p:sp>
          <p:nvSpPr>
            <p:cNvPr id="29" name="Google Shape;10105;p59">
              <a:extLst>
                <a:ext uri="{FF2B5EF4-FFF2-40B4-BE49-F238E27FC236}">
                  <a16:creationId xmlns:a16="http://schemas.microsoft.com/office/drawing/2014/main" id="{C7A9C584-FB7E-B878-C958-812D6B6CB135}"/>
                </a:ext>
              </a:extLst>
            </p:cNvPr>
            <p:cNvSpPr/>
            <p:nvPr/>
          </p:nvSpPr>
          <p:spPr>
            <a:xfrm>
              <a:off x="7679672" y="1239160"/>
              <a:ext cx="99071" cy="95191"/>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chemeClr val="tx2">
                <a:lumMod val="75000"/>
              </a:schemeClr>
            </a:solidFill>
            <a:ln>
              <a:noFill/>
            </a:ln>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 name="Google Shape;1855;p24">
            <a:extLst>
              <a:ext uri="{FF2B5EF4-FFF2-40B4-BE49-F238E27FC236}">
                <a16:creationId xmlns:a16="http://schemas.microsoft.com/office/drawing/2014/main" id="{D5CD5675-9154-C536-3DC9-1337DCCDB8CE}"/>
              </a:ext>
            </a:extLst>
          </p:cNvPr>
          <p:cNvSpPr txBox="1">
            <a:spLocks/>
          </p:cNvSpPr>
          <p:nvPr/>
        </p:nvSpPr>
        <p:spPr>
          <a:xfrm>
            <a:off x="6418729" y="3306846"/>
            <a:ext cx="2438400" cy="877533"/>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Bebas Neue" panose="020B0606020202050201"/>
              <a:buNone/>
              <a:defRPr sz="3600" b="0" i="0" u="none" strike="noStrike" cap="none">
                <a:solidFill>
                  <a:schemeClr val="dk2"/>
                </a:solidFill>
                <a:latin typeface="Bebas Neue" panose="020B0606020202050201"/>
                <a:ea typeface="Bebas Neue" panose="020B0606020202050201"/>
                <a:cs typeface="Bebas Neue" panose="020B0606020202050201"/>
                <a:sym typeface="Bebas Neue" panose="020B0606020202050201"/>
              </a:defRPr>
            </a:lvl1pPr>
            <a:lvl2pPr marR="0" lvl="1"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285750" indent="-285750" algn="just">
              <a:buClr>
                <a:schemeClr val="bg2">
                  <a:lumMod val="60000"/>
                  <a:lumOff val="40000"/>
                </a:schemeClr>
              </a:buClr>
              <a:buSzPct val="100000"/>
              <a:buFont typeface="Wingdings" panose="05000000000000000000" pitchFamily="2" charset="2"/>
              <a:buChar char="Ø"/>
            </a:pPr>
            <a:r>
              <a:rPr lang="en-US" sz="1500">
                <a:solidFill>
                  <a:schemeClr val="bg1">
                    <a:lumMod val="50000"/>
                  </a:schemeClr>
                </a:solidFill>
                <a:latin typeface="Arial" panose="020B0604020202020204" pitchFamily="34" charset="0"/>
                <a:cs typeface="Arial" panose="020B0604020202020204" pitchFamily="34" charset="0"/>
              </a:rPr>
              <a:t>Kết hợp các tính năng </a:t>
            </a:r>
          </a:p>
          <a:p>
            <a:pPr algn="just">
              <a:buClr>
                <a:schemeClr val="bg2">
                  <a:lumMod val="60000"/>
                  <a:lumOff val="40000"/>
                </a:schemeClr>
              </a:buClr>
              <a:buSzPct val="100000"/>
            </a:pPr>
            <a:r>
              <a:rPr lang="en-US" sz="1500">
                <a:solidFill>
                  <a:schemeClr val="bg1">
                    <a:lumMod val="50000"/>
                  </a:schemeClr>
                </a:solidFill>
                <a:latin typeface="Arial" panose="020B0604020202020204" pitchFamily="34" charset="0"/>
                <a:cs typeface="Arial" panose="020B0604020202020204" pitchFamily="34" charset="0"/>
              </a:rPr>
              <a:t>      đã có.</a:t>
            </a:r>
          </a:p>
          <a:p>
            <a:pPr marL="285750" indent="-285750" algn="just">
              <a:buClr>
                <a:schemeClr val="bg2">
                  <a:lumMod val="60000"/>
                  <a:lumOff val="40000"/>
                </a:schemeClr>
              </a:buClr>
              <a:buSzPct val="100000"/>
              <a:buFont typeface="Wingdings" panose="05000000000000000000" pitchFamily="2" charset="2"/>
              <a:buChar char="Ø"/>
            </a:pPr>
            <a:r>
              <a:rPr lang="en-US" sz="1500">
                <a:solidFill>
                  <a:schemeClr val="bg1">
                    <a:lumMod val="50000"/>
                  </a:schemeClr>
                </a:solidFill>
                <a:latin typeface="Arial" panose="020B0604020202020204" pitchFamily="34" charset="0"/>
                <a:cs typeface="Arial" panose="020B0604020202020204" pitchFamily="34" charset="0"/>
              </a:rPr>
              <a:t>Cải thiện độ chính xác.</a:t>
            </a:r>
          </a:p>
          <a:p>
            <a:pPr marL="285750" indent="-285750" algn="just">
              <a:buClr>
                <a:schemeClr val="bg2">
                  <a:lumMod val="60000"/>
                  <a:lumOff val="40000"/>
                </a:schemeClr>
              </a:buClr>
              <a:buSzPct val="100000"/>
              <a:buFont typeface="Wingdings" panose="05000000000000000000" pitchFamily="2" charset="2"/>
              <a:buChar char="Ø"/>
            </a:pPr>
            <a:r>
              <a:rPr lang="en-US" sz="1500">
                <a:solidFill>
                  <a:schemeClr val="bg1">
                    <a:lumMod val="50000"/>
                  </a:schemeClr>
                </a:solidFill>
                <a:latin typeface="Arial" panose="020B0604020202020204" pitchFamily="34" charset="0"/>
                <a:cs typeface="Arial" panose="020B0604020202020204" pitchFamily="34" charset="0"/>
              </a:rPr>
              <a:t>Tích hợp thêm tính năng.</a:t>
            </a:r>
          </a:p>
        </p:txBody>
      </p:sp>
      <p:sp>
        <p:nvSpPr>
          <p:cNvPr id="17" name="Google Shape;10575;p61">
            <a:extLst>
              <a:ext uri="{FF2B5EF4-FFF2-40B4-BE49-F238E27FC236}">
                <a16:creationId xmlns:a16="http://schemas.microsoft.com/office/drawing/2014/main" id="{A32EA5B2-CFF1-B291-DBC8-B57734E8B578}"/>
              </a:ext>
            </a:extLst>
          </p:cNvPr>
          <p:cNvSpPr/>
          <p:nvPr/>
        </p:nvSpPr>
        <p:spPr>
          <a:xfrm>
            <a:off x="1629942" y="3758294"/>
            <a:ext cx="422275" cy="419100"/>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noFill/>
          <a:ln w="9525"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0576;p61">
            <a:extLst>
              <a:ext uri="{FF2B5EF4-FFF2-40B4-BE49-F238E27FC236}">
                <a16:creationId xmlns:a16="http://schemas.microsoft.com/office/drawing/2014/main" id="{F8D149C1-9EFB-4A5E-1F4B-ADFAEC46F86A}"/>
              </a:ext>
            </a:extLst>
          </p:cNvPr>
          <p:cNvSpPr/>
          <p:nvPr/>
        </p:nvSpPr>
        <p:spPr>
          <a:xfrm>
            <a:off x="1642007" y="4184379"/>
            <a:ext cx="398145" cy="398145"/>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noFill/>
          <a:ln w="9525" cap="flat" cmpd="sng">
            <a:solidFill>
              <a:schemeClr val="accent3">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0577;p61">
            <a:extLst>
              <a:ext uri="{FF2B5EF4-FFF2-40B4-BE49-F238E27FC236}">
                <a16:creationId xmlns:a16="http://schemas.microsoft.com/office/drawing/2014/main" id="{358878A2-3673-89D8-16E6-BB281BCAC036}"/>
              </a:ext>
            </a:extLst>
          </p:cNvPr>
          <p:cNvSpPr/>
          <p:nvPr/>
        </p:nvSpPr>
        <p:spPr>
          <a:xfrm>
            <a:off x="1243862" y="4018009"/>
            <a:ext cx="425450" cy="422275"/>
          </a:xfrm>
          <a:custGeom>
            <a:avLst/>
            <a:gdLst/>
            <a:ahLst/>
            <a:cxnLst/>
            <a:rect l="l" t="t" r="r" b="b"/>
            <a:pathLst>
              <a:path w="25669" h="25472" extrusionOk="0">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noFill/>
          <a:ln w="9525" cap="flat"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0578;p61">
            <a:extLst>
              <a:ext uri="{FF2B5EF4-FFF2-40B4-BE49-F238E27FC236}">
                <a16:creationId xmlns:a16="http://schemas.microsoft.com/office/drawing/2014/main" id="{562924BF-E89C-0710-8F99-EB7AE6293ED4}"/>
              </a:ext>
            </a:extLst>
          </p:cNvPr>
          <p:cNvSpPr/>
          <p:nvPr/>
        </p:nvSpPr>
        <p:spPr>
          <a:xfrm>
            <a:off x="1278152" y="3617959"/>
            <a:ext cx="379730" cy="379730"/>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noFill/>
          <a:ln w="9525" cap="flat" cmpd="sng">
            <a:solidFill>
              <a:schemeClr val="bg1">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 name="Google Shape;10579;p61">
            <a:extLst>
              <a:ext uri="{FF2B5EF4-FFF2-40B4-BE49-F238E27FC236}">
                <a16:creationId xmlns:a16="http://schemas.microsoft.com/office/drawing/2014/main" id="{5A11966E-2A88-DBA4-BEC8-6485F6AF38C0}"/>
              </a:ext>
            </a:extLst>
          </p:cNvPr>
          <p:cNvGrpSpPr/>
          <p:nvPr/>
        </p:nvGrpSpPr>
        <p:grpSpPr>
          <a:xfrm>
            <a:off x="1754402" y="3708764"/>
            <a:ext cx="186690" cy="38100"/>
            <a:chOff x="4644280" y="1290523"/>
            <a:chExt cx="143716" cy="29463"/>
          </a:xfrm>
        </p:grpSpPr>
        <p:sp>
          <p:nvSpPr>
            <p:cNvPr id="32" name="Google Shape;10580;p61">
              <a:extLst>
                <a:ext uri="{FF2B5EF4-FFF2-40B4-BE49-F238E27FC236}">
                  <a16:creationId xmlns:a16="http://schemas.microsoft.com/office/drawing/2014/main" id="{804C82BF-9379-D671-91E3-9F2ED15181ED}"/>
                </a:ext>
              </a:extLst>
            </p:cNvPr>
            <p:cNvSpPr/>
            <p:nvPr/>
          </p:nvSpPr>
          <p:spPr>
            <a:xfrm>
              <a:off x="4736292" y="1294223"/>
              <a:ext cx="51704" cy="25762"/>
            </a:xfrm>
            <a:custGeom>
              <a:avLst/>
              <a:gdLst/>
              <a:ahLst/>
              <a:cxnLst/>
              <a:rect l="l" t="t" r="r" b="b"/>
              <a:pathLst>
                <a:path w="4052" h="2019" extrusionOk="0">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0581;p61">
              <a:extLst>
                <a:ext uri="{FF2B5EF4-FFF2-40B4-BE49-F238E27FC236}">
                  <a16:creationId xmlns:a16="http://schemas.microsoft.com/office/drawing/2014/main" id="{39462388-F5FF-83F4-CF81-01079B669E2C}"/>
                </a:ext>
              </a:extLst>
            </p:cNvPr>
            <p:cNvSpPr/>
            <p:nvPr/>
          </p:nvSpPr>
          <p:spPr>
            <a:xfrm>
              <a:off x="4700066" y="1290523"/>
              <a:ext cx="32206" cy="7988"/>
            </a:xfrm>
            <a:custGeom>
              <a:avLst/>
              <a:gdLst/>
              <a:ahLst/>
              <a:cxnLst/>
              <a:rect l="l" t="t" r="r" b="b"/>
              <a:pathLst>
                <a:path w="2524" h="626" extrusionOk="0">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0582;p61">
              <a:extLst>
                <a:ext uri="{FF2B5EF4-FFF2-40B4-BE49-F238E27FC236}">
                  <a16:creationId xmlns:a16="http://schemas.microsoft.com/office/drawing/2014/main" id="{77B8FBDB-A089-EAAC-D6BE-B72A2D1C14E1}"/>
                </a:ext>
              </a:extLst>
            </p:cNvPr>
            <p:cNvSpPr/>
            <p:nvPr/>
          </p:nvSpPr>
          <p:spPr>
            <a:xfrm>
              <a:off x="4644280" y="1300641"/>
              <a:ext cx="20225" cy="13283"/>
            </a:xfrm>
            <a:custGeom>
              <a:avLst/>
              <a:gdLst/>
              <a:ahLst/>
              <a:cxnLst/>
              <a:rect l="l" t="t" r="r" b="b"/>
              <a:pathLst>
                <a:path w="1585" h="1041" extrusionOk="0">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0583;p61">
              <a:extLst>
                <a:ext uri="{FF2B5EF4-FFF2-40B4-BE49-F238E27FC236}">
                  <a16:creationId xmlns:a16="http://schemas.microsoft.com/office/drawing/2014/main" id="{0EB9BACC-6336-3E1E-8153-17ED20E79720}"/>
                </a:ext>
              </a:extLst>
            </p:cNvPr>
            <p:cNvSpPr/>
            <p:nvPr/>
          </p:nvSpPr>
          <p:spPr>
            <a:xfrm>
              <a:off x="4667822" y="1291888"/>
              <a:ext cx="27779" cy="11433"/>
            </a:xfrm>
            <a:custGeom>
              <a:avLst/>
              <a:gdLst/>
              <a:ahLst/>
              <a:cxnLst/>
              <a:rect l="l" t="t" r="r" b="b"/>
              <a:pathLst>
                <a:path w="2177" h="896" extrusionOk="0">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 name="Google Shape;10584;p61">
            <a:extLst>
              <a:ext uri="{FF2B5EF4-FFF2-40B4-BE49-F238E27FC236}">
                <a16:creationId xmlns:a16="http://schemas.microsoft.com/office/drawing/2014/main" id="{0B0BC506-1DE1-1BAD-7D63-D1D21AD726CD}"/>
              </a:ext>
            </a:extLst>
          </p:cNvPr>
          <p:cNvGrpSpPr/>
          <p:nvPr/>
        </p:nvGrpSpPr>
        <p:grpSpPr>
          <a:xfrm>
            <a:off x="1381022" y="3579859"/>
            <a:ext cx="186690" cy="38100"/>
            <a:chOff x="4356567" y="1191441"/>
            <a:chExt cx="143690" cy="29488"/>
          </a:xfrm>
        </p:grpSpPr>
        <p:sp>
          <p:nvSpPr>
            <p:cNvPr id="37" name="Google Shape;10585;p61">
              <a:extLst>
                <a:ext uri="{FF2B5EF4-FFF2-40B4-BE49-F238E27FC236}">
                  <a16:creationId xmlns:a16="http://schemas.microsoft.com/office/drawing/2014/main" id="{1F569AB9-1688-11E0-7C1A-155ABB76DBFD}"/>
                </a:ext>
              </a:extLst>
            </p:cNvPr>
            <p:cNvSpPr/>
            <p:nvPr/>
          </p:nvSpPr>
          <p:spPr>
            <a:xfrm>
              <a:off x="4448554" y="1195154"/>
              <a:ext cx="51704" cy="25775"/>
            </a:xfrm>
            <a:custGeom>
              <a:avLst/>
              <a:gdLst/>
              <a:ahLst/>
              <a:cxnLst/>
              <a:rect l="l" t="t" r="r" b="b"/>
              <a:pathLst>
                <a:path w="4052" h="2020" extrusionOk="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0586;p61">
              <a:extLst>
                <a:ext uri="{FF2B5EF4-FFF2-40B4-BE49-F238E27FC236}">
                  <a16:creationId xmlns:a16="http://schemas.microsoft.com/office/drawing/2014/main" id="{4ED9165E-1C29-8711-688B-819711A1356E}"/>
                </a:ext>
              </a:extLst>
            </p:cNvPr>
            <p:cNvSpPr/>
            <p:nvPr/>
          </p:nvSpPr>
          <p:spPr>
            <a:xfrm>
              <a:off x="4412341" y="1191441"/>
              <a:ext cx="32206" cy="8013"/>
            </a:xfrm>
            <a:custGeom>
              <a:avLst/>
              <a:gdLst/>
              <a:ahLst/>
              <a:cxnLst/>
              <a:rect l="l" t="t" r="r" b="b"/>
              <a:pathLst>
                <a:path w="2524" h="628" extrusionOk="0">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0587;p61">
              <a:extLst>
                <a:ext uri="{FF2B5EF4-FFF2-40B4-BE49-F238E27FC236}">
                  <a16:creationId xmlns:a16="http://schemas.microsoft.com/office/drawing/2014/main" id="{AB781805-BAF7-3B0E-81DF-769759C0A635}"/>
                </a:ext>
              </a:extLst>
            </p:cNvPr>
            <p:cNvSpPr/>
            <p:nvPr/>
          </p:nvSpPr>
          <p:spPr>
            <a:xfrm>
              <a:off x="4356567" y="1201573"/>
              <a:ext cx="20212" cy="13270"/>
            </a:xfrm>
            <a:custGeom>
              <a:avLst/>
              <a:gdLst/>
              <a:ahLst/>
              <a:cxnLst/>
              <a:rect l="l" t="t" r="r" b="b"/>
              <a:pathLst>
                <a:path w="1584" h="1040" extrusionOk="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0588;p61">
              <a:extLst>
                <a:ext uri="{FF2B5EF4-FFF2-40B4-BE49-F238E27FC236}">
                  <a16:creationId xmlns:a16="http://schemas.microsoft.com/office/drawing/2014/main" id="{54889512-39AE-348A-544E-A2FD193343CA}"/>
                </a:ext>
              </a:extLst>
            </p:cNvPr>
            <p:cNvSpPr/>
            <p:nvPr/>
          </p:nvSpPr>
          <p:spPr>
            <a:xfrm>
              <a:off x="4380084" y="1192832"/>
              <a:ext cx="27779" cy="11433"/>
            </a:xfrm>
            <a:custGeom>
              <a:avLst/>
              <a:gdLst/>
              <a:ahLst/>
              <a:cxnLst/>
              <a:rect l="l" t="t" r="r" b="b"/>
              <a:pathLst>
                <a:path w="2177" h="896" extrusionOk="0">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 name="Google Shape;10589;p61">
            <a:extLst>
              <a:ext uri="{FF2B5EF4-FFF2-40B4-BE49-F238E27FC236}">
                <a16:creationId xmlns:a16="http://schemas.microsoft.com/office/drawing/2014/main" id="{B373067F-05BB-9388-F637-E7A1F7698C02}"/>
              </a:ext>
            </a:extLst>
          </p:cNvPr>
          <p:cNvGrpSpPr/>
          <p:nvPr/>
        </p:nvGrpSpPr>
        <p:grpSpPr>
          <a:xfrm>
            <a:off x="1358162" y="4453619"/>
            <a:ext cx="186690" cy="38100"/>
            <a:chOff x="4339009" y="1863727"/>
            <a:chExt cx="143703" cy="29476"/>
          </a:xfrm>
        </p:grpSpPr>
        <p:sp>
          <p:nvSpPr>
            <p:cNvPr id="42" name="Google Shape;10590;p61">
              <a:extLst>
                <a:ext uri="{FF2B5EF4-FFF2-40B4-BE49-F238E27FC236}">
                  <a16:creationId xmlns:a16="http://schemas.microsoft.com/office/drawing/2014/main" id="{89E2AAD3-FC88-E685-840A-F448F4624428}"/>
                </a:ext>
              </a:extLst>
            </p:cNvPr>
            <p:cNvSpPr/>
            <p:nvPr/>
          </p:nvSpPr>
          <p:spPr>
            <a:xfrm>
              <a:off x="4339009" y="1863727"/>
              <a:ext cx="51691" cy="25762"/>
            </a:xfrm>
            <a:custGeom>
              <a:avLst/>
              <a:gdLst/>
              <a:ahLst/>
              <a:cxnLst/>
              <a:rect l="l" t="t" r="r" b="b"/>
              <a:pathLst>
                <a:path w="4051" h="2019" extrusionOk="0">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0591;p61">
              <a:extLst>
                <a:ext uri="{FF2B5EF4-FFF2-40B4-BE49-F238E27FC236}">
                  <a16:creationId xmlns:a16="http://schemas.microsoft.com/office/drawing/2014/main" id="{9ED626E9-2C4C-0172-09A5-FCFFAB13209D}"/>
                </a:ext>
              </a:extLst>
            </p:cNvPr>
            <p:cNvSpPr/>
            <p:nvPr/>
          </p:nvSpPr>
          <p:spPr>
            <a:xfrm>
              <a:off x="4394732" y="1885202"/>
              <a:ext cx="32193" cy="8001"/>
            </a:xfrm>
            <a:custGeom>
              <a:avLst/>
              <a:gdLst/>
              <a:ahLst/>
              <a:cxnLst/>
              <a:rect l="l" t="t" r="r" b="b"/>
              <a:pathLst>
                <a:path w="2523" h="627" extrusionOk="0">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0592;p61">
              <a:extLst>
                <a:ext uri="{FF2B5EF4-FFF2-40B4-BE49-F238E27FC236}">
                  <a16:creationId xmlns:a16="http://schemas.microsoft.com/office/drawing/2014/main" id="{097965CD-6EF1-8761-2F4D-D207E218627C}"/>
                </a:ext>
              </a:extLst>
            </p:cNvPr>
            <p:cNvSpPr/>
            <p:nvPr/>
          </p:nvSpPr>
          <p:spPr>
            <a:xfrm>
              <a:off x="4462488" y="1869814"/>
              <a:ext cx="20225" cy="13258"/>
            </a:xfrm>
            <a:custGeom>
              <a:avLst/>
              <a:gdLst/>
              <a:ahLst/>
              <a:cxnLst/>
              <a:rect l="l" t="t" r="r" b="b"/>
              <a:pathLst>
                <a:path w="1585" h="1039" extrusionOk="0">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0593;p61">
              <a:extLst>
                <a:ext uri="{FF2B5EF4-FFF2-40B4-BE49-F238E27FC236}">
                  <a16:creationId xmlns:a16="http://schemas.microsoft.com/office/drawing/2014/main" id="{5C3C217D-A5B7-B012-B41F-DEA9C1423267}"/>
                </a:ext>
              </a:extLst>
            </p:cNvPr>
            <p:cNvSpPr/>
            <p:nvPr/>
          </p:nvSpPr>
          <p:spPr>
            <a:xfrm>
              <a:off x="4431392" y="1880392"/>
              <a:ext cx="27804" cy="11433"/>
            </a:xfrm>
            <a:custGeom>
              <a:avLst/>
              <a:gdLst/>
              <a:ahLst/>
              <a:cxnLst/>
              <a:rect l="l" t="t" r="r" b="b"/>
              <a:pathLst>
                <a:path w="2179" h="896" extrusionOk="0">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 name="Google Shape;10594;p61">
            <a:extLst>
              <a:ext uri="{FF2B5EF4-FFF2-40B4-BE49-F238E27FC236}">
                <a16:creationId xmlns:a16="http://schemas.microsoft.com/office/drawing/2014/main" id="{31058556-DD85-9D25-0091-03F2279F3A13}"/>
              </a:ext>
            </a:extLst>
          </p:cNvPr>
          <p:cNvGrpSpPr/>
          <p:nvPr/>
        </p:nvGrpSpPr>
        <p:grpSpPr>
          <a:xfrm>
            <a:off x="1186077" y="4120244"/>
            <a:ext cx="38100" cy="185420"/>
            <a:chOff x="4206459" y="1607315"/>
            <a:chExt cx="29539" cy="142899"/>
          </a:xfrm>
        </p:grpSpPr>
        <p:sp>
          <p:nvSpPr>
            <p:cNvPr id="47" name="Google Shape;10595;p61">
              <a:extLst>
                <a:ext uri="{FF2B5EF4-FFF2-40B4-BE49-F238E27FC236}">
                  <a16:creationId xmlns:a16="http://schemas.microsoft.com/office/drawing/2014/main" id="{D1D949DD-D17C-95DA-6D38-F75B5184FF1C}"/>
                </a:ext>
              </a:extLst>
            </p:cNvPr>
            <p:cNvSpPr/>
            <p:nvPr/>
          </p:nvSpPr>
          <p:spPr>
            <a:xfrm>
              <a:off x="4209840" y="1607315"/>
              <a:ext cx="26158" cy="50989"/>
            </a:xfrm>
            <a:custGeom>
              <a:avLst/>
              <a:gdLst/>
              <a:ahLst/>
              <a:cxnLst/>
              <a:rect l="l" t="t" r="r" b="b"/>
              <a:pathLst>
                <a:path w="2050" h="3996" extrusionOk="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0596;p61">
              <a:extLst>
                <a:ext uri="{FF2B5EF4-FFF2-40B4-BE49-F238E27FC236}">
                  <a16:creationId xmlns:a16="http://schemas.microsoft.com/office/drawing/2014/main" id="{02C426DF-AC97-673B-424E-F41AE9483B57}"/>
                </a:ext>
              </a:extLst>
            </p:cNvPr>
            <p:cNvSpPr/>
            <p:nvPr/>
          </p:nvSpPr>
          <p:spPr>
            <a:xfrm>
              <a:off x="4206459" y="1662910"/>
              <a:ext cx="8230" cy="31785"/>
            </a:xfrm>
            <a:custGeom>
              <a:avLst/>
              <a:gdLst/>
              <a:ahLst/>
              <a:cxnLst/>
              <a:rect l="l" t="t" r="r" b="b"/>
              <a:pathLst>
                <a:path w="645" h="2491" extrusionOk="0">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0597;p61">
              <a:extLst>
                <a:ext uri="{FF2B5EF4-FFF2-40B4-BE49-F238E27FC236}">
                  <a16:creationId xmlns:a16="http://schemas.microsoft.com/office/drawing/2014/main" id="{306017A3-CF85-5887-BB8E-809CC9B76023}"/>
                </a:ext>
              </a:extLst>
            </p:cNvPr>
            <p:cNvSpPr/>
            <p:nvPr/>
          </p:nvSpPr>
          <p:spPr>
            <a:xfrm>
              <a:off x="4216194" y="1730768"/>
              <a:ext cx="14227" cy="19446"/>
            </a:xfrm>
            <a:custGeom>
              <a:avLst/>
              <a:gdLst/>
              <a:ahLst/>
              <a:cxnLst/>
              <a:rect l="l" t="t" r="r" b="b"/>
              <a:pathLst>
                <a:path w="1115" h="1524" extrusionOk="0">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0598;p61">
              <a:extLst>
                <a:ext uri="{FF2B5EF4-FFF2-40B4-BE49-F238E27FC236}">
                  <a16:creationId xmlns:a16="http://schemas.microsoft.com/office/drawing/2014/main" id="{26595DBE-5366-40CC-5475-FA3EFA3179C9}"/>
                </a:ext>
              </a:extLst>
            </p:cNvPr>
            <p:cNvSpPr/>
            <p:nvPr/>
          </p:nvSpPr>
          <p:spPr>
            <a:xfrm>
              <a:off x="4207607" y="1699506"/>
              <a:ext cx="12045" cy="27153"/>
            </a:xfrm>
            <a:custGeom>
              <a:avLst/>
              <a:gdLst/>
              <a:ahLst/>
              <a:cxnLst/>
              <a:rect l="l" t="t" r="r" b="b"/>
              <a:pathLst>
                <a:path w="944" h="2128" extrusionOk="0">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 name="Google Shape;10599;p61">
            <a:extLst>
              <a:ext uri="{FF2B5EF4-FFF2-40B4-BE49-F238E27FC236}">
                <a16:creationId xmlns:a16="http://schemas.microsoft.com/office/drawing/2014/main" id="{F4CF92DF-B7C4-10A0-ED2D-2F9EACB660C3}"/>
              </a:ext>
            </a:extLst>
          </p:cNvPr>
          <p:cNvSpPr/>
          <p:nvPr/>
        </p:nvSpPr>
        <p:spPr>
          <a:xfrm>
            <a:off x="1243227" y="3871959"/>
            <a:ext cx="34925" cy="67945"/>
          </a:xfrm>
          <a:custGeom>
            <a:avLst/>
            <a:gdLst/>
            <a:ahLst/>
            <a:cxnLst/>
            <a:rect l="l" t="t" r="r" b="b"/>
            <a:pathLst>
              <a:path w="2099" h="4099" extrusionOk="0">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0600;p61">
            <a:extLst>
              <a:ext uri="{FF2B5EF4-FFF2-40B4-BE49-F238E27FC236}">
                <a16:creationId xmlns:a16="http://schemas.microsoft.com/office/drawing/2014/main" id="{B64D776C-8E35-A8A4-9CDF-EF39722E1276}"/>
              </a:ext>
            </a:extLst>
          </p:cNvPr>
          <p:cNvSpPr/>
          <p:nvPr/>
        </p:nvSpPr>
        <p:spPr>
          <a:xfrm>
            <a:off x="1276882" y="3943714"/>
            <a:ext cx="31750" cy="33020"/>
          </a:xfrm>
          <a:custGeom>
            <a:avLst/>
            <a:gdLst/>
            <a:ahLst/>
            <a:cxnLst/>
            <a:rect l="l" t="t" r="r" b="b"/>
            <a:pathLst>
              <a:path w="1909" h="1982" extrusionOk="0">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0601;p61">
            <a:extLst>
              <a:ext uri="{FF2B5EF4-FFF2-40B4-BE49-F238E27FC236}">
                <a16:creationId xmlns:a16="http://schemas.microsoft.com/office/drawing/2014/main" id="{0B13701E-A65D-67F3-1D6F-7200C45B3464}"/>
              </a:ext>
            </a:extLst>
          </p:cNvPr>
          <p:cNvSpPr/>
          <p:nvPr/>
        </p:nvSpPr>
        <p:spPr>
          <a:xfrm>
            <a:off x="1346732" y="3997689"/>
            <a:ext cx="27940" cy="13970"/>
          </a:xfrm>
          <a:custGeom>
            <a:avLst/>
            <a:gdLst/>
            <a:ahLst/>
            <a:cxnLst/>
            <a:rect l="l" t="t" r="r" b="b"/>
            <a:pathLst>
              <a:path w="1682" h="861" extrusionOk="0">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0602;p61">
            <a:extLst>
              <a:ext uri="{FF2B5EF4-FFF2-40B4-BE49-F238E27FC236}">
                <a16:creationId xmlns:a16="http://schemas.microsoft.com/office/drawing/2014/main" id="{0100E3EA-25A5-AA3B-2A38-BA70C8E2DE74}"/>
              </a:ext>
            </a:extLst>
          </p:cNvPr>
          <p:cNvSpPr/>
          <p:nvPr/>
        </p:nvSpPr>
        <p:spPr>
          <a:xfrm>
            <a:off x="1309902" y="3977369"/>
            <a:ext cx="33020" cy="22860"/>
          </a:xfrm>
          <a:custGeom>
            <a:avLst/>
            <a:gdLst/>
            <a:ahLst/>
            <a:cxnLst/>
            <a:rect l="l" t="t" r="r" b="b"/>
            <a:pathLst>
              <a:path w="1996" h="1383" extrusionOk="0">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 name="Google Shape;10603;p61">
            <a:extLst>
              <a:ext uri="{FF2B5EF4-FFF2-40B4-BE49-F238E27FC236}">
                <a16:creationId xmlns:a16="http://schemas.microsoft.com/office/drawing/2014/main" id="{990B44A7-12AC-2FDD-2F96-735E7EBDC839}"/>
              </a:ext>
            </a:extLst>
          </p:cNvPr>
          <p:cNvGrpSpPr/>
          <p:nvPr/>
        </p:nvGrpSpPr>
        <p:grpSpPr>
          <a:xfrm>
            <a:off x="2073172" y="3881484"/>
            <a:ext cx="38100" cy="185420"/>
            <a:chOff x="4889463" y="1423737"/>
            <a:chExt cx="29552" cy="142899"/>
          </a:xfrm>
        </p:grpSpPr>
        <p:sp>
          <p:nvSpPr>
            <p:cNvPr id="56" name="Google Shape;10604;p61">
              <a:extLst>
                <a:ext uri="{FF2B5EF4-FFF2-40B4-BE49-F238E27FC236}">
                  <a16:creationId xmlns:a16="http://schemas.microsoft.com/office/drawing/2014/main" id="{3C23DF29-CB85-F7CE-29A1-2B0A27EDD782}"/>
                </a:ext>
              </a:extLst>
            </p:cNvPr>
            <p:cNvSpPr/>
            <p:nvPr/>
          </p:nvSpPr>
          <p:spPr>
            <a:xfrm>
              <a:off x="4889463" y="1515647"/>
              <a:ext cx="26158" cy="50989"/>
            </a:xfrm>
            <a:custGeom>
              <a:avLst/>
              <a:gdLst/>
              <a:ahLst/>
              <a:cxnLst/>
              <a:rect l="l" t="t" r="r" b="b"/>
              <a:pathLst>
                <a:path w="2050" h="3996" extrusionOk="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0605;p61">
              <a:extLst>
                <a:ext uri="{FF2B5EF4-FFF2-40B4-BE49-F238E27FC236}">
                  <a16:creationId xmlns:a16="http://schemas.microsoft.com/office/drawing/2014/main" id="{1C5D1F0C-7C49-933B-E067-1C0B135038DD}"/>
                </a:ext>
              </a:extLst>
            </p:cNvPr>
            <p:cNvSpPr/>
            <p:nvPr/>
          </p:nvSpPr>
          <p:spPr>
            <a:xfrm>
              <a:off x="4910772" y="1479256"/>
              <a:ext cx="8243" cy="31785"/>
            </a:xfrm>
            <a:custGeom>
              <a:avLst/>
              <a:gdLst/>
              <a:ahLst/>
              <a:cxnLst/>
              <a:rect l="l" t="t" r="r" b="b"/>
              <a:pathLst>
                <a:path w="646" h="2491" extrusionOk="0">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0606;p61">
              <a:extLst>
                <a:ext uri="{FF2B5EF4-FFF2-40B4-BE49-F238E27FC236}">
                  <a16:creationId xmlns:a16="http://schemas.microsoft.com/office/drawing/2014/main" id="{8F882CD8-6420-E4A9-9EEB-1593640C066D}"/>
                </a:ext>
              </a:extLst>
            </p:cNvPr>
            <p:cNvSpPr/>
            <p:nvPr/>
          </p:nvSpPr>
          <p:spPr>
            <a:xfrm>
              <a:off x="4895052" y="1423737"/>
              <a:ext cx="14215" cy="19446"/>
            </a:xfrm>
            <a:custGeom>
              <a:avLst/>
              <a:gdLst/>
              <a:ahLst/>
              <a:cxnLst/>
              <a:rect l="l" t="t" r="r" b="b"/>
              <a:pathLst>
                <a:path w="1114" h="1524" extrusionOk="0">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0607;p61">
              <a:extLst>
                <a:ext uri="{FF2B5EF4-FFF2-40B4-BE49-F238E27FC236}">
                  <a16:creationId xmlns:a16="http://schemas.microsoft.com/office/drawing/2014/main" id="{D79065F3-DB64-B3CF-D9DF-149900509AC0}"/>
                </a:ext>
              </a:extLst>
            </p:cNvPr>
            <p:cNvSpPr/>
            <p:nvPr/>
          </p:nvSpPr>
          <p:spPr>
            <a:xfrm>
              <a:off x="4905783" y="1447292"/>
              <a:ext cx="12071" cy="27153"/>
            </a:xfrm>
            <a:custGeom>
              <a:avLst/>
              <a:gdLst/>
              <a:ahLst/>
              <a:cxnLst/>
              <a:rect l="l" t="t" r="r" b="b"/>
              <a:pathLst>
                <a:path w="946" h="2128" extrusionOk="0">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 name="Google Shape;10608;p61">
            <a:extLst>
              <a:ext uri="{FF2B5EF4-FFF2-40B4-BE49-F238E27FC236}">
                <a16:creationId xmlns:a16="http://schemas.microsoft.com/office/drawing/2014/main" id="{99ED1701-BDA9-ECA5-2495-7B5D281B9585}"/>
              </a:ext>
            </a:extLst>
          </p:cNvPr>
          <p:cNvGrpSpPr/>
          <p:nvPr/>
        </p:nvGrpSpPr>
        <p:grpSpPr>
          <a:xfrm>
            <a:off x="1920137" y="4470129"/>
            <a:ext cx="140970" cy="130810"/>
            <a:chOff x="4771663" y="1876896"/>
            <a:chExt cx="108651" cy="100447"/>
          </a:xfrm>
        </p:grpSpPr>
        <p:sp>
          <p:nvSpPr>
            <p:cNvPr id="61" name="Google Shape;10609;p61">
              <a:extLst>
                <a:ext uri="{FF2B5EF4-FFF2-40B4-BE49-F238E27FC236}">
                  <a16:creationId xmlns:a16="http://schemas.microsoft.com/office/drawing/2014/main" id="{4D9C75C2-61E8-02FD-D138-FA87E71EC505}"/>
                </a:ext>
              </a:extLst>
            </p:cNvPr>
            <p:cNvSpPr/>
            <p:nvPr/>
          </p:nvSpPr>
          <p:spPr>
            <a:xfrm>
              <a:off x="4771663" y="1951210"/>
              <a:ext cx="53184" cy="26132"/>
            </a:xfrm>
            <a:custGeom>
              <a:avLst/>
              <a:gdLst/>
              <a:ahLst/>
              <a:cxnLst/>
              <a:rect l="l" t="t" r="r" b="b"/>
              <a:pathLst>
                <a:path w="4168" h="2048" extrusionOk="0">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0610;p61">
              <a:extLst>
                <a:ext uri="{FF2B5EF4-FFF2-40B4-BE49-F238E27FC236}">
                  <a16:creationId xmlns:a16="http://schemas.microsoft.com/office/drawing/2014/main" id="{709EFF82-1D6D-D051-560B-F996FE03DFC7}"/>
                </a:ext>
              </a:extLst>
            </p:cNvPr>
            <p:cNvSpPr/>
            <p:nvPr/>
          </p:nvSpPr>
          <p:spPr>
            <a:xfrm>
              <a:off x="4826850" y="1927897"/>
              <a:ext cx="26081" cy="23529"/>
            </a:xfrm>
            <a:custGeom>
              <a:avLst/>
              <a:gdLst/>
              <a:ahLst/>
              <a:cxnLst/>
              <a:rect l="l" t="t" r="r" b="b"/>
              <a:pathLst>
                <a:path w="2044" h="1844" extrusionOk="0">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0611;p61">
              <a:extLst>
                <a:ext uri="{FF2B5EF4-FFF2-40B4-BE49-F238E27FC236}">
                  <a16:creationId xmlns:a16="http://schemas.microsoft.com/office/drawing/2014/main" id="{3CBC1DCF-BFD7-3AA1-3F9F-B5B3189BB17F}"/>
                </a:ext>
              </a:extLst>
            </p:cNvPr>
            <p:cNvSpPr/>
            <p:nvPr/>
          </p:nvSpPr>
          <p:spPr>
            <a:xfrm>
              <a:off x="4868600" y="1876896"/>
              <a:ext cx="11714" cy="20531"/>
            </a:xfrm>
            <a:custGeom>
              <a:avLst/>
              <a:gdLst/>
              <a:ahLst/>
              <a:cxnLst/>
              <a:rect l="l" t="t" r="r" b="b"/>
              <a:pathLst>
                <a:path w="918" h="1609" extrusionOk="0">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0612;p61">
              <a:extLst>
                <a:ext uri="{FF2B5EF4-FFF2-40B4-BE49-F238E27FC236}">
                  <a16:creationId xmlns:a16="http://schemas.microsoft.com/office/drawing/2014/main" id="{4A910CF6-3D90-D1E9-B68C-F36D371FA0E7}"/>
                </a:ext>
              </a:extLst>
            </p:cNvPr>
            <p:cNvSpPr/>
            <p:nvPr/>
          </p:nvSpPr>
          <p:spPr>
            <a:xfrm>
              <a:off x="4852804" y="1901038"/>
              <a:ext cx="18528" cy="24589"/>
            </a:xfrm>
            <a:custGeom>
              <a:avLst/>
              <a:gdLst/>
              <a:ahLst/>
              <a:cxnLst/>
              <a:rect l="l" t="t" r="r" b="b"/>
              <a:pathLst>
                <a:path w="1452" h="1927" extrusionOk="0">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 name="Google Shape;10575;p61">
            <a:extLst>
              <a:ext uri="{FF2B5EF4-FFF2-40B4-BE49-F238E27FC236}">
                <a16:creationId xmlns:a16="http://schemas.microsoft.com/office/drawing/2014/main" id="{2A749B8A-CF45-FE5B-72EB-05B805594DAC}"/>
              </a:ext>
            </a:extLst>
          </p:cNvPr>
          <p:cNvSpPr/>
          <p:nvPr/>
        </p:nvSpPr>
        <p:spPr>
          <a:xfrm>
            <a:off x="7932131" y="1043185"/>
            <a:ext cx="422275" cy="419100"/>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noFill/>
          <a:ln w="9525"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0576;p61">
            <a:extLst>
              <a:ext uri="{FF2B5EF4-FFF2-40B4-BE49-F238E27FC236}">
                <a16:creationId xmlns:a16="http://schemas.microsoft.com/office/drawing/2014/main" id="{3D2ADA39-A3AB-A97D-B448-C67B47B07386}"/>
              </a:ext>
            </a:extLst>
          </p:cNvPr>
          <p:cNvSpPr/>
          <p:nvPr/>
        </p:nvSpPr>
        <p:spPr>
          <a:xfrm>
            <a:off x="7944196" y="1469270"/>
            <a:ext cx="398145" cy="398145"/>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noFill/>
          <a:ln w="9525" cap="flat" cmpd="sng">
            <a:solidFill>
              <a:schemeClr val="accent3">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0577;p61">
            <a:extLst>
              <a:ext uri="{FF2B5EF4-FFF2-40B4-BE49-F238E27FC236}">
                <a16:creationId xmlns:a16="http://schemas.microsoft.com/office/drawing/2014/main" id="{D2A1D1F5-C13E-A843-5BD4-772ACEAA4CCB}"/>
              </a:ext>
            </a:extLst>
          </p:cNvPr>
          <p:cNvSpPr/>
          <p:nvPr/>
        </p:nvSpPr>
        <p:spPr>
          <a:xfrm>
            <a:off x="7546051" y="1302900"/>
            <a:ext cx="425450" cy="422275"/>
          </a:xfrm>
          <a:custGeom>
            <a:avLst/>
            <a:gdLst/>
            <a:ahLst/>
            <a:cxnLst/>
            <a:rect l="l" t="t" r="r" b="b"/>
            <a:pathLst>
              <a:path w="25669" h="25472" extrusionOk="0">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noFill/>
          <a:ln w="9525" cap="flat"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0578;p61">
            <a:extLst>
              <a:ext uri="{FF2B5EF4-FFF2-40B4-BE49-F238E27FC236}">
                <a16:creationId xmlns:a16="http://schemas.microsoft.com/office/drawing/2014/main" id="{BF251E14-311E-E29E-02A3-355159C0BA32}"/>
              </a:ext>
            </a:extLst>
          </p:cNvPr>
          <p:cNvSpPr/>
          <p:nvPr/>
        </p:nvSpPr>
        <p:spPr>
          <a:xfrm>
            <a:off x="7580341" y="902850"/>
            <a:ext cx="379730" cy="379730"/>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noFill/>
          <a:ln w="9525" cap="flat" cmpd="sng">
            <a:solidFill>
              <a:schemeClr val="bg1">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 name="Google Shape;10579;p61">
            <a:extLst>
              <a:ext uri="{FF2B5EF4-FFF2-40B4-BE49-F238E27FC236}">
                <a16:creationId xmlns:a16="http://schemas.microsoft.com/office/drawing/2014/main" id="{188AF692-BDC7-87D3-A020-55D47D1E9842}"/>
              </a:ext>
            </a:extLst>
          </p:cNvPr>
          <p:cNvGrpSpPr/>
          <p:nvPr/>
        </p:nvGrpSpPr>
        <p:grpSpPr>
          <a:xfrm>
            <a:off x="8056591" y="993655"/>
            <a:ext cx="186690" cy="38100"/>
            <a:chOff x="4644280" y="1290523"/>
            <a:chExt cx="143716" cy="29463"/>
          </a:xfrm>
        </p:grpSpPr>
        <p:sp>
          <p:nvSpPr>
            <p:cNvPr id="70" name="Google Shape;10580;p61">
              <a:extLst>
                <a:ext uri="{FF2B5EF4-FFF2-40B4-BE49-F238E27FC236}">
                  <a16:creationId xmlns:a16="http://schemas.microsoft.com/office/drawing/2014/main" id="{74E65F0D-C6CA-D2FA-7BC2-0BD1252A397C}"/>
                </a:ext>
              </a:extLst>
            </p:cNvPr>
            <p:cNvSpPr/>
            <p:nvPr/>
          </p:nvSpPr>
          <p:spPr>
            <a:xfrm>
              <a:off x="4736292" y="1294223"/>
              <a:ext cx="51704" cy="25762"/>
            </a:xfrm>
            <a:custGeom>
              <a:avLst/>
              <a:gdLst/>
              <a:ahLst/>
              <a:cxnLst/>
              <a:rect l="l" t="t" r="r" b="b"/>
              <a:pathLst>
                <a:path w="4052" h="2019" extrusionOk="0">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0581;p61">
              <a:extLst>
                <a:ext uri="{FF2B5EF4-FFF2-40B4-BE49-F238E27FC236}">
                  <a16:creationId xmlns:a16="http://schemas.microsoft.com/office/drawing/2014/main" id="{D1D0F563-5D58-1ACE-BCCB-2795CDDD7B5B}"/>
                </a:ext>
              </a:extLst>
            </p:cNvPr>
            <p:cNvSpPr/>
            <p:nvPr/>
          </p:nvSpPr>
          <p:spPr>
            <a:xfrm>
              <a:off x="4700066" y="1290523"/>
              <a:ext cx="32206" cy="7988"/>
            </a:xfrm>
            <a:custGeom>
              <a:avLst/>
              <a:gdLst/>
              <a:ahLst/>
              <a:cxnLst/>
              <a:rect l="l" t="t" r="r" b="b"/>
              <a:pathLst>
                <a:path w="2524" h="626" extrusionOk="0">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0582;p61">
              <a:extLst>
                <a:ext uri="{FF2B5EF4-FFF2-40B4-BE49-F238E27FC236}">
                  <a16:creationId xmlns:a16="http://schemas.microsoft.com/office/drawing/2014/main" id="{A27C6551-C0F3-6EC3-0429-810C855C0576}"/>
                </a:ext>
              </a:extLst>
            </p:cNvPr>
            <p:cNvSpPr/>
            <p:nvPr/>
          </p:nvSpPr>
          <p:spPr>
            <a:xfrm>
              <a:off x="4644280" y="1300641"/>
              <a:ext cx="20225" cy="13283"/>
            </a:xfrm>
            <a:custGeom>
              <a:avLst/>
              <a:gdLst/>
              <a:ahLst/>
              <a:cxnLst/>
              <a:rect l="l" t="t" r="r" b="b"/>
              <a:pathLst>
                <a:path w="1585" h="1041" extrusionOk="0">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0583;p61">
              <a:extLst>
                <a:ext uri="{FF2B5EF4-FFF2-40B4-BE49-F238E27FC236}">
                  <a16:creationId xmlns:a16="http://schemas.microsoft.com/office/drawing/2014/main" id="{A1B7C8C8-2BB6-0699-F3EA-8F0C7B7DA7B3}"/>
                </a:ext>
              </a:extLst>
            </p:cNvPr>
            <p:cNvSpPr/>
            <p:nvPr/>
          </p:nvSpPr>
          <p:spPr>
            <a:xfrm>
              <a:off x="4667822" y="1291888"/>
              <a:ext cx="27779" cy="11433"/>
            </a:xfrm>
            <a:custGeom>
              <a:avLst/>
              <a:gdLst/>
              <a:ahLst/>
              <a:cxnLst/>
              <a:rect l="l" t="t" r="r" b="b"/>
              <a:pathLst>
                <a:path w="2177" h="896" extrusionOk="0">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 name="Google Shape;10584;p61">
            <a:extLst>
              <a:ext uri="{FF2B5EF4-FFF2-40B4-BE49-F238E27FC236}">
                <a16:creationId xmlns:a16="http://schemas.microsoft.com/office/drawing/2014/main" id="{FAA50783-9228-B956-4FEA-CB5817F52D3A}"/>
              </a:ext>
            </a:extLst>
          </p:cNvPr>
          <p:cNvGrpSpPr/>
          <p:nvPr/>
        </p:nvGrpSpPr>
        <p:grpSpPr>
          <a:xfrm>
            <a:off x="7683211" y="864750"/>
            <a:ext cx="186690" cy="38100"/>
            <a:chOff x="4356567" y="1191441"/>
            <a:chExt cx="143690" cy="29488"/>
          </a:xfrm>
        </p:grpSpPr>
        <p:sp>
          <p:nvSpPr>
            <p:cNvPr id="75" name="Google Shape;10585;p61">
              <a:extLst>
                <a:ext uri="{FF2B5EF4-FFF2-40B4-BE49-F238E27FC236}">
                  <a16:creationId xmlns:a16="http://schemas.microsoft.com/office/drawing/2014/main" id="{C0BC43DE-B126-26F9-EB54-5A9F8D399331}"/>
                </a:ext>
              </a:extLst>
            </p:cNvPr>
            <p:cNvSpPr/>
            <p:nvPr/>
          </p:nvSpPr>
          <p:spPr>
            <a:xfrm>
              <a:off x="4448554" y="1195154"/>
              <a:ext cx="51704" cy="25775"/>
            </a:xfrm>
            <a:custGeom>
              <a:avLst/>
              <a:gdLst/>
              <a:ahLst/>
              <a:cxnLst/>
              <a:rect l="l" t="t" r="r" b="b"/>
              <a:pathLst>
                <a:path w="4052" h="2020" extrusionOk="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0586;p61">
              <a:extLst>
                <a:ext uri="{FF2B5EF4-FFF2-40B4-BE49-F238E27FC236}">
                  <a16:creationId xmlns:a16="http://schemas.microsoft.com/office/drawing/2014/main" id="{B663DD03-4890-1537-F77F-D44ED2193E08}"/>
                </a:ext>
              </a:extLst>
            </p:cNvPr>
            <p:cNvSpPr/>
            <p:nvPr/>
          </p:nvSpPr>
          <p:spPr>
            <a:xfrm>
              <a:off x="4412341" y="1191441"/>
              <a:ext cx="32206" cy="8013"/>
            </a:xfrm>
            <a:custGeom>
              <a:avLst/>
              <a:gdLst/>
              <a:ahLst/>
              <a:cxnLst/>
              <a:rect l="l" t="t" r="r" b="b"/>
              <a:pathLst>
                <a:path w="2524" h="628" extrusionOk="0">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0587;p61">
              <a:extLst>
                <a:ext uri="{FF2B5EF4-FFF2-40B4-BE49-F238E27FC236}">
                  <a16:creationId xmlns:a16="http://schemas.microsoft.com/office/drawing/2014/main" id="{49819DE7-1B6A-7754-2E5F-17A85EA2B53B}"/>
                </a:ext>
              </a:extLst>
            </p:cNvPr>
            <p:cNvSpPr/>
            <p:nvPr/>
          </p:nvSpPr>
          <p:spPr>
            <a:xfrm>
              <a:off x="4356567" y="1201573"/>
              <a:ext cx="20212" cy="13270"/>
            </a:xfrm>
            <a:custGeom>
              <a:avLst/>
              <a:gdLst/>
              <a:ahLst/>
              <a:cxnLst/>
              <a:rect l="l" t="t" r="r" b="b"/>
              <a:pathLst>
                <a:path w="1584" h="1040" extrusionOk="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0588;p61">
              <a:extLst>
                <a:ext uri="{FF2B5EF4-FFF2-40B4-BE49-F238E27FC236}">
                  <a16:creationId xmlns:a16="http://schemas.microsoft.com/office/drawing/2014/main" id="{76CC32BE-6068-E621-FE21-C88B103B589F}"/>
                </a:ext>
              </a:extLst>
            </p:cNvPr>
            <p:cNvSpPr/>
            <p:nvPr/>
          </p:nvSpPr>
          <p:spPr>
            <a:xfrm>
              <a:off x="4380084" y="1192832"/>
              <a:ext cx="27779" cy="11433"/>
            </a:xfrm>
            <a:custGeom>
              <a:avLst/>
              <a:gdLst/>
              <a:ahLst/>
              <a:cxnLst/>
              <a:rect l="l" t="t" r="r" b="b"/>
              <a:pathLst>
                <a:path w="2177" h="896" extrusionOk="0">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 name="Google Shape;10589;p61">
            <a:extLst>
              <a:ext uri="{FF2B5EF4-FFF2-40B4-BE49-F238E27FC236}">
                <a16:creationId xmlns:a16="http://schemas.microsoft.com/office/drawing/2014/main" id="{AA4E842B-C21A-88B1-C2E7-58686B26EB90}"/>
              </a:ext>
            </a:extLst>
          </p:cNvPr>
          <p:cNvGrpSpPr/>
          <p:nvPr/>
        </p:nvGrpSpPr>
        <p:grpSpPr>
          <a:xfrm>
            <a:off x="7660351" y="1738510"/>
            <a:ext cx="186690" cy="38100"/>
            <a:chOff x="4339009" y="1863727"/>
            <a:chExt cx="143703" cy="29476"/>
          </a:xfrm>
        </p:grpSpPr>
        <p:sp>
          <p:nvSpPr>
            <p:cNvPr id="80" name="Google Shape;10590;p61">
              <a:extLst>
                <a:ext uri="{FF2B5EF4-FFF2-40B4-BE49-F238E27FC236}">
                  <a16:creationId xmlns:a16="http://schemas.microsoft.com/office/drawing/2014/main" id="{3B4DD6A6-6F3D-A217-76C0-30574521CE1C}"/>
                </a:ext>
              </a:extLst>
            </p:cNvPr>
            <p:cNvSpPr/>
            <p:nvPr/>
          </p:nvSpPr>
          <p:spPr>
            <a:xfrm>
              <a:off x="4339009" y="1863727"/>
              <a:ext cx="51691" cy="25762"/>
            </a:xfrm>
            <a:custGeom>
              <a:avLst/>
              <a:gdLst/>
              <a:ahLst/>
              <a:cxnLst/>
              <a:rect l="l" t="t" r="r" b="b"/>
              <a:pathLst>
                <a:path w="4051" h="2019" extrusionOk="0">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0591;p61">
              <a:extLst>
                <a:ext uri="{FF2B5EF4-FFF2-40B4-BE49-F238E27FC236}">
                  <a16:creationId xmlns:a16="http://schemas.microsoft.com/office/drawing/2014/main" id="{B2F63595-319B-62A5-1BA8-9BC79AF01164}"/>
                </a:ext>
              </a:extLst>
            </p:cNvPr>
            <p:cNvSpPr/>
            <p:nvPr/>
          </p:nvSpPr>
          <p:spPr>
            <a:xfrm>
              <a:off x="4394732" y="1885202"/>
              <a:ext cx="32193" cy="8001"/>
            </a:xfrm>
            <a:custGeom>
              <a:avLst/>
              <a:gdLst/>
              <a:ahLst/>
              <a:cxnLst/>
              <a:rect l="l" t="t" r="r" b="b"/>
              <a:pathLst>
                <a:path w="2523" h="627" extrusionOk="0">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0592;p61">
              <a:extLst>
                <a:ext uri="{FF2B5EF4-FFF2-40B4-BE49-F238E27FC236}">
                  <a16:creationId xmlns:a16="http://schemas.microsoft.com/office/drawing/2014/main" id="{17454DBC-F72D-98C6-ACC9-E0A5AA75D20C}"/>
                </a:ext>
              </a:extLst>
            </p:cNvPr>
            <p:cNvSpPr/>
            <p:nvPr/>
          </p:nvSpPr>
          <p:spPr>
            <a:xfrm>
              <a:off x="4462488" y="1869814"/>
              <a:ext cx="20225" cy="13258"/>
            </a:xfrm>
            <a:custGeom>
              <a:avLst/>
              <a:gdLst/>
              <a:ahLst/>
              <a:cxnLst/>
              <a:rect l="l" t="t" r="r" b="b"/>
              <a:pathLst>
                <a:path w="1585" h="1039" extrusionOk="0">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0593;p61">
              <a:extLst>
                <a:ext uri="{FF2B5EF4-FFF2-40B4-BE49-F238E27FC236}">
                  <a16:creationId xmlns:a16="http://schemas.microsoft.com/office/drawing/2014/main" id="{3E5F8B08-B120-D685-4A22-1953D077CCE1}"/>
                </a:ext>
              </a:extLst>
            </p:cNvPr>
            <p:cNvSpPr/>
            <p:nvPr/>
          </p:nvSpPr>
          <p:spPr>
            <a:xfrm>
              <a:off x="4431392" y="1880392"/>
              <a:ext cx="27804" cy="11433"/>
            </a:xfrm>
            <a:custGeom>
              <a:avLst/>
              <a:gdLst/>
              <a:ahLst/>
              <a:cxnLst/>
              <a:rect l="l" t="t" r="r" b="b"/>
              <a:pathLst>
                <a:path w="2179" h="896" extrusionOk="0">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 name="Google Shape;10594;p61">
            <a:extLst>
              <a:ext uri="{FF2B5EF4-FFF2-40B4-BE49-F238E27FC236}">
                <a16:creationId xmlns:a16="http://schemas.microsoft.com/office/drawing/2014/main" id="{736AFBA0-94F8-E2F0-F4D3-2B5D4130837D}"/>
              </a:ext>
            </a:extLst>
          </p:cNvPr>
          <p:cNvGrpSpPr/>
          <p:nvPr/>
        </p:nvGrpSpPr>
        <p:grpSpPr>
          <a:xfrm>
            <a:off x="7488266" y="1405135"/>
            <a:ext cx="38100" cy="185420"/>
            <a:chOff x="4206459" y="1607315"/>
            <a:chExt cx="29539" cy="142899"/>
          </a:xfrm>
        </p:grpSpPr>
        <p:sp>
          <p:nvSpPr>
            <p:cNvPr id="85" name="Google Shape;10595;p61">
              <a:extLst>
                <a:ext uri="{FF2B5EF4-FFF2-40B4-BE49-F238E27FC236}">
                  <a16:creationId xmlns:a16="http://schemas.microsoft.com/office/drawing/2014/main" id="{B017DAFE-04AC-95AE-138A-4CBBBC3519EA}"/>
                </a:ext>
              </a:extLst>
            </p:cNvPr>
            <p:cNvSpPr/>
            <p:nvPr/>
          </p:nvSpPr>
          <p:spPr>
            <a:xfrm>
              <a:off x="4209840" y="1607315"/>
              <a:ext cx="26158" cy="50989"/>
            </a:xfrm>
            <a:custGeom>
              <a:avLst/>
              <a:gdLst/>
              <a:ahLst/>
              <a:cxnLst/>
              <a:rect l="l" t="t" r="r" b="b"/>
              <a:pathLst>
                <a:path w="2050" h="3996" extrusionOk="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0596;p61">
              <a:extLst>
                <a:ext uri="{FF2B5EF4-FFF2-40B4-BE49-F238E27FC236}">
                  <a16:creationId xmlns:a16="http://schemas.microsoft.com/office/drawing/2014/main" id="{AB8871F1-A607-C8F4-E974-2244D3C040A3}"/>
                </a:ext>
              </a:extLst>
            </p:cNvPr>
            <p:cNvSpPr/>
            <p:nvPr/>
          </p:nvSpPr>
          <p:spPr>
            <a:xfrm>
              <a:off x="4206459" y="1662910"/>
              <a:ext cx="8230" cy="31785"/>
            </a:xfrm>
            <a:custGeom>
              <a:avLst/>
              <a:gdLst/>
              <a:ahLst/>
              <a:cxnLst/>
              <a:rect l="l" t="t" r="r" b="b"/>
              <a:pathLst>
                <a:path w="645" h="2491" extrusionOk="0">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0597;p61">
              <a:extLst>
                <a:ext uri="{FF2B5EF4-FFF2-40B4-BE49-F238E27FC236}">
                  <a16:creationId xmlns:a16="http://schemas.microsoft.com/office/drawing/2014/main" id="{E7568C3E-216D-7767-065C-EC14E89BA8F6}"/>
                </a:ext>
              </a:extLst>
            </p:cNvPr>
            <p:cNvSpPr/>
            <p:nvPr/>
          </p:nvSpPr>
          <p:spPr>
            <a:xfrm>
              <a:off x="4216194" y="1730768"/>
              <a:ext cx="14227" cy="19446"/>
            </a:xfrm>
            <a:custGeom>
              <a:avLst/>
              <a:gdLst/>
              <a:ahLst/>
              <a:cxnLst/>
              <a:rect l="l" t="t" r="r" b="b"/>
              <a:pathLst>
                <a:path w="1115" h="1524" extrusionOk="0">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0598;p61">
              <a:extLst>
                <a:ext uri="{FF2B5EF4-FFF2-40B4-BE49-F238E27FC236}">
                  <a16:creationId xmlns:a16="http://schemas.microsoft.com/office/drawing/2014/main" id="{B5D62EEE-B6E5-1776-F4F6-F61073EA9811}"/>
                </a:ext>
              </a:extLst>
            </p:cNvPr>
            <p:cNvSpPr/>
            <p:nvPr/>
          </p:nvSpPr>
          <p:spPr>
            <a:xfrm>
              <a:off x="4207607" y="1699506"/>
              <a:ext cx="12045" cy="27153"/>
            </a:xfrm>
            <a:custGeom>
              <a:avLst/>
              <a:gdLst/>
              <a:ahLst/>
              <a:cxnLst/>
              <a:rect l="l" t="t" r="r" b="b"/>
              <a:pathLst>
                <a:path w="944" h="2128" extrusionOk="0">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 name="Google Shape;10599;p61">
            <a:extLst>
              <a:ext uri="{FF2B5EF4-FFF2-40B4-BE49-F238E27FC236}">
                <a16:creationId xmlns:a16="http://schemas.microsoft.com/office/drawing/2014/main" id="{94B51CEB-A7EF-CA37-1B3A-37F07EF14DF2}"/>
              </a:ext>
            </a:extLst>
          </p:cNvPr>
          <p:cNvSpPr/>
          <p:nvPr/>
        </p:nvSpPr>
        <p:spPr>
          <a:xfrm>
            <a:off x="7545416" y="1156850"/>
            <a:ext cx="34925" cy="67945"/>
          </a:xfrm>
          <a:custGeom>
            <a:avLst/>
            <a:gdLst/>
            <a:ahLst/>
            <a:cxnLst/>
            <a:rect l="l" t="t" r="r" b="b"/>
            <a:pathLst>
              <a:path w="2099" h="4099" extrusionOk="0">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0600;p61">
            <a:extLst>
              <a:ext uri="{FF2B5EF4-FFF2-40B4-BE49-F238E27FC236}">
                <a16:creationId xmlns:a16="http://schemas.microsoft.com/office/drawing/2014/main" id="{A2DC7B8D-9C91-5B49-500F-AFF6395FB1BF}"/>
              </a:ext>
            </a:extLst>
          </p:cNvPr>
          <p:cNvSpPr/>
          <p:nvPr/>
        </p:nvSpPr>
        <p:spPr>
          <a:xfrm>
            <a:off x="7579071" y="1228605"/>
            <a:ext cx="31750" cy="33020"/>
          </a:xfrm>
          <a:custGeom>
            <a:avLst/>
            <a:gdLst/>
            <a:ahLst/>
            <a:cxnLst/>
            <a:rect l="l" t="t" r="r" b="b"/>
            <a:pathLst>
              <a:path w="1909" h="1982" extrusionOk="0">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0601;p61">
            <a:extLst>
              <a:ext uri="{FF2B5EF4-FFF2-40B4-BE49-F238E27FC236}">
                <a16:creationId xmlns:a16="http://schemas.microsoft.com/office/drawing/2014/main" id="{5C0CFA0A-BDF5-D7DB-2B35-483B1D0FD57B}"/>
              </a:ext>
            </a:extLst>
          </p:cNvPr>
          <p:cNvSpPr/>
          <p:nvPr/>
        </p:nvSpPr>
        <p:spPr>
          <a:xfrm>
            <a:off x="7648921" y="1282580"/>
            <a:ext cx="27940" cy="13970"/>
          </a:xfrm>
          <a:custGeom>
            <a:avLst/>
            <a:gdLst/>
            <a:ahLst/>
            <a:cxnLst/>
            <a:rect l="l" t="t" r="r" b="b"/>
            <a:pathLst>
              <a:path w="1682" h="861" extrusionOk="0">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0602;p61">
            <a:extLst>
              <a:ext uri="{FF2B5EF4-FFF2-40B4-BE49-F238E27FC236}">
                <a16:creationId xmlns:a16="http://schemas.microsoft.com/office/drawing/2014/main" id="{9D9348C0-48F8-A3CF-463B-83CA98B3E4E1}"/>
              </a:ext>
            </a:extLst>
          </p:cNvPr>
          <p:cNvSpPr/>
          <p:nvPr/>
        </p:nvSpPr>
        <p:spPr>
          <a:xfrm>
            <a:off x="7612091" y="1262260"/>
            <a:ext cx="33020" cy="22860"/>
          </a:xfrm>
          <a:custGeom>
            <a:avLst/>
            <a:gdLst/>
            <a:ahLst/>
            <a:cxnLst/>
            <a:rect l="l" t="t" r="r" b="b"/>
            <a:pathLst>
              <a:path w="1996" h="1383" extrusionOk="0">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 name="Google Shape;10603;p61">
            <a:extLst>
              <a:ext uri="{FF2B5EF4-FFF2-40B4-BE49-F238E27FC236}">
                <a16:creationId xmlns:a16="http://schemas.microsoft.com/office/drawing/2014/main" id="{845EF7A0-6721-1ED9-FC33-4B70F688468A}"/>
              </a:ext>
            </a:extLst>
          </p:cNvPr>
          <p:cNvGrpSpPr/>
          <p:nvPr/>
        </p:nvGrpSpPr>
        <p:grpSpPr>
          <a:xfrm>
            <a:off x="8375361" y="1166375"/>
            <a:ext cx="38100" cy="185420"/>
            <a:chOff x="4889463" y="1423737"/>
            <a:chExt cx="29552" cy="142899"/>
          </a:xfrm>
        </p:grpSpPr>
        <p:sp>
          <p:nvSpPr>
            <p:cNvPr id="94" name="Google Shape;10604;p61">
              <a:extLst>
                <a:ext uri="{FF2B5EF4-FFF2-40B4-BE49-F238E27FC236}">
                  <a16:creationId xmlns:a16="http://schemas.microsoft.com/office/drawing/2014/main" id="{80C14D9D-1275-47D7-2B7D-A0A234A95E65}"/>
                </a:ext>
              </a:extLst>
            </p:cNvPr>
            <p:cNvSpPr/>
            <p:nvPr/>
          </p:nvSpPr>
          <p:spPr>
            <a:xfrm>
              <a:off x="4889463" y="1515647"/>
              <a:ext cx="26158" cy="50989"/>
            </a:xfrm>
            <a:custGeom>
              <a:avLst/>
              <a:gdLst/>
              <a:ahLst/>
              <a:cxnLst/>
              <a:rect l="l" t="t" r="r" b="b"/>
              <a:pathLst>
                <a:path w="2050" h="3996" extrusionOk="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10605;p61">
              <a:extLst>
                <a:ext uri="{FF2B5EF4-FFF2-40B4-BE49-F238E27FC236}">
                  <a16:creationId xmlns:a16="http://schemas.microsoft.com/office/drawing/2014/main" id="{5D36FAC4-A437-0BC1-1FCB-E41CAECD28F9}"/>
                </a:ext>
              </a:extLst>
            </p:cNvPr>
            <p:cNvSpPr/>
            <p:nvPr/>
          </p:nvSpPr>
          <p:spPr>
            <a:xfrm>
              <a:off x="4910772" y="1479256"/>
              <a:ext cx="8243" cy="31785"/>
            </a:xfrm>
            <a:custGeom>
              <a:avLst/>
              <a:gdLst/>
              <a:ahLst/>
              <a:cxnLst/>
              <a:rect l="l" t="t" r="r" b="b"/>
              <a:pathLst>
                <a:path w="646" h="2491" extrusionOk="0">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10606;p61">
              <a:extLst>
                <a:ext uri="{FF2B5EF4-FFF2-40B4-BE49-F238E27FC236}">
                  <a16:creationId xmlns:a16="http://schemas.microsoft.com/office/drawing/2014/main" id="{46FC5E63-B8CE-70F3-F7B7-693A7FD4C56E}"/>
                </a:ext>
              </a:extLst>
            </p:cNvPr>
            <p:cNvSpPr/>
            <p:nvPr/>
          </p:nvSpPr>
          <p:spPr>
            <a:xfrm>
              <a:off x="4895052" y="1423737"/>
              <a:ext cx="14215" cy="19446"/>
            </a:xfrm>
            <a:custGeom>
              <a:avLst/>
              <a:gdLst/>
              <a:ahLst/>
              <a:cxnLst/>
              <a:rect l="l" t="t" r="r" b="b"/>
              <a:pathLst>
                <a:path w="1114" h="1524" extrusionOk="0">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0607;p61">
              <a:extLst>
                <a:ext uri="{FF2B5EF4-FFF2-40B4-BE49-F238E27FC236}">
                  <a16:creationId xmlns:a16="http://schemas.microsoft.com/office/drawing/2014/main" id="{B5DA0207-0C92-8DB2-B3F7-E99419DEF09A}"/>
                </a:ext>
              </a:extLst>
            </p:cNvPr>
            <p:cNvSpPr/>
            <p:nvPr/>
          </p:nvSpPr>
          <p:spPr>
            <a:xfrm>
              <a:off x="4905783" y="1447292"/>
              <a:ext cx="12071" cy="27153"/>
            </a:xfrm>
            <a:custGeom>
              <a:avLst/>
              <a:gdLst/>
              <a:ahLst/>
              <a:cxnLst/>
              <a:rect l="l" t="t" r="r" b="b"/>
              <a:pathLst>
                <a:path w="946" h="2128" extrusionOk="0">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 name="Google Shape;10608;p61">
            <a:extLst>
              <a:ext uri="{FF2B5EF4-FFF2-40B4-BE49-F238E27FC236}">
                <a16:creationId xmlns:a16="http://schemas.microsoft.com/office/drawing/2014/main" id="{0D854425-12CA-C455-3F55-51C8C6E4ACCB}"/>
              </a:ext>
            </a:extLst>
          </p:cNvPr>
          <p:cNvGrpSpPr/>
          <p:nvPr/>
        </p:nvGrpSpPr>
        <p:grpSpPr>
          <a:xfrm>
            <a:off x="8222326" y="1755020"/>
            <a:ext cx="140970" cy="130810"/>
            <a:chOff x="4771663" y="1876896"/>
            <a:chExt cx="108651" cy="100447"/>
          </a:xfrm>
        </p:grpSpPr>
        <p:sp>
          <p:nvSpPr>
            <p:cNvPr id="99" name="Google Shape;10609;p61">
              <a:extLst>
                <a:ext uri="{FF2B5EF4-FFF2-40B4-BE49-F238E27FC236}">
                  <a16:creationId xmlns:a16="http://schemas.microsoft.com/office/drawing/2014/main" id="{FBCC7BC6-96D1-0D40-7B89-359DFC0479BE}"/>
                </a:ext>
              </a:extLst>
            </p:cNvPr>
            <p:cNvSpPr/>
            <p:nvPr/>
          </p:nvSpPr>
          <p:spPr>
            <a:xfrm>
              <a:off x="4771663" y="1951210"/>
              <a:ext cx="53184" cy="26132"/>
            </a:xfrm>
            <a:custGeom>
              <a:avLst/>
              <a:gdLst/>
              <a:ahLst/>
              <a:cxnLst/>
              <a:rect l="l" t="t" r="r" b="b"/>
              <a:pathLst>
                <a:path w="4168" h="2048" extrusionOk="0">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610;p61">
              <a:extLst>
                <a:ext uri="{FF2B5EF4-FFF2-40B4-BE49-F238E27FC236}">
                  <a16:creationId xmlns:a16="http://schemas.microsoft.com/office/drawing/2014/main" id="{4DE0C557-B67A-C67E-7945-4CCCAE40AB49}"/>
                </a:ext>
              </a:extLst>
            </p:cNvPr>
            <p:cNvSpPr/>
            <p:nvPr/>
          </p:nvSpPr>
          <p:spPr>
            <a:xfrm>
              <a:off x="4826850" y="1927897"/>
              <a:ext cx="26081" cy="23529"/>
            </a:xfrm>
            <a:custGeom>
              <a:avLst/>
              <a:gdLst/>
              <a:ahLst/>
              <a:cxnLst/>
              <a:rect l="l" t="t" r="r" b="b"/>
              <a:pathLst>
                <a:path w="2044" h="1844" extrusionOk="0">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611;p61">
              <a:extLst>
                <a:ext uri="{FF2B5EF4-FFF2-40B4-BE49-F238E27FC236}">
                  <a16:creationId xmlns:a16="http://schemas.microsoft.com/office/drawing/2014/main" id="{A91752A7-DB8C-67A0-8E6D-C4F9CD89F498}"/>
                </a:ext>
              </a:extLst>
            </p:cNvPr>
            <p:cNvSpPr/>
            <p:nvPr/>
          </p:nvSpPr>
          <p:spPr>
            <a:xfrm>
              <a:off x="4868600" y="1876896"/>
              <a:ext cx="11714" cy="20531"/>
            </a:xfrm>
            <a:custGeom>
              <a:avLst/>
              <a:gdLst/>
              <a:ahLst/>
              <a:cxnLst/>
              <a:rect l="l" t="t" r="r" b="b"/>
              <a:pathLst>
                <a:path w="918" h="1609" extrusionOk="0">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612;p61">
              <a:extLst>
                <a:ext uri="{FF2B5EF4-FFF2-40B4-BE49-F238E27FC236}">
                  <a16:creationId xmlns:a16="http://schemas.microsoft.com/office/drawing/2014/main" id="{47AF5AD5-C465-F0D3-6A19-FDA108C7C83C}"/>
                </a:ext>
              </a:extLst>
            </p:cNvPr>
            <p:cNvSpPr/>
            <p:nvPr/>
          </p:nvSpPr>
          <p:spPr>
            <a:xfrm>
              <a:off x="4852804" y="1901038"/>
              <a:ext cx="18528" cy="24589"/>
            </a:xfrm>
            <a:custGeom>
              <a:avLst/>
              <a:gdLst/>
              <a:ahLst/>
              <a:cxnLst/>
              <a:rect l="l" t="t" r="r" b="b"/>
              <a:pathLst>
                <a:path w="1452" h="1927" extrusionOk="0">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777333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ppt_x</p:attrName>
                                        </p:attrNameLst>
                                      </p:cBhvr>
                                      <p:tavLst>
                                        <p:tav tm="0">
                                          <p:val>
                                            <p:strVal val="#ppt_x-#ppt_w*1.125000"/>
                                          </p:val>
                                        </p:tav>
                                        <p:tav tm="100000">
                                          <p:val>
                                            <p:strVal val="#ppt_x"/>
                                          </p:val>
                                        </p:tav>
                                      </p:tavLst>
                                    </p:anim>
                                    <p:animEffect transition="in" filter="wipe(right)">
                                      <p:cBhvr>
                                        <p:cTn id="8" dur="500"/>
                                        <p:tgtEl>
                                          <p:spTgt spid="3"/>
                                        </p:tgtEl>
                                      </p:cBhvr>
                                    </p:animEffect>
                                  </p:childTnLst>
                                </p:cTn>
                              </p:par>
                            </p:childTnLst>
                          </p:cTn>
                        </p:par>
                        <p:par>
                          <p:cTn id="9" fill="hold">
                            <p:stCondLst>
                              <p:cond delay="500"/>
                            </p:stCondLst>
                            <p:childTnLst>
                              <p:par>
                                <p:cTn id="10" presetID="12" presetClass="entr" presetSubtype="8" fill="hold" grpId="1"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p:tgtEl>
                                          <p:spTgt spid="6"/>
                                        </p:tgtEl>
                                        <p:attrNameLst>
                                          <p:attrName>ppt_x</p:attrName>
                                        </p:attrNameLst>
                                      </p:cBhvr>
                                      <p:tavLst>
                                        <p:tav tm="0">
                                          <p:val>
                                            <p:strVal val="#ppt_x-#ppt_w*1.125000"/>
                                          </p:val>
                                        </p:tav>
                                        <p:tav tm="100000">
                                          <p:val>
                                            <p:strVal val="#ppt_x"/>
                                          </p:val>
                                        </p:tav>
                                      </p:tavLst>
                                    </p:anim>
                                    <p:animEffect transition="in" filter="wipe(right)">
                                      <p:cBhvr>
                                        <p:cTn id="13" dur="500"/>
                                        <p:tgtEl>
                                          <p:spTgt spid="6"/>
                                        </p:tgtEl>
                                      </p:cBhvr>
                                    </p:animEffect>
                                  </p:childTnLst>
                                </p:cTn>
                              </p:par>
                              <p:par>
                                <p:cTn id="14" presetID="22" presetClass="entr" presetSubtype="4" fill="hold" grpId="1"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wipe(down)">
                                      <p:cBhvr>
                                        <p:cTn id="16" dur="500"/>
                                        <p:tgtEl>
                                          <p:spTgt spid="27"/>
                                        </p:tgtEl>
                                      </p:cBhvr>
                                    </p:animEffect>
                                  </p:childTnLst>
                                </p:cTn>
                              </p:par>
                              <p:par>
                                <p:cTn id="17" presetID="12" presetClass="entr" presetSubtype="8"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p:tgtEl>
                                          <p:spTgt spid="13"/>
                                        </p:tgtEl>
                                        <p:attrNameLst>
                                          <p:attrName>ppt_x</p:attrName>
                                        </p:attrNameLst>
                                      </p:cBhvr>
                                      <p:tavLst>
                                        <p:tav tm="0">
                                          <p:val>
                                            <p:strVal val="#ppt_x-#ppt_w*1.125000"/>
                                          </p:val>
                                        </p:tav>
                                        <p:tav tm="100000">
                                          <p:val>
                                            <p:strVal val="#ppt_x"/>
                                          </p:val>
                                        </p:tav>
                                      </p:tavLst>
                                    </p:anim>
                                    <p:animEffect transition="in" filter="wipe(right)">
                                      <p:cBhvr>
                                        <p:cTn id="20" dur="500"/>
                                        <p:tgtEl>
                                          <p:spTgt spid="13"/>
                                        </p:tgtEl>
                                      </p:cBhvr>
                                    </p:animEffect>
                                  </p:childTnLst>
                                </p:cTn>
                              </p:par>
                            </p:childTnLst>
                          </p:cTn>
                        </p:par>
                        <p:par>
                          <p:cTn id="21" fill="hold">
                            <p:stCondLst>
                              <p:cond delay="1000"/>
                            </p:stCondLst>
                            <p:childTnLst>
                              <p:par>
                                <p:cTn id="22" presetID="12" presetClass="entr" presetSubtype="8" fill="hold" grpId="1" nodeType="after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additive="base">
                                        <p:cTn id="24" dur="500"/>
                                        <p:tgtEl>
                                          <p:spTgt spid="12"/>
                                        </p:tgtEl>
                                        <p:attrNameLst>
                                          <p:attrName>ppt_x</p:attrName>
                                        </p:attrNameLst>
                                      </p:cBhvr>
                                      <p:tavLst>
                                        <p:tav tm="0">
                                          <p:val>
                                            <p:strVal val="#ppt_x-#ppt_w*1.125000"/>
                                          </p:val>
                                        </p:tav>
                                        <p:tav tm="100000">
                                          <p:val>
                                            <p:strVal val="#ppt_x"/>
                                          </p:val>
                                        </p:tav>
                                      </p:tavLst>
                                    </p:anim>
                                    <p:animEffect transition="in" filter="wipe(right)">
                                      <p:cBhvr>
                                        <p:cTn id="25" dur="500"/>
                                        <p:tgtEl>
                                          <p:spTgt spid="12"/>
                                        </p:tgtEl>
                                      </p:cBhvr>
                                    </p:animEffect>
                                  </p:childTnLst>
                                </p:cTn>
                              </p:par>
                              <p:par>
                                <p:cTn id="26" presetID="22" presetClass="entr" presetSubtype="4" fill="hold" grpId="1"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wipe(down)">
                                      <p:cBhvr>
                                        <p:cTn id="28" dur="500"/>
                                        <p:tgtEl>
                                          <p:spTgt spid="24"/>
                                        </p:tgtEl>
                                      </p:cBhvr>
                                    </p:animEffect>
                                  </p:childTnLst>
                                </p:cTn>
                              </p:par>
                            </p:childTnLst>
                          </p:cTn>
                        </p:par>
                        <p:par>
                          <p:cTn id="29" fill="hold">
                            <p:stCondLst>
                              <p:cond delay="1500"/>
                            </p:stCondLst>
                            <p:childTnLst>
                              <p:par>
                                <p:cTn id="30" presetID="12" presetClass="entr" presetSubtype="8" fill="hold" grpId="1" nodeType="afterEffect">
                                  <p:stCondLst>
                                    <p:cond delay="0"/>
                                  </p:stCondLst>
                                  <p:childTnLst>
                                    <p:set>
                                      <p:cBhvr>
                                        <p:cTn id="31" dur="1" fill="hold">
                                          <p:stCondLst>
                                            <p:cond delay="0"/>
                                          </p:stCondLst>
                                        </p:cTn>
                                        <p:tgtEl>
                                          <p:spTgt spid="25"/>
                                        </p:tgtEl>
                                        <p:attrNameLst>
                                          <p:attrName>style.visibility</p:attrName>
                                        </p:attrNameLst>
                                      </p:cBhvr>
                                      <p:to>
                                        <p:strVal val="visible"/>
                                      </p:to>
                                    </p:set>
                                    <p:anim calcmode="lin" valueType="num">
                                      <p:cBhvr additive="base">
                                        <p:cTn id="32" dur="500"/>
                                        <p:tgtEl>
                                          <p:spTgt spid="25"/>
                                        </p:tgtEl>
                                        <p:attrNameLst>
                                          <p:attrName>ppt_x</p:attrName>
                                        </p:attrNameLst>
                                      </p:cBhvr>
                                      <p:tavLst>
                                        <p:tav tm="0">
                                          <p:val>
                                            <p:strVal val="#ppt_x-#ppt_w*1.125000"/>
                                          </p:val>
                                        </p:tav>
                                        <p:tav tm="100000">
                                          <p:val>
                                            <p:strVal val="#ppt_x"/>
                                          </p:val>
                                        </p:tav>
                                      </p:tavLst>
                                    </p:anim>
                                    <p:animEffect transition="in" filter="wipe(right)">
                                      <p:cBhvr>
                                        <p:cTn id="33" dur="500"/>
                                        <p:tgtEl>
                                          <p:spTgt spid="25"/>
                                        </p:tgtEl>
                                      </p:cBhvr>
                                    </p:animEffect>
                                  </p:childTnLst>
                                </p:cTn>
                              </p:par>
                              <p:par>
                                <p:cTn id="34" presetID="22" presetClass="entr" presetSubtype="4" fill="hold" grpId="1" nodeType="with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wipe(down)">
                                      <p:cBhvr>
                                        <p:cTn id="36" dur="500"/>
                                        <p:tgtEl>
                                          <p:spTgt spid="30"/>
                                        </p:tgtEl>
                                      </p:cBhvr>
                                    </p:animEffect>
                                  </p:childTnLst>
                                </p:cTn>
                              </p:par>
                              <p:par>
                                <p:cTn id="37" presetID="8" presetClass="emph" presetSubtype="0" repeatCount="indefinite" fill="hold" grpId="0" nodeType="withEffect">
                                  <p:stCondLst>
                                    <p:cond delay="0"/>
                                  </p:stCondLst>
                                  <p:endCondLst>
                                    <p:cond evt="onNext" delay="0">
                                      <p:tgtEl>
                                        <p:sldTgt/>
                                      </p:tgtEl>
                                    </p:cond>
                                  </p:endCondLst>
                                  <p:childTnLst>
                                    <p:animRot by="21600000">
                                      <p:cBhvr>
                                        <p:cTn id="38" dur="2000" fill="hold"/>
                                        <p:tgtEl>
                                          <p:spTgt spid="20"/>
                                        </p:tgtEl>
                                        <p:attrNameLst>
                                          <p:attrName>r</p:attrName>
                                        </p:attrNameLst>
                                      </p:cBhvr>
                                    </p:animRot>
                                  </p:childTnLst>
                                </p:cTn>
                              </p:par>
                              <p:par>
                                <p:cTn id="39" presetID="8" presetClass="emph" presetSubtype="0" repeatCount="indefinite" fill="hold" grpId="0" nodeType="withEffect">
                                  <p:stCondLst>
                                    <p:cond delay="0"/>
                                  </p:stCondLst>
                                  <p:endCondLst>
                                    <p:cond evt="onNext" delay="0">
                                      <p:tgtEl>
                                        <p:sldTgt/>
                                      </p:tgtEl>
                                    </p:cond>
                                  </p:endCondLst>
                                  <p:childTnLst>
                                    <p:animRot by="-21600000">
                                      <p:cBhvr>
                                        <p:cTn id="40" dur="2000" fill="hold"/>
                                        <p:tgtEl>
                                          <p:spTgt spid="19"/>
                                        </p:tgtEl>
                                        <p:attrNameLst>
                                          <p:attrName>r</p:attrName>
                                        </p:attrNameLst>
                                      </p:cBhvr>
                                    </p:animRot>
                                  </p:childTnLst>
                                </p:cTn>
                              </p:par>
                              <p:par>
                                <p:cTn id="41" presetID="8" presetClass="emph" presetSubtype="0" repeatCount="indefinite" fill="hold" grpId="0" nodeType="withEffect">
                                  <p:stCondLst>
                                    <p:cond delay="0"/>
                                  </p:stCondLst>
                                  <p:endCondLst>
                                    <p:cond evt="onNext" delay="0">
                                      <p:tgtEl>
                                        <p:sldTgt/>
                                      </p:tgtEl>
                                    </p:cond>
                                  </p:endCondLst>
                                  <p:childTnLst>
                                    <p:animRot by="-21600000">
                                      <p:cBhvr>
                                        <p:cTn id="42" dur="2000" fill="hold"/>
                                        <p:tgtEl>
                                          <p:spTgt spid="17"/>
                                        </p:tgtEl>
                                        <p:attrNameLst>
                                          <p:attrName>r</p:attrName>
                                        </p:attrNameLst>
                                      </p:cBhvr>
                                    </p:animRot>
                                  </p:childTnLst>
                                </p:cTn>
                              </p:par>
                              <p:par>
                                <p:cTn id="43" presetID="8" presetClass="emph" presetSubtype="0" repeatCount="indefinite" fill="hold" grpId="0" nodeType="withEffect">
                                  <p:stCondLst>
                                    <p:cond delay="0"/>
                                  </p:stCondLst>
                                  <p:endCondLst>
                                    <p:cond evt="onNext" delay="0">
                                      <p:tgtEl>
                                        <p:sldTgt/>
                                      </p:tgtEl>
                                    </p:cond>
                                  </p:endCondLst>
                                  <p:childTnLst>
                                    <p:animRot by="21600000">
                                      <p:cBhvr>
                                        <p:cTn id="44" dur="2000" fill="hold"/>
                                        <p:tgtEl>
                                          <p:spTgt spid="18"/>
                                        </p:tgtEl>
                                        <p:attrNameLst>
                                          <p:attrName>r</p:attrName>
                                        </p:attrNameLst>
                                      </p:cBhvr>
                                    </p:animRot>
                                  </p:childTnLst>
                                </p:cTn>
                              </p:par>
                              <p:par>
                                <p:cTn id="45" presetID="8" presetClass="emph" presetSubtype="0" repeatCount="indefinite" fill="hold" grpId="0" nodeType="withEffect">
                                  <p:stCondLst>
                                    <p:cond delay="0"/>
                                  </p:stCondLst>
                                  <p:endCondLst>
                                    <p:cond evt="onNext" delay="0">
                                      <p:tgtEl>
                                        <p:sldTgt/>
                                      </p:tgtEl>
                                    </p:cond>
                                  </p:endCondLst>
                                  <p:childTnLst>
                                    <p:animRot by="21600000">
                                      <p:cBhvr>
                                        <p:cTn id="46" dur="2000" fill="hold"/>
                                        <p:tgtEl>
                                          <p:spTgt spid="68"/>
                                        </p:tgtEl>
                                        <p:attrNameLst>
                                          <p:attrName>r</p:attrName>
                                        </p:attrNameLst>
                                      </p:cBhvr>
                                    </p:animRot>
                                  </p:childTnLst>
                                </p:cTn>
                              </p:par>
                              <p:par>
                                <p:cTn id="47" presetID="8" presetClass="emph" presetSubtype="0" repeatCount="indefinite" fill="hold" grpId="0" nodeType="withEffect">
                                  <p:stCondLst>
                                    <p:cond delay="0"/>
                                  </p:stCondLst>
                                  <p:endCondLst>
                                    <p:cond evt="onNext" delay="0">
                                      <p:tgtEl>
                                        <p:sldTgt/>
                                      </p:tgtEl>
                                    </p:cond>
                                  </p:endCondLst>
                                  <p:childTnLst>
                                    <p:animRot by="-21600000">
                                      <p:cBhvr>
                                        <p:cTn id="48" dur="2000" fill="hold"/>
                                        <p:tgtEl>
                                          <p:spTgt spid="67"/>
                                        </p:tgtEl>
                                        <p:attrNameLst>
                                          <p:attrName>r</p:attrName>
                                        </p:attrNameLst>
                                      </p:cBhvr>
                                    </p:animRot>
                                  </p:childTnLst>
                                </p:cTn>
                              </p:par>
                              <p:par>
                                <p:cTn id="49" presetID="8" presetClass="emph" presetSubtype="0" repeatCount="indefinite" fill="hold" grpId="0" nodeType="withEffect">
                                  <p:stCondLst>
                                    <p:cond delay="0"/>
                                  </p:stCondLst>
                                  <p:endCondLst>
                                    <p:cond evt="onNext" delay="0">
                                      <p:tgtEl>
                                        <p:sldTgt/>
                                      </p:tgtEl>
                                    </p:cond>
                                  </p:endCondLst>
                                  <p:childTnLst>
                                    <p:animRot by="-21600000">
                                      <p:cBhvr>
                                        <p:cTn id="50" dur="2000" fill="hold"/>
                                        <p:tgtEl>
                                          <p:spTgt spid="65"/>
                                        </p:tgtEl>
                                        <p:attrNameLst>
                                          <p:attrName>r</p:attrName>
                                        </p:attrNameLst>
                                      </p:cBhvr>
                                    </p:animRot>
                                  </p:childTnLst>
                                </p:cTn>
                              </p:par>
                              <p:par>
                                <p:cTn id="51" presetID="8" presetClass="emph" presetSubtype="0" repeatCount="indefinite" fill="hold" grpId="0" nodeType="withEffect">
                                  <p:stCondLst>
                                    <p:cond delay="0"/>
                                  </p:stCondLst>
                                  <p:endCondLst>
                                    <p:cond evt="onNext" delay="0">
                                      <p:tgtEl>
                                        <p:sldTgt/>
                                      </p:tgtEl>
                                    </p:cond>
                                  </p:endCondLst>
                                  <p:childTnLst>
                                    <p:animRot by="21600000">
                                      <p:cBhvr>
                                        <p:cTn id="52" dur="2000" fill="hold"/>
                                        <p:tgtEl>
                                          <p:spTgt spid="6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27" grpId="0"/>
      <p:bldP spid="27" grpId="1"/>
      <p:bldP spid="21" grpId="0" animBg="1"/>
      <p:bldP spid="22" grpId="0" build="p"/>
      <p:bldP spid="12" grpId="0"/>
      <p:bldP spid="12" grpId="1"/>
      <p:bldP spid="24" grpId="0"/>
      <p:bldP spid="24" grpId="1"/>
      <p:bldP spid="25" grpId="0"/>
      <p:bldP spid="25" grpId="1"/>
      <p:bldP spid="30" grpId="0"/>
      <p:bldP spid="30" grpId="1"/>
      <p:bldP spid="17" grpId="0" animBg="1"/>
      <p:bldP spid="18" grpId="0" animBg="1"/>
      <p:bldP spid="19" grpId="0" animBg="1"/>
      <p:bldP spid="19" grpId="1" animBg="1"/>
      <p:bldP spid="20" grpId="0" animBg="1"/>
      <p:bldP spid="20" grpId="1" animBg="1"/>
      <p:bldP spid="65" grpId="0" animBg="1"/>
      <p:bldP spid="66" grpId="0" animBg="1"/>
      <p:bldP spid="67" grpId="0" animBg="1"/>
      <p:bldP spid="67" grpId="1" animBg="1"/>
      <p:bldP spid="68" grpId="0" animBg="1"/>
      <p:bldP spid="68"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p:cNvSpPr>
            <a:spLocks noGrp="1"/>
          </p:cNvSpPr>
          <p:nvPr>
            <p:ph type="title"/>
          </p:nvPr>
        </p:nvSpPr>
        <p:spPr>
          <a:xfrm>
            <a:off x="1961942" y="2244484"/>
            <a:ext cx="5284993" cy="754800"/>
          </a:xfrm>
        </p:spPr>
        <p:txBody>
          <a:bodyPr/>
          <a:lstStyle/>
          <a:p>
            <a:r>
              <a:rPr lang="en-US" sz="3200" b="1" dirty="0">
                <a:solidFill>
                  <a:schemeClr val="tx2">
                    <a:lumMod val="75000"/>
                  </a:schemeClr>
                </a:solidFill>
                <a:latin typeface="Arial" panose="020B0604020202020204" pitchFamily="34" charset="0"/>
                <a:cs typeface="Arial" panose="020B0604020202020204" pitchFamily="34" charset="0"/>
              </a:rPr>
              <a:t>DEMO</a:t>
            </a:r>
          </a:p>
        </p:txBody>
      </p:sp>
      <p:sp>
        <p:nvSpPr>
          <p:cNvPr id="17" name="Google Shape;1856;p24"/>
          <p:cNvSpPr txBox="1">
            <a:spLocks/>
          </p:cNvSpPr>
          <p:nvPr/>
        </p:nvSpPr>
        <p:spPr>
          <a:xfrm>
            <a:off x="3917317" y="1073424"/>
            <a:ext cx="1355859" cy="1189857"/>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30200" algn="ctr" rtl="0">
              <a:lnSpc>
                <a:spcPct val="100000"/>
              </a:lnSpc>
              <a:spcBef>
                <a:spcPts val="0"/>
              </a:spcBef>
              <a:spcAft>
                <a:spcPts val="0"/>
              </a:spcAft>
              <a:buClr>
                <a:schemeClr val="dk1"/>
              </a:buClr>
              <a:buSzPts val="1600"/>
              <a:buFont typeface="Roboto" panose="02000000000000000000"/>
              <a:buNone/>
              <a:defRPr sz="16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a:pPr marL="0" indent="0"/>
            <a:r>
              <a:rPr lang="en-GB" sz="8800" b="1">
                <a:solidFill>
                  <a:schemeClr val="tx2">
                    <a:lumMod val="75000"/>
                  </a:schemeClr>
                </a:solidFill>
                <a:latin typeface="Arial" panose="020B0604020202020204" pitchFamily="34" charset="0"/>
                <a:cs typeface="Arial" panose="020B0604020202020204" pitchFamily="34" charset="0"/>
              </a:rPr>
              <a:t>5</a:t>
            </a:r>
          </a:p>
        </p:txBody>
      </p:sp>
      <p:cxnSp>
        <p:nvCxnSpPr>
          <p:cNvPr id="12" name="Straight Connector 11"/>
          <p:cNvCxnSpPr/>
          <p:nvPr/>
        </p:nvCxnSpPr>
        <p:spPr>
          <a:xfrm>
            <a:off x="5097799" y="1983783"/>
            <a:ext cx="201478" cy="0"/>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5097799" y="1278610"/>
            <a:ext cx="404099" cy="0"/>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5097227" y="1407762"/>
            <a:ext cx="335826" cy="691"/>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4" idx="3"/>
          </p:cNvCxnSpPr>
          <p:nvPr/>
        </p:nvCxnSpPr>
        <p:spPr>
          <a:xfrm flipV="1">
            <a:off x="5097799" y="1666834"/>
            <a:ext cx="652072" cy="1"/>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3864125" y="2127083"/>
            <a:ext cx="201478" cy="0"/>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3661504" y="1468404"/>
            <a:ext cx="404099" cy="0"/>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3729777" y="1597556"/>
            <a:ext cx="335826" cy="691"/>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3413531" y="1856628"/>
            <a:ext cx="652072" cy="1"/>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5" name="Oval 64"/>
          <p:cNvSpPr/>
          <p:nvPr/>
        </p:nvSpPr>
        <p:spPr>
          <a:xfrm>
            <a:off x="5749871" y="1602536"/>
            <a:ext cx="122822" cy="122822"/>
          </a:xfrm>
          <a:prstGeom prst="ellipse">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3301721" y="1804694"/>
            <a:ext cx="122822" cy="122822"/>
          </a:xfrm>
          <a:prstGeom prst="ellipse">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Elbow Connector 67"/>
          <p:cNvCxnSpPr/>
          <p:nvPr/>
        </p:nvCxnSpPr>
        <p:spPr>
          <a:xfrm>
            <a:off x="5097969" y="1832944"/>
            <a:ext cx="1156339" cy="71765"/>
          </a:xfrm>
          <a:prstGeom prst="bentConnector3">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0" name="Elbow Connector 69"/>
          <p:cNvCxnSpPr/>
          <p:nvPr/>
        </p:nvCxnSpPr>
        <p:spPr>
          <a:xfrm rot="10800000">
            <a:off x="3049752" y="1620165"/>
            <a:ext cx="1027442" cy="108662"/>
          </a:xfrm>
          <a:prstGeom prst="bentConnector3">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4077194" y="1156532"/>
            <a:ext cx="1020605" cy="1020605"/>
          </a:xfrm>
          <a:prstGeom prst="rect">
            <a:avLst/>
          </a:prstGeom>
          <a:noFill/>
          <a:ln>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Google Shape;10575;p61"/>
          <p:cNvSpPr/>
          <p:nvPr/>
        </p:nvSpPr>
        <p:spPr>
          <a:xfrm>
            <a:off x="939660" y="2305518"/>
            <a:ext cx="422275" cy="419100"/>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noFill/>
          <a:ln w="9525"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0576;p61"/>
          <p:cNvSpPr/>
          <p:nvPr/>
        </p:nvSpPr>
        <p:spPr>
          <a:xfrm>
            <a:off x="951725" y="2731603"/>
            <a:ext cx="398145" cy="398145"/>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noFill/>
          <a:ln w="9525" cap="flat" cmpd="sng">
            <a:solidFill>
              <a:schemeClr val="accent3">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0577;p61"/>
          <p:cNvSpPr/>
          <p:nvPr/>
        </p:nvSpPr>
        <p:spPr>
          <a:xfrm>
            <a:off x="553580" y="2565233"/>
            <a:ext cx="425450" cy="422275"/>
          </a:xfrm>
          <a:custGeom>
            <a:avLst/>
            <a:gdLst/>
            <a:ahLst/>
            <a:cxnLst/>
            <a:rect l="l" t="t" r="r" b="b"/>
            <a:pathLst>
              <a:path w="25669" h="25472" extrusionOk="0">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noFill/>
          <a:ln w="9525" cap="flat"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0578;p61"/>
          <p:cNvSpPr/>
          <p:nvPr/>
        </p:nvSpPr>
        <p:spPr>
          <a:xfrm>
            <a:off x="587870" y="2165183"/>
            <a:ext cx="379730" cy="379730"/>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noFill/>
          <a:ln w="9525" cap="flat" cmpd="sng">
            <a:solidFill>
              <a:schemeClr val="bg1">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 name="Google Shape;10579;p61"/>
          <p:cNvGrpSpPr/>
          <p:nvPr/>
        </p:nvGrpSpPr>
        <p:grpSpPr>
          <a:xfrm>
            <a:off x="1064120" y="2255988"/>
            <a:ext cx="186690" cy="38100"/>
            <a:chOff x="4644280" y="1290523"/>
            <a:chExt cx="143716" cy="29463"/>
          </a:xfrm>
        </p:grpSpPr>
        <p:sp>
          <p:nvSpPr>
            <p:cNvPr id="71" name="Google Shape;10580;p61"/>
            <p:cNvSpPr/>
            <p:nvPr/>
          </p:nvSpPr>
          <p:spPr>
            <a:xfrm>
              <a:off x="4736292" y="1294223"/>
              <a:ext cx="51704" cy="25762"/>
            </a:xfrm>
            <a:custGeom>
              <a:avLst/>
              <a:gdLst/>
              <a:ahLst/>
              <a:cxnLst/>
              <a:rect l="l" t="t" r="r" b="b"/>
              <a:pathLst>
                <a:path w="4052" h="2019" extrusionOk="0">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0581;p61"/>
            <p:cNvSpPr/>
            <p:nvPr/>
          </p:nvSpPr>
          <p:spPr>
            <a:xfrm>
              <a:off x="4700066" y="1290523"/>
              <a:ext cx="32206" cy="7988"/>
            </a:xfrm>
            <a:custGeom>
              <a:avLst/>
              <a:gdLst/>
              <a:ahLst/>
              <a:cxnLst/>
              <a:rect l="l" t="t" r="r" b="b"/>
              <a:pathLst>
                <a:path w="2524" h="626" extrusionOk="0">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0582;p61"/>
            <p:cNvSpPr/>
            <p:nvPr/>
          </p:nvSpPr>
          <p:spPr>
            <a:xfrm>
              <a:off x="4644280" y="1300641"/>
              <a:ext cx="20225" cy="13283"/>
            </a:xfrm>
            <a:custGeom>
              <a:avLst/>
              <a:gdLst/>
              <a:ahLst/>
              <a:cxnLst/>
              <a:rect l="l" t="t" r="r" b="b"/>
              <a:pathLst>
                <a:path w="1585" h="1041" extrusionOk="0">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0583;p61"/>
            <p:cNvSpPr/>
            <p:nvPr/>
          </p:nvSpPr>
          <p:spPr>
            <a:xfrm>
              <a:off x="4667822" y="1291888"/>
              <a:ext cx="27779" cy="11433"/>
            </a:xfrm>
            <a:custGeom>
              <a:avLst/>
              <a:gdLst/>
              <a:ahLst/>
              <a:cxnLst/>
              <a:rect l="l" t="t" r="r" b="b"/>
              <a:pathLst>
                <a:path w="2177" h="896" extrusionOk="0">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10584;p61"/>
          <p:cNvGrpSpPr/>
          <p:nvPr/>
        </p:nvGrpSpPr>
        <p:grpSpPr>
          <a:xfrm>
            <a:off x="690740" y="2127083"/>
            <a:ext cx="186690" cy="38100"/>
            <a:chOff x="4356567" y="1191441"/>
            <a:chExt cx="143690" cy="29488"/>
          </a:xfrm>
        </p:grpSpPr>
        <p:sp>
          <p:nvSpPr>
            <p:cNvPr id="76" name="Google Shape;10585;p61"/>
            <p:cNvSpPr/>
            <p:nvPr/>
          </p:nvSpPr>
          <p:spPr>
            <a:xfrm>
              <a:off x="4448554" y="1195154"/>
              <a:ext cx="51704" cy="25775"/>
            </a:xfrm>
            <a:custGeom>
              <a:avLst/>
              <a:gdLst/>
              <a:ahLst/>
              <a:cxnLst/>
              <a:rect l="l" t="t" r="r" b="b"/>
              <a:pathLst>
                <a:path w="4052" h="2020" extrusionOk="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0586;p61"/>
            <p:cNvSpPr/>
            <p:nvPr/>
          </p:nvSpPr>
          <p:spPr>
            <a:xfrm>
              <a:off x="4412341" y="1191441"/>
              <a:ext cx="32206" cy="8013"/>
            </a:xfrm>
            <a:custGeom>
              <a:avLst/>
              <a:gdLst/>
              <a:ahLst/>
              <a:cxnLst/>
              <a:rect l="l" t="t" r="r" b="b"/>
              <a:pathLst>
                <a:path w="2524" h="628" extrusionOk="0">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0587;p61"/>
            <p:cNvSpPr/>
            <p:nvPr/>
          </p:nvSpPr>
          <p:spPr>
            <a:xfrm>
              <a:off x="4356567" y="1201573"/>
              <a:ext cx="20212" cy="13270"/>
            </a:xfrm>
            <a:custGeom>
              <a:avLst/>
              <a:gdLst/>
              <a:ahLst/>
              <a:cxnLst/>
              <a:rect l="l" t="t" r="r" b="b"/>
              <a:pathLst>
                <a:path w="1584" h="1040" extrusionOk="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0588;p61"/>
            <p:cNvSpPr/>
            <p:nvPr/>
          </p:nvSpPr>
          <p:spPr>
            <a:xfrm>
              <a:off x="4380084" y="1192832"/>
              <a:ext cx="27779" cy="11433"/>
            </a:xfrm>
            <a:custGeom>
              <a:avLst/>
              <a:gdLst/>
              <a:ahLst/>
              <a:cxnLst/>
              <a:rect l="l" t="t" r="r" b="b"/>
              <a:pathLst>
                <a:path w="2177" h="896" extrusionOk="0">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 name="Google Shape;10589;p61"/>
          <p:cNvGrpSpPr/>
          <p:nvPr/>
        </p:nvGrpSpPr>
        <p:grpSpPr>
          <a:xfrm>
            <a:off x="667880" y="3000843"/>
            <a:ext cx="186690" cy="38100"/>
            <a:chOff x="4339009" y="1863727"/>
            <a:chExt cx="143703" cy="29476"/>
          </a:xfrm>
        </p:grpSpPr>
        <p:sp>
          <p:nvSpPr>
            <p:cNvPr id="81" name="Google Shape;10590;p61"/>
            <p:cNvSpPr/>
            <p:nvPr/>
          </p:nvSpPr>
          <p:spPr>
            <a:xfrm>
              <a:off x="4339009" y="1863727"/>
              <a:ext cx="51691" cy="25762"/>
            </a:xfrm>
            <a:custGeom>
              <a:avLst/>
              <a:gdLst/>
              <a:ahLst/>
              <a:cxnLst/>
              <a:rect l="l" t="t" r="r" b="b"/>
              <a:pathLst>
                <a:path w="4051" h="2019" extrusionOk="0">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0591;p61"/>
            <p:cNvSpPr/>
            <p:nvPr/>
          </p:nvSpPr>
          <p:spPr>
            <a:xfrm>
              <a:off x="4394732" y="1885202"/>
              <a:ext cx="32193" cy="8001"/>
            </a:xfrm>
            <a:custGeom>
              <a:avLst/>
              <a:gdLst/>
              <a:ahLst/>
              <a:cxnLst/>
              <a:rect l="l" t="t" r="r" b="b"/>
              <a:pathLst>
                <a:path w="2523" h="627" extrusionOk="0">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0592;p61"/>
            <p:cNvSpPr/>
            <p:nvPr/>
          </p:nvSpPr>
          <p:spPr>
            <a:xfrm>
              <a:off x="4462488" y="1869814"/>
              <a:ext cx="20225" cy="13258"/>
            </a:xfrm>
            <a:custGeom>
              <a:avLst/>
              <a:gdLst/>
              <a:ahLst/>
              <a:cxnLst/>
              <a:rect l="l" t="t" r="r" b="b"/>
              <a:pathLst>
                <a:path w="1585" h="1039" extrusionOk="0">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0593;p61"/>
            <p:cNvSpPr/>
            <p:nvPr/>
          </p:nvSpPr>
          <p:spPr>
            <a:xfrm>
              <a:off x="4431392" y="1880392"/>
              <a:ext cx="27804" cy="11433"/>
            </a:xfrm>
            <a:custGeom>
              <a:avLst/>
              <a:gdLst/>
              <a:ahLst/>
              <a:cxnLst/>
              <a:rect l="l" t="t" r="r" b="b"/>
              <a:pathLst>
                <a:path w="2179" h="896" extrusionOk="0">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 name="Google Shape;10594;p61"/>
          <p:cNvGrpSpPr/>
          <p:nvPr/>
        </p:nvGrpSpPr>
        <p:grpSpPr>
          <a:xfrm>
            <a:off x="495795" y="2667468"/>
            <a:ext cx="38100" cy="185420"/>
            <a:chOff x="4206459" y="1607315"/>
            <a:chExt cx="29539" cy="142899"/>
          </a:xfrm>
        </p:grpSpPr>
        <p:sp>
          <p:nvSpPr>
            <p:cNvPr id="86" name="Google Shape;10595;p61"/>
            <p:cNvSpPr/>
            <p:nvPr/>
          </p:nvSpPr>
          <p:spPr>
            <a:xfrm>
              <a:off x="4209840" y="1607315"/>
              <a:ext cx="26158" cy="50989"/>
            </a:xfrm>
            <a:custGeom>
              <a:avLst/>
              <a:gdLst/>
              <a:ahLst/>
              <a:cxnLst/>
              <a:rect l="l" t="t" r="r" b="b"/>
              <a:pathLst>
                <a:path w="2050" h="3996" extrusionOk="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0596;p61"/>
            <p:cNvSpPr/>
            <p:nvPr/>
          </p:nvSpPr>
          <p:spPr>
            <a:xfrm>
              <a:off x="4206459" y="1662910"/>
              <a:ext cx="8230" cy="31785"/>
            </a:xfrm>
            <a:custGeom>
              <a:avLst/>
              <a:gdLst/>
              <a:ahLst/>
              <a:cxnLst/>
              <a:rect l="l" t="t" r="r" b="b"/>
              <a:pathLst>
                <a:path w="645" h="2491" extrusionOk="0">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0597;p61"/>
            <p:cNvSpPr/>
            <p:nvPr/>
          </p:nvSpPr>
          <p:spPr>
            <a:xfrm>
              <a:off x="4216194" y="1730768"/>
              <a:ext cx="14227" cy="19446"/>
            </a:xfrm>
            <a:custGeom>
              <a:avLst/>
              <a:gdLst/>
              <a:ahLst/>
              <a:cxnLst/>
              <a:rect l="l" t="t" r="r" b="b"/>
              <a:pathLst>
                <a:path w="1115" h="1524" extrusionOk="0">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0598;p61"/>
            <p:cNvSpPr/>
            <p:nvPr/>
          </p:nvSpPr>
          <p:spPr>
            <a:xfrm>
              <a:off x="4207607" y="1699506"/>
              <a:ext cx="12045" cy="27153"/>
            </a:xfrm>
            <a:custGeom>
              <a:avLst/>
              <a:gdLst/>
              <a:ahLst/>
              <a:cxnLst/>
              <a:rect l="l" t="t" r="r" b="b"/>
              <a:pathLst>
                <a:path w="944" h="2128" extrusionOk="0">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 name="Google Shape;10599;p61"/>
          <p:cNvSpPr/>
          <p:nvPr/>
        </p:nvSpPr>
        <p:spPr>
          <a:xfrm>
            <a:off x="552945" y="2419183"/>
            <a:ext cx="34925" cy="67945"/>
          </a:xfrm>
          <a:custGeom>
            <a:avLst/>
            <a:gdLst/>
            <a:ahLst/>
            <a:cxnLst/>
            <a:rect l="l" t="t" r="r" b="b"/>
            <a:pathLst>
              <a:path w="2099" h="4099" extrusionOk="0">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0600;p61"/>
          <p:cNvSpPr/>
          <p:nvPr/>
        </p:nvSpPr>
        <p:spPr>
          <a:xfrm>
            <a:off x="586600" y="2490938"/>
            <a:ext cx="31750" cy="33020"/>
          </a:xfrm>
          <a:custGeom>
            <a:avLst/>
            <a:gdLst/>
            <a:ahLst/>
            <a:cxnLst/>
            <a:rect l="l" t="t" r="r" b="b"/>
            <a:pathLst>
              <a:path w="1909" h="1982" extrusionOk="0">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0601;p61"/>
          <p:cNvSpPr/>
          <p:nvPr/>
        </p:nvSpPr>
        <p:spPr>
          <a:xfrm>
            <a:off x="656450" y="2544913"/>
            <a:ext cx="27940" cy="13970"/>
          </a:xfrm>
          <a:custGeom>
            <a:avLst/>
            <a:gdLst/>
            <a:ahLst/>
            <a:cxnLst/>
            <a:rect l="l" t="t" r="r" b="b"/>
            <a:pathLst>
              <a:path w="1682" h="861" extrusionOk="0">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0602;p61"/>
          <p:cNvSpPr/>
          <p:nvPr/>
        </p:nvSpPr>
        <p:spPr>
          <a:xfrm>
            <a:off x="619620" y="2524593"/>
            <a:ext cx="33020" cy="22860"/>
          </a:xfrm>
          <a:custGeom>
            <a:avLst/>
            <a:gdLst/>
            <a:ahLst/>
            <a:cxnLst/>
            <a:rect l="l" t="t" r="r" b="b"/>
            <a:pathLst>
              <a:path w="1996" h="1383" extrusionOk="0">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 name="Google Shape;10603;p61"/>
          <p:cNvGrpSpPr/>
          <p:nvPr/>
        </p:nvGrpSpPr>
        <p:grpSpPr>
          <a:xfrm>
            <a:off x="1382890" y="2428708"/>
            <a:ext cx="38100" cy="185420"/>
            <a:chOff x="4889463" y="1423737"/>
            <a:chExt cx="29552" cy="142899"/>
          </a:xfrm>
        </p:grpSpPr>
        <p:sp>
          <p:nvSpPr>
            <p:cNvPr id="95" name="Google Shape;10604;p61"/>
            <p:cNvSpPr/>
            <p:nvPr/>
          </p:nvSpPr>
          <p:spPr>
            <a:xfrm>
              <a:off x="4889463" y="1515647"/>
              <a:ext cx="26158" cy="50989"/>
            </a:xfrm>
            <a:custGeom>
              <a:avLst/>
              <a:gdLst/>
              <a:ahLst/>
              <a:cxnLst/>
              <a:rect l="l" t="t" r="r" b="b"/>
              <a:pathLst>
                <a:path w="2050" h="3996" extrusionOk="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10605;p61"/>
            <p:cNvSpPr/>
            <p:nvPr/>
          </p:nvSpPr>
          <p:spPr>
            <a:xfrm>
              <a:off x="4910772" y="1479256"/>
              <a:ext cx="8243" cy="31785"/>
            </a:xfrm>
            <a:custGeom>
              <a:avLst/>
              <a:gdLst/>
              <a:ahLst/>
              <a:cxnLst/>
              <a:rect l="l" t="t" r="r" b="b"/>
              <a:pathLst>
                <a:path w="646" h="2491" extrusionOk="0">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0606;p61"/>
            <p:cNvSpPr/>
            <p:nvPr/>
          </p:nvSpPr>
          <p:spPr>
            <a:xfrm>
              <a:off x="4895052" y="1423737"/>
              <a:ext cx="14215" cy="19446"/>
            </a:xfrm>
            <a:custGeom>
              <a:avLst/>
              <a:gdLst/>
              <a:ahLst/>
              <a:cxnLst/>
              <a:rect l="l" t="t" r="r" b="b"/>
              <a:pathLst>
                <a:path w="1114" h="1524" extrusionOk="0">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0607;p61"/>
            <p:cNvSpPr/>
            <p:nvPr/>
          </p:nvSpPr>
          <p:spPr>
            <a:xfrm>
              <a:off x="4905783" y="1447292"/>
              <a:ext cx="12071" cy="27153"/>
            </a:xfrm>
            <a:custGeom>
              <a:avLst/>
              <a:gdLst/>
              <a:ahLst/>
              <a:cxnLst/>
              <a:rect l="l" t="t" r="r" b="b"/>
              <a:pathLst>
                <a:path w="946" h="2128" extrusionOk="0">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 name="Google Shape;10608;p61"/>
          <p:cNvGrpSpPr/>
          <p:nvPr/>
        </p:nvGrpSpPr>
        <p:grpSpPr>
          <a:xfrm>
            <a:off x="1229855" y="3017353"/>
            <a:ext cx="140970" cy="130810"/>
            <a:chOff x="4771663" y="1876896"/>
            <a:chExt cx="108651" cy="100447"/>
          </a:xfrm>
        </p:grpSpPr>
        <p:sp>
          <p:nvSpPr>
            <p:cNvPr id="100" name="Google Shape;10609;p61"/>
            <p:cNvSpPr/>
            <p:nvPr/>
          </p:nvSpPr>
          <p:spPr>
            <a:xfrm>
              <a:off x="4771663" y="1951210"/>
              <a:ext cx="53184" cy="26132"/>
            </a:xfrm>
            <a:custGeom>
              <a:avLst/>
              <a:gdLst/>
              <a:ahLst/>
              <a:cxnLst/>
              <a:rect l="l" t="t" r="r" b="b"/>
              <a:pathLst>
                <a:path w="4168" h="2048" extrusionOk="0">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610;p61"/>
            <p:cNvSpPr/>
            <p:nvPr/>
          </p:nvSpPr>
          <p:spPr>
            <a:xfrm>
              <a:off x="4826850" y="1927897"/>
              <a:ext cx="26081" cy="23529"/>
            </a:xfrm>
            <a:custGeom>
              <a:avLst/>
              <a:gdLst/>
              <a:ahLst/>
              <a:cxnLst/>
              <a:rect l="l" t="t" r="r" b="b"/>
              <a:pathLst>
                <a:path w="2044" h="1844" extrusionOk="0">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611;p61"/>
            <p:cNvSpPr/>
            <p:nvPr/>
          </p:nvSpPr>
          <p:spPr>
            <a:xfrm>
              <a:off x="4868600" y="1876896"/>
              <a:ext cx="11714" cy="20531"/>
            </a:xfrm>
            <a:custGeom>
              <a:avLst/>
              <a:gdLst/>
              <a:ahLst/>
              <a:cxnLst/>
              <a:rect l="l" t="t" r="r" b="b"/>
              <a:pathLst>
                <a:path w="918" h="1609" extrusionOk="0">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612;p61"/>
            <p:cNvSpPr/>
            <p:nvPr/>
          </p:nvSpPr>
          <p:spPr>
            <a:xfrm>
              <a:off x="4852804" y="1901038"/>
              <a:ext cx="18528" cy="24589"/>
            </a:xfrm>
            <a:custGeom>
              <a:avLst/>
              <a:gdLst/>
              <a:ahLst/>
              <a:cxnLst/>
              <a:rect l="l" t="t" r="r" b="b"/>
              <a:pathLst>
                <a:path w="1452" h="1927" extrusionOk="0">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 name="TextBox 103"/>
          <p:cNvSpPr txBox="1"/>
          <p:nvPr/>
        </p:nvSpPr>
        <p:spPr>
          <a:xfrm>
            <a:off x="8723086" y="4702628"/>
            <a:ext cx="284052" cy="307777"/>
          </a:xfrm>
          <a:prstGeom prst="rect">
            <a:avLst/>
          </a:prstGeom>
          <a:noFill/>
        </p:spPr>
        <p:txBody>
          <a:bodyPr wrap="none" rtlCol="0">
            <a:spAutoFit/>
          </a:bodyPr>
          <a:lstStyle/>
          <a:p>
            <a:fld id="{3B13CC22-955F-4C18-B43E-F8F0DA7FF5AB}" type="slidenum">
              <a:rPr lang="en-US" smtClean="0"/>
              <a:t>29</a:t>
            </a:fld>
            <a:endParaRPr lang="en-US"/>
          </a:p>
        </p:txBody>
      </p:sp>
    </p:spTree>
    <p:extLst>
      <p:ext uri="{BB962C8B-B14F-4D97-AF65-F5344CB8AC3E}">
        <p14:creationId xmlns:p14="http://schemas.microsoft.com/office/powerpoint/2010/main" val="3980988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afterEffect">
                                  <p:stCondLst>
                                    <p:cond delay="0"/>
                                  </p:stCondLst>
                                  <p:endCondLst>
                                    <p:cond evt="onNext" delay="0">
                                      <p:tgtEl>
                                        <p:sldTgt/>
                                      </p:tgtEl>
                                    </p:cond>
                                  </p:endCondLst>
                                  <p:childTnLst>
                                    <p:animRot by="21600000">
                                      <p:cBhvr>
                                        <p:cTn id="6" dur="2000" fill="hold"/>
                                        <p:tgtEl>
                                          <p:spTgt spid="67"/>
                                        </p:tgtEl>
                                        <p:attrNameLst>
                                          <p:attrName>r</p:attrName>
                                        </p:attrNameLst>
                                      </p:cBhvr>
                                    </p:animRot>
                                  </p:childTnLst>
                                </p:cTn>
                              </p:par>
                              <p:par>
                                <p:cTn id="7" presetID="8" presetClass="emph" presetSubtype="0" repeatCount="indefinite" fill="hold" grpId="0" nodeType="withEffect">
                                  <p:stCondLst>
                                    <p:cond delay="0"/>
                                  </p:stCondLst>
                                  <p:endCondLst>
                                    <p:cond evt="onNext" delay="0">
                                      <p:tgtEl>
                                        <p:sldTgt/>
                                      </p:tgtEl>
                                    </p:cond>
                                  </p:endCondLst>
                                  <p:childTnLst>
                                    <p:animRot by="-21600000">
                                      <p:cBhvr>
                                        <p:cTn id="8" dur="2000" fill="hold"/>
                                        <p:tgtEl>
                                          <p:spTgt spid="59"/>
                                        </p:tgtEl>
                                        <p:attrNameLst>
                                          <p:attrName>r</p:attrName>
                                        </p:attrNameLst>
                                      </p:cBhvr>
                                    </p:animRot>
                                  </p:childTnLst>
                                </p:cTn>
                              </p:par>
                              <p:par>
                                <p:cTn id="9" presetID="8" presetClass="emph" presetSubtype="0" repeatCount="indefinite" fill="hold" grpId="0" nodeType="withEffect">
                                  <p:stCondLst>
                                    <p:cond delay="0"/>
                                  </p:stCondLst>
                                  <p:endCondLst>
                                    <p:cond evt="onNext" delay="0">
                                      <p:tgtEl>
                                        <p:sldTgt/>
                                      </p:tgtEl>
                                    </p:cond>
                                  </p:endCondLst>
                                  <p:childTnLst>
                                    <p:animRot by="-21600000">
                                      <p:cBhvr>
                                        <p:cTn id="10" dur="2000" fill="hold"/>
                                        <p:tgtEl>
                                          <p:spTgt spid="57"/>
                                        </p:tgtEl>
                                        <p:attrNameLst>
                                          <p:attrName>r</p:attrName>
                                        </p:attrNameLst>
                                      </p:cBhvr>
                                    </p:animRot>
                                  </p:childTnLst>
                                </p:cTn>
                              </p:par>
                              <p:par>
                                <p:cTn id="11" presetID="8" presetClass="emph" presetSubtype="0" repeatCount="indefinite" fill="hold" grpId="0" nodeType="withEffect">
                                  <p:stCondLst>
                                    <p:cond delay="0"/>
                                  </p:stCondLst>
                                  <p:endCondLst>
                                    <p:cond evt="onNext" delay="0">
                                      <p:tgtEl>
                                        <p:sldTgt/>
                                      </p:tgtEl>
                                    </p:cond>
                                  </p:endCondLst>
                                  <p:childTnLst>
                                    <p:animRot by="21600000">
                                      <p:cBhvr>
                                        <p:cTn id="12" dur="2000" fill="hold"/>
                                        <p:tgtEl>
                                          <p:spTgt spid="58"/>
                                        </p:tgtEl>
                                        <p:attrNameLst>
                                          <p:attrName>r</p:attrName>
                                        </p:attrNameLst>
                                      </p:cBhvr>
                                    </p:animRot>
                                  </p:childTnLst>
                                </p:cTn>
                              </p:par>
                              <p:par>
                                <p:cTn id="13" presetID="49" presetClass="entr" presetSubtype="0" decel="10000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anim calcmode="lin" valueType="num">
                                      <p:cBhvr>
                                        <p:cTn id="17" dur="500" fill="hold"/>
                                        <p:tgtEl>
                                          <p:spTgt spid="4"/>
                                        </p:tgtEl>
                                        <p:attrNameLst>
                                          <p:attrName>style.rotation</p:attrName>
                                        </p:attrNameLst>
                                      </p:cBhvr>
                                      <p:tavLst>
                                        <p:tav tm="0">
                                          <p:val>
                                            <p:fltVal val="360"/>
                                          </p:val>
                                        </p:tav>
                                        <p:tav tm="100000">
                                          <p:val>
                                            <p:fltVal val="0"/>
                                          </p:val>
                                        </p:tav>
                                      </p:tavLst>
                                    </p:anim>
                                    <p:animEffect transition="in" filter="fade">
                                      <p:cBhvr>
                                        <p:cTn id="18" dur="500"/>
                                        <p:tgtEl>
                                          <p:spTgt spid="4"/>
                                        </p:tgtEl>
                                      </p:cBhvr>
                                    </p:animEffect>
                                  </p:childTnLst>
                                </p:cTn>
                              </p:par>
                              <p:par>
                                <p:cTn id="19" presetID="53" presetClass="entr" presetSubtype="16" fill="hold" grpId="1"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p:cTn id="21" dur="500" fill="hold"/>
                                        <p:tgtEl>
                                          <p:spTgt spid="17"/>
                                        </p:tgtEl>
                                        <p:attrNameLst>
                                          <p:attrName>ppt_w</p:attrName>
                                        </p:attrNameLst>
                                      </p:cBhvr>
                                      <p:tavLst>
                                        <p:tav tm="0">
                                          <p:val>
                                            <p:fltVal val="0"/>
                                          </p:val>
                                        </p:tav>
                                        <p:tav tm="100000">
                                          <p:val>
                                            <p:strVal val="#ppt_w"/>
                                          </p:val>
                                        </p:tav>
                                      </p:tavLst>
                                    </p:anim>
                                    <p:anim calcmode="lin" valueType="num">
                                      <p:cBhvr>
                                        <p:cTn id="22" dur="500" fill="hold"/>
                                        <p:tgtEl>
                                          <p:spTgt spid="17"/>
                                        </p:tgtEl>
                                        <p:attrNameLst>
                                          <p:attrName>ppt_h</p:attrName>
                                        </p:attrNameLst>
                                      </p:cBhvr>
                                      <p:tavLst>
                                        <p:tav tm="0">
                                          <p:val>
                                            <p:fltVal val="0"/>
                                          </p:val>
                                        </p:tav>
                                        <p:tav tm="100000">
                                          <p:val>
                                            <p:strVal val="#ppt_h"/>
                                          </p:val>
                                        </p:tav>
                                      </p:tavLst>
                                    </p:anim>
                                    <p:animEffect transition="in" filter="fade">
                                      <p:cBhvr>
                                        <p:cTn id="23" dur="500"/>
                                        <p:tgtEl>
                                          <p:spTgt spid="17"/>
                                        </p:tgtEl>
                                      </p:cBhvr>
                                    </p:animEffect>
                                  </p:childTnLst>
                                </p:cTn>
                              </p:par>
                              <p:par>
                                <p:cTn id="24" presetID="18" presetClass="entr" presetSubtype="6"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strips(downRight)">
                                      <p:cBhvr>
                                        <p:cTn id="26" dur="1000"/>
                                        <p:tgtEl>
                                          <p:spTgt spid="14"/>
                                        </p:tgtEl>
                                      </p:cBhvr>
                                    </p:animEffect>
                                  </p:childTnLst>
                                </p:cTn>
                              </p:par>
                              <p:par>
                                <p:cTn id="27" presetID="18" presetClass="entr" presetSubtype="6" fill="hold" nodeType="withEffect">
                                  <p:stCondLst>
                                    <p:cond delay="0"/>
                                  </p:stCondLst>
                                  <p:childTnLst>
                                    <p:set>
                                      <p:cBhvr>
                                        <p:cTn id="28" dur="1" fill="hold">
                                          <p:stCondLst>
                                            <p:cond delay="0"/>
                                          </p:stCondLst>
                                        </p:cTn>
                                        <p:tgtEl>
                                          <p:spTgt spid="56"/>
                                        </p:tgtEl>
                                        <p:attrNameLst>
                                          <p:attrName>style.visibility</p:attrName>
                                        </p:attrNameLst>
                                      </p:cBhvr>
                                      <p:to>
                                        <p:strVal val="visible"/>
                                      </p:to>
                                    </p:set>
                                    <p:animEffect transition="in" filter="strips(downRight)">
                                      <p:cBhvr>
                                        <p:cTn id="29" dur="1000"/>
                                        <p:tgtEl>
                                          <p:spTgt spid="56"/>
                                        </p:tgtEl>
                                      </p:cBhvr>
                                    </p:animEffect>
                                  </p:childTnLst>
                                </p:cTn>
                              </p:par>
                              <p:par>
                                <p:cTn id="30" presetID="18" presetClass="entr" presetSubtype="6"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strips(downRight)">
                                      <p:cBhvr>
                                        <p:cTn id="32" dur="1000"/>
                                        <p:tgtEl>
                                          <p:spTgt spid="12"/>
                                        </p:tgtEl>
                                      </p:cBhvr>
                                    </p:animEffect>
                                  </p:childTnLst>
                                </p:cTn>
                              </p:par>
                              <p:par>
                                <p:cTn id="33" presetID="18" presetClass="entr" presetSubtype="6" fill="hold" nodeType="with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strips(downRight)">
                                      <p:cBhvr>
                                        <p:cTn id="35" dur="1000"/>
                                        <p:tgtEl>
                                          <p:spTgt spid="60"/>
                                        </p:tgtEl>
                                      </p:cBhvr>
                                    </p:animEffect>
                                  </p:childTnLst>
                                </p:cTn>
                              </p:par>
                              <p:par>
                                <p:cTn id="36" presetID="53" presetClass="entr" presetSubtype="16" fill="hold" grpId="0" nodeType="withEffect">
                                  <p:stCondLst>
                                    <p:cond delay="250"/>
                                  </p:stCondLst>
                                  <p:childTnLst>
                                    <p:set>
                                      <p:cBhvr>
                                        <p:cTn id="37" dur="1" fill="hold">
                                          <p:stCondLst>
                                            <p:cond delay="0"/>
                                          </p:stCondLst>
                                        </p:cTn>
                                        <p:tgtEl>
                                          <p:spTgt spid="65"/>
                                        </p:tgtEl>
                                        <p:attrNameLst>
                                          <p:attrName>style.visibility</p:attrName>
                                        </p:attrNameLst>
                                      </p:cBhvr>
                                      <p:to>
                                        <p:strVal val="visible"/>
                                      </p:to>
                                    </p:set>
                                    <p:anim calcmode="lin" valueType="num">
                                      <p:cBhvr>
                                        <p:cTn id="38" dur="2000" fill="hold"/>
                                        <p:tgtEl>
                                          <p:spTgt spid="65"/>
                                        </p:tgtEl>
                                        <p:attrNameLst>
                                          <p:attrName>ppt_w</p:attrName>
                                        </p:attrNameLst>
                                      </p:cBhvr>
                                      <p:tavLst>
                                        <p:tav tm="0">
                                          <p:val>
                                            <p:fltVal val="0"/>
                                          </p:val>
                                        </p:tav>
                                        <p:tav tm="100000">
                                          <p:val>
                                            <p:strVal val="#ppt_w"/>
                                          </p:val>
                                        </p:tav>
                                      </p:tavLst>
                                    </p:anim>
                                    <p:anim calcmode="lin" valueType="num">
                                      <p:cBhvr>
                                        <p:cTn id="39" dur="2000" fill="hold"/>
                                        <p:tgtEl>
                                          <p:spTgt spid="65"/>
                                        </p:tgtEl>
                                        <p:attrNameLst>
                                          <p:attrName>ppt_h</p:attrName>
                                        </p:attrNameLst>
                                      </p:cBhvr>
                                      <p:tavLst>
                                        <p:tav tm="0">
                                          <p:val>
                                            <p:fltVal val="0"/>
                                          </p:val>
                                        </p:tav>
                                        <p:tav tm="100000">
                                          <p:val>
                                            <p:strVal val="#ppt_h"/>
                                          </p:val>
                                        </p:tav>
                                      </p:tavLst>
                                    </p:anim>
                                    <p:animEffect transition="in" filter="fade">
                                      <p:cBhvr>
                                        <p:cTn id="40" dur="2000"/>
                                        <p:tgtEl>
                                          <p:spTgt spid="65"/>
                                        </p:tgtEl>
                                      </p:cBhvr>
                                    </p:animEffect>
                                  </p:childTnLst>
                                </p:cTn>
                              </p:par>
                              <p:par>
                                <p:cTn id="41" presetID="18" presetClass="entr" presetSubtype="6" fill="hold" nodeType="withEffect">
                                  <p:stCondLst>
                                    <p:cond delay="0"/>
                                  </p:stCondLst>
                                  <p:childTnLst>
                                    <p:set>
                                      <p:cBhvr>
                                        <p:cTn id="42" dur="1" fill="hold">
                                          <p:stCondLst>
                                            <p:cond delay="0"/>
                                          </p:stCondLst>
                                        </p:cTn>
                                        <p:tgtEl>
                                          <p:spTgt spid="68"/>
                                        </p:tgtEl>
                                        <p:attrNameLst>
                                          <p:attrName>style.visibility</p:attrName>
                                        </p:attrNameLst>
                                      </p:cBhvr>
                                      <p:to>
                                        <p:strVal val="visible"/>
                                      </p:to>
                                    </p:set>
                                    <p:animEffect transition="in" filter="strips(downRight)">
                                      <p:cBhvr>
                                        <p:cTn id="43" dur="1000"/>
                                        <p:tgtEl>
                                          <p:spTgt spid="68"/>
                                        </p:tgtEl>
                                      </p:cBhvr>
                                    </p:animEffect>
                                  </p:childTnLst>
                                </p:cTn>
                              </p:par>
                              <p:par>
                                <p:cTn id="44" presetID="18" presetClass="entr" presetSubtype="9" fill="hold" nodeType="withEffect">
                                  <p:stCondLst>
                                    <p:cond delay="0"/>
                                  </p:stCondLst>
                                  <p:childTnLst>
                                    <p:set>
                                      <p:cBhvr>
                                        <p:cTn id="45" dur="1" fill="hold">
                                          <p:stCondLst>
                                            <p:cond delay="0"/>
                                          </p:stCondLst>
                                        </p:cTn>
                                        <p:tgtEl>
                                          <p:spTgt spid="62"/>
                                        </p:tgtEl>
                                        <p:attrNameLst>
                                          <p:attrName>style.visibility</p:attrName>
                                        </p:attrNameLst>
                                      </p:cBhvr>
                                      <p:to>
                                        <p:strVal val="visible"/>
                                      </p:to>
                                    </p:set>
                                    <p:animEffect transition="in" filter="strips(upLeft)">
                                      <p:cBhvr>
                                        <p:cTn id="46" dur="1000"/>
                                        <p:tgtEl>
                                          <p:spTgt spid="62"/>
                                        </p:tgtEl>
                                      </p:cBhvr>
                                    </p:animEffect>
                                  </p:childTnLst>
                                </p:cTn>
                              </p:par>
                              <p:par>
                                <p:cTn id="47" presetID="18" presetClass="entr" presetSubtype="9" fill="hold" nodeType="withEffect">
                                  <p:stCondLst>
                                    <p:cond delay="0"/>
                                  </p:stCondLst>
                                  <p:childTnLst>
                                    <p:set>
                                      <p:cBhvr>
                                        <p:cTn id="48" dur="1" fill="hold">
                                          <p:stCondLst>
                                            <p:cond delay="0"/>
                                          </p:stCondLst>
                                        </p:cTn>
                                        <p:tgtEl>
                                          <p:spTgt spid="63"/>
                                        </p:tgtEl>
                                        <p:attrNameLst>
                                          <p:attrName>style.visibility</p:attrName>
                                        </p:attrNameLst>
                                      </p:cBhvr>
                                      <p:to>
                                        <p:strVal val="visible"/>
                                      </p:to>
                                    </p:set>
                                    <p:animEffect transition="in" filter="strips(upLeft)">
                                      <p:cBhvr>
                                        <p:cTn id="49" dur="1000"/>
                                        <p:tgtEl>
                                          <p:spTgt spid="63"/>
                                        </p:tgtEl>
                                      </p:cBhvr>
                                    </p:animEffect>
                                  </p:childTnLst>
                                </p:cTn>
                              </p:par>
                              <p:par>
                                <p:cTn id="50" presetID="18" presetClass="entr" presetSubtype="9" fill="hold" nodeType="withEffect">
                                  <p:stCondLst>
                                    <p:cond delay="0"/>
                                  </p:stCondLst>
                                  <p:childTnLst>
                                    <p:set>
                                      <p:cBhvr>
                                        <p:cTn id="51" dur="1" fill="hold">
                                          <p:stCondLst>
                                            <p:cond delay="0"/>
                                          </p:stCondLst>
                                        </p:cTn>
                                        <p:tgtEl>
                                          <p:spTgt spid="61"/>
                                        </p:tgtEl>
                                        <p:attrNameLst>
                                          <p:attrName>style.visibility</p:attrName>
                                        </p:attrNameLst>
                                      </p:cBhvr>
                                      <p:to>
                                        <p:strVal val="visible"/>
                                      </p:to>
                                    </p:set>
                                    <p:animEffect transition="in" filter="strips(upLeft)">
                                      <p:cBhvr>
                                        <p:cTn id="52" dur="1000"/>
                                        <p:tgtEl>
                                          <p:spTgt spid="61"/>
                                        </p:tgtEl>
                                      </p:cBhvr>
                                    </p:animEffect>
                                  </p:childTnLst>
                                </p:cTn>
                              </p:par>
                              <p:par>
                                <p:cTn id="53" presetID="18" presetClass="entr" presetSubtype="9" fill="hold" nodeType="withEffect">
                                  <p:stCondLst>
                                    <p:cond delay="0"/>
                                  </p:stCondLst>
                                  <p:childTnLst>
                                    <p:set>
                                      <p:cBhvr>
                                        <p:cTn id="54" dur="1" fill="hold">
                                          <p:stCondLst>
                                            <p:cond delay="0"/>
                                          </p:stCondLst>
                                        </p:cTn>
                                        <p:tgtEl>
                                          <p:spTgt spid="64"/>
                                        </p:tgtEl>
                                        <p:attrNameLst>
                                          <p:attrName>style.visibility</p:attrName>
                                        </p:attrNameLst>
                                      </p:cBhvr>
                                      <p:to>
                                        <p:strVal val="visible"/>
                                      </p:to>
                                    </p:set>
                                    <p:animEffect transition="in" filter="strips(upLeft)">
                                      <p:cBhvr>
                                        <p:cTn id="55" dur="1000"/>
                                        <p:tgtEl>
                                          <p:spTgt spid="64"/>
                                        </p:tgtEl>
                                      </p:cBhvr>
                                    </p:animEffect>
                                  </p:childTnLst>
                                </p:cTn>
                              </p:par>
                              <p:par>
                                <p:cTn id="56" presetID="53" presetClass="entr" presetSubtype="16" fill="hold" grpId="0" nodeType="withEffect">
                                  <p:stCondLst>
                                    <p:cond delay="250"/>
                                  </p:stCondLst>
                                  <p:childTnLst>
                                    <p:set>
                                      <p:cBhvr>
                                        <p:cTn id="57" dur="1" fill="hold">
                                          <p:stCondLst>
                                            <p:cond delay="0"/>
                                          </p:stCondLst>
                                        </p:cTn>
                                        <p:tgtEl>
                                          <p:spTgt spid="66"/>
                                        </p:tgtEl>
                                        <p:attrNameLst>
                                          <p:attrName>style.visibility</p:attrName>
                                        </p:attrNameLst>
                                      </p:cBhvr>
                                      <p:to>
                                        <p:strVal val="visible"/>
                                      </p:to>
                                    </p:set>
                                    <p:anim calcmode="lin" valueType="num">
                                      <p:cBhvr>
                                        <p:cTn id="58" dur="2000" fill="hold"/>
                                        <p:tgtEl>
                                          <p:spTgt spid="66"/>
                                        </p:tgtEl>
                                        <p:attrNameLst>
                                          <p:attrName>ppt_w</p:attrName>
                                        </p:attrNameLst>
                                      </p:cBhvr>
                                      <p:tavLst>
                                        <p:tav tm="0">
                                          <p:val>
                                            <p:fltVal val="0"/>
                                          </p:val>
                                        </p:tav>
                                        <p:tav tm="100000">
                                          <p:val>
                                            <p:strVal val="#ppt_w"/>
                                          </p:val>
                                        </p:tav>
                                      </p:tavLst>
                                    </p:anim>
                                    <p:anim calcmode="lin" valueType="num">
                                      <p:cBhvr>
                                        <p:cTn id="59" dur="2000" fill="hold"/>
                                        <p:tgtEl>
                                          <p:spTgt spid="66"/>
                                        </p:tgtEl>
                                        <p:attrNameLst>
                                          <p:attrName>ppt_h</p:attrName>
                                        </p:attrNameLst>
                                      </p:cBhvr>
                                      <p:tavLst>
                                        <p:tav tm="0">
                                          <p:val>
                                            <p:fltVal val="0"/>
                                          </p:val>
                                        </p:tav>
                                        <p:tav tm="100000">
                                          <p:val>
                                            <p:strVal val="#ppt_h"/>
                                          </p:val>
                                        </p:tav>
                                      </p:tavLst>
                                    </p:anim>
                                    <p:animEffect transition="in" filter="fade">
                                      <p:cBhvr>
                                        <p:cTn id="60" dur="2000"/>
                                        <p:tgtEl>
                                          <p:spTgt spid="66"/>
                                        </p:tgtEl>
                                      </p:cBhvr>
                                    </p:animEffect>
                                  </p:childTnLst>
                                </p:cTn>
                              </p:par>
                              <p:par>
                                <p:cTn id="61" presetID="18" presetClass="entr" presetSubtype="9" fill="hold" nodeType="withEffect">
                                  <p:stCondLst>
                                    <p:cond delay="0"/>
                                  </p:stCondLst>
                                  <p:childTnLst>
                                    <p:set>
                                      <p:cBhvr>
                                        <p:cTn id="62" dur="1" fill="hold">
                                          <p:stCondLst>
                                            <p:cond delay="0"/>
                                          </p:stCondLst>
                                        </p:cTn>
                                        <p:tgtEl>
                                          <p:spTgt spid="70"/>
                                        </p:tgtEl>
                                        <p:attrNameLst>
                                          <p:attrName>style.visibility</p:attrName>
                                        </p:attrNameLst>
                                      </p:cBhvr>
                                      <p:to>
                                        <p:strVal val="visible"/>
                                      </p:to>
                                    </p:set>
                                    <p:animEffect transition="in" filter="strips(upLeft)">
                                      <p:cBhvr>
                                        <p:cTn id="63" dur="1000"/>
                                        <p:tgtEl>
                                          <p:spTgt spid="70"/>
                                        </p:tgtEl>
                                      </p:cBhvr>
                                    </p:animEffect>
                                  </p:childTnLst>
                                </p:cTn>
                              </p:par>
                              <p:par>
                                <p:cTn id="64" presetID="12" presetClass="entr" presetSubtype="8" fill="hold" grpId="0" nodeType="withEffect">
                                  <p:stCondLst>
                                    <p:cond delay="250"/>
                                  </p:stCondLst>
                                  <p:childTnLst>
                                    <p:set>
                                      <p:cBhvr>
                                        <p:cTn id="65" dur="1" fill="hold">
                                          <p:stCondLst>
                                            <p:cond delay="0"/>
                                          </p:stCondLst>
                                        </p:cTn>
                                        <p:tgtEl>
                                          <p:spTgt spid="15"/>
                                        </p:tgtEl>
                                        <p:attrNameLst>
                                          <p:attrName>style.visibility</p:attrName>
                                        </p:attrNameLst>
                                      </p:cBhvr>
                                      <p:to>
                                        <p:strVal val="visible"/>
                                      </p:to>
                                    </p:set>
                                    <p:anim calcmode="lin" valueType="num">
                                      <p:cBhvr additive="base">
                                        <p:cTn id="66" dur="500"/>
                                        <p:tgtEl>
                                          <p:spTgt spid="15"/>
                                        </p:tgtEl>
                                        <p:attrNameLst>
                                          <p:attrName>ppt_x</p:attrName>
                                        </p:attrNameLst>
                                      </p:cBhvr>
                                      <p:tavLst>
                                        <p:tav tm="0">
                                          <p:val>
                                            <p:strVal val="#ppt_x-#ppt_w*1.125000"/>
                                          </p:val>
                                        </p:tav>
                                        <p:tav tm="100000">
                                          <p:val>
                                            <p:strVal val="#ppt_x"/>
                                          </p:val>
                                        </p:tav>
                                      </p:tavLst>
                                    </p:anim>
                                    <p:animEffect transition="in" filter="wipe(right)">
                                      <p:cBhvr>
                                        <p:cTn id="67" dur="500"/>
                                        <p:tgtEl>
                                          <p:spTgt spid="15"/>
                                        </p:tgtEl>
                                      </p:cBhvr>
                                    </p:animEffect>
                                  </p:childTnLst>
                                </p:cTn>
                              </p:par>
                              <p:par>
                                <p:cTn id="68" presetID="21" presetClass="emph" presetSubtype="0" repeatCount="indefinite" fill="hold" nodeType="withEffect">
                                  <p:stCondLst>
                                    <p:cond delay="0"/>
                                  </p:stCondLst>
                                  <p:endCondLst>
                                    <p:cond evt="onNext" delay="0">
                                      <p:tgtEl>
                                        <p:sldTgt/>
                                      </p:tgtEl>
                                    </p:cond>
                                  </p:endCondLst>
                                  <p:childTnLst>
                                    <p:animClr clrSpc="hsl" dir="cw">
                                      <p:cBhvr override="childStyle">
                                        <p:cTn id="69" dur="300" fill="hold"/>
                                        <p:tgtEl>
                                          <p:spTgt spid="4"/>
                                        </p:tgtEl>
                                        <p:attrNameLst>
                                          <p:attrName>style.color</p:attrName>
                                        </p:attrNameLst>
                                      </p:cBhvr>
                                      <p:by>
                                        <p:hsl h="7200000" s="0" l="0"/>
                                      </p:by>
                                    </p:animClr>
                                    <p:animClr clrSpc="hsl" dir="cw">
                                      <p:cBhvr>
                                        <p:cTn id="70" dur="300" fill="hold"/>
                                        <p:tgtEl>
                                          <p:spTgt spid="4"/>
                                        </p:tgtEl>
                                        <p:attrNameLst>
                                          <p:attrName>fillcolor</p:attrName>
                                        </p:attrNameLst>
                                      </p:cBhvr>
                                      <p:by>
                                        <p:hsl h="7200000" s="0" l="0"/>
                                      </p:by>
                                    </p:animClr>
                                    <p:animClr clrSpc="hsl" dir="cw">
                                      <p:cBhvr>
                                        <p:cTn id="71" dur="300" fill="hold"/>
                                        <p:tgtEl>
                                          <p:spTgt spid="4"/>
                                        </p:tgtEl>
                                        <p:attrNameLst>
                                          <p:attrName>stroke.color</p:attrName>
                                        </p:attrNameLst>
                                      </p:cBhvr>
                                      <p:by>
                                        <p:hsl h="7200000" s="0" l="0"/>
                                      </p:by>
                                    </p:animClr>
                                    <p:set>
                                      <p:cBhvr>
                                        <p:cTn id="72" dur="300" fill="hold"/>
                                        <p:tgtEl>
                                          <p:spTgt spid="4"/>
                                        </p:tgtEl>
                                        <p:attrNameLst>
                                          <p:attrName>fill.type</p:attrName>
                                        </p:attrNameLst>
                                      </p:cBhvr>
                                      <p:to>
                                        <p:strVal val="solid"/>
                                      </p:to>
                                    </p:set>
                                  </p:childTnLst>
                                </p:cTn>
                              </p:par>
                              <p:par>
                                <p:cTn id="73" presetID="21" presetClass="emph" presetSubtype="0" repeatCount="indefinite" fill="hold" nodeType="withEffect">
                                  <p:stCondLst>
                                    <p:cond delay="0"/>
                                  </p:stCondLst>
                                  <p:endCondLst>
                                    <p:cond evt="onNext" delay="0">
                                      <p:tgtEl>
                                        <p:sldTgt/>
                                      </p:tgtEl>
                                    </p:cond>
                                  </p:endCondLst>
                                  <p:childTnLst>
                                    <p:animClr clrSpc="hsl" dir="cw">
                                      <p:cBhvr override="childStyle">
                                        <p:cTn id="74" dur="1000" fill="hold"/>
                                        <p:tgtEl>
                                          <p:spTgt spid="62"/>
                                        </p:tgtEl>
                                        <p:attrNameLst>
                                          <p:attrName>style.color</p:attrName>
                                        </p:attrNameLst>
                                      </p:cBhvr>
                                      <p:by>
                                        <p:hsl h="7200000" s="0" l="0"/>
                                      </p:by>
                                    </p:animClr>
                                    <p:animClr clrSpc="hsl" dir="cw">
                                      <p:cBhvr>
                                        <p:cTn id="75" dur="1000" fill="hold"/>
                                        <p:tgtEl>
                                          <p:spTgt spid="62"/>
                                        </p:tgtEl>
                                        <p:attrNameLst>
                                          <p:attrName>fillcolor</p:attrName>
                                        </p:attrNameLst>
                                      </p:cBhvr>
                                      <p:by>
                                        <p:hsl h="7200000" s="0" l="0"/>
                                      </p:by>
                                    </p:animClr>
                                    <p:animClr clrSpc="hsl" dir="cw">
                                      <p:cBhvr>
                                        <p:cTn id="76" dur="1000" fill="hold"/>
                                        <p:tgtEl>
                                          <p:spTgt spid="62"/>
                                        </p:tgtEl>
                                        <p:attrNameLst>
                                          <p:attrName>stroke.color</p:attrName>
                                        </p:attrNameLst>
                                      </p:cBhvr>
                                      <p:by>
                                        <p:hsl h="7200000" s="0" l="0"/>
                                      </p:by>
                                    </p:animClr>
                                    <p:set>
                                      <p:cBhvr>
                                        <p:cTn id="77" dur="1000" fill="hold"/>
                                        <p:tgtEl>
                                          <p:spTgt spid="62"/>
                                        </p:tgtEl>
                                        <p:attrNameLst>
                                          <p:attrName>fill.type</p:attrName>
                                        </p:attrNameLst>
                                      </p:cBhvr>
                                      <p:to>
                                        <p:strVal val="solid"/>
                                      </p:to>
                                    </p:set>
                                  </p:childTnLst>
                                </p:cTn>
                              </p:par>
                              <p:par>
                                <p:cTn id="78" presetID="21" presetClass="emph" presetSubtype="0" repeatCount="indefinite" fill="hold" nodeType="withEffect">
                                  <p:stCondLst>
                                    <p:cond delay="0"/>
                                  </p:stCondLst>
                                  <p:endCondLst>
                                    <p:cond evt="onNext" delay="0">
                                      <p:tgtEl>
                                        <p:sldTgt/>
                                      </p:tgtEl>
                                    </p:cond>
                                  </p:endCondLst>
                                  <p:childTnLst>
                                    <p:animClr clrSpc="hsl" dir="cw">
                                      <p:cBhvr override="childStyle">
                                        <p:cTn id="79" dur="1000" fill="hold"/>
                                        <p:tgtEl>
                                          <p:spTgt spid="63"/>
                                        </p:tgtEl>
                                        <p:attrNameLst>
                                          <p:attrName>style.color</p:attrName>
                                        </p:attrNameLst>
                                      </p:cBhvr>
                                      <p:by>
                                        <p:hsl h="7200000" s="0" l="0"/>
                                      </p:by>
                                    </p:animClr>
                                    <p:animClr clrSpc="hsl" dir="cw">
                                      <p:cBhvr>
                                        <p:cTn id="80" dur="1000" fill="hold"/>
                                        <p:tgtEl>
                                          <p:spTgt spid="63"/>
                                        </p:tgtEl>
                                        <p:attrNameLst>
                                          <p:attrName>fillcolor</p:attrName>
                                        </p:attrNameLst>
                                      </p:cBhvr>
                                      <p:by>
                                        <p:hsl h="7200000" s="0" l="0"/>
                                      </p:by>
                                    </p:animClr>
                                    <p:animClr clrSpc="hsl" dir="cw">
                                      <p:cBhvr>
                                        <p:cTn id="81" dur="1000" fill="hold"/>
                                        <p:tgtEl>
                                          <p:spTgt spid="63"/>
                                        </p:tgtEl>
                                        <p:attrNameLst>
                                          <p:attrName>stroke.color</p:attrName>
                                        </p:attrNameLst>
                                      </p:cBhvr>
                                      <p:by>
                                        <p:hsl h="7200000" s="0" l="0"/>
                                      </p:by>
                                    </p:animClr>
                                    <p:set>
                                      <p:cBhvr>
                                        <p:cTn id="82" dur="1000" fill="hold"/>
                                        <p:tgtEl>
                                          <p:spTgt spid="63"/>
                                        </p:tgtEl>
                                        <p:attrNameLst>
                                          <p:attrName>fill.type</p:attrName>
                                        </p:attrNameLst>
                                      </p:cBhvr>
                                      <p:to>
                                        <p:strVal val="solid"/>
                                      </p:to>
                                    </p:set>
                                  </p:childTnLst>
                                </p:cTn>
                              </p:par>
                              <p:par>
                                <p:cTn id="83" presetID="21" presetClass="emph" presetSubtype="0" repeatCount="indefinite" fill="hold" nodeType="withEffect">
                                  <p:stCondLst>
                                    <p:cond delay="0"/>
                                  </p:stCondLst>
                                  <p:endCondLst>
                                    <p:cond evt="onNext" delay="0">
                                      <p:tgtEl>
                                        <p:sldTgt/>
                                      </p:tgtEl>
                                    </p:cond>
                                  </p:endCondLst>
                                  <p:childTnLst>
                                    <p:animClr clrSpc="hsl" dir="cw">
                                      <p:cBhvr override="childStyle">
                                        <p:cTn id="84" dur="1000" fill="hold"/>
                                        <p:tgtEl>
                                          <p:spTgt spid="61"/>
                                        </p:tgtEl>
                                        <p:attrNameLst>
                                          <p:attrName>style.color</p:attrName>
                                        </p:attrNameLst>
                                      </p:cBhvr>
                                      <p:by>
                                        <p:hsl h="7200000" s="0" l="0"/>
                                      </p:by>
                                    </p:animClr>
                                    <p:animClr clrSpc="hsl" dir="cw">
                                      <p:cBhvr>
                                        <p:cTn id="85" dur="1000" fill="hold"/>
                                        <p:tgtEl>
                                          <p:spTgt spid="61"/>
                                        </p:tgtEl>
                                        <p:attrNameLst>
                                          <p:attrName>fillcolor</p:attrName>
                                        </p:attrNameLst>
                                      </p:cBhvr>
                                      <p:by>
                                        <p:hsl h="7200000" s="0" l="0"/>
                                      </p:by>
                                    </p:animClr>
                                    <p:animClr clrSpc="hsl" dir="cw">
                                      <p:cBhvr>
                                        <p:cTn id="86" dur="1000" fill="hold"/>
                                        <p:tgtEl>
                                          <p:spTgt spid="61"/>
                                        </p:tgtEl>
                                        <p:attrNameLst>
                                          <p:attrName>stroke.color</p:attrName>
                                        </p:attrNameLst>
                                      </p:cBhvr>
                                      <p:by>
                                        <p:hsl h="7200000" s="0" l="0"/>
                                      </p:by>
                                    </p:animClr>
                                    <p:set>
                                      <p:cBhvr>
                                        <p:cTn id="87" dur="1000" fill="hold"/>
                                        <p:tgtEl>
                                          <p:spTgt spid="61"/>
                                        </p:tgtEl>
                                        <p:attrNameLst>
                                          <p:attrName>fill.type</p:attrName>
                                        </p:attrNameLst>
                                      </p:cBhvr>
                                      <p:to>
                                        <p:strVal val="solid"/>
                                      </p:to>
                                    </p:set>
                                  </p:childTnLst>
                                </p:cTn>
                              </p:par>
                              <p:par>
                                <p:cTn id="88" presetID="21" presetClass="emph" presetSubtype="0" repeatCount="indefinite" fill="hold" nodeType="withEffect">
                                  <p:stCondLst>
                                    <p:cond delay="0"/>
                                  </p:stCondLst>
                                  <p:endCondLst>
                                    <p:cond evt="onNext" delay="0">
                                      <p:tgtEl>
                                        <p:sldTgt/>
                                      </p:tgtEl>
                                    </p:cond>
                                  </p:endCondLst>
                                  <p:childTnLst>
                                    <p:animClr clrSpc="hsl" dir="cw">
                                      <p:cBhvr override="childStyle">
                                        <p:cTn id="89" dur="1000" fill="hold"/>
                                        <p:tgtEl>
                                          <p:spTgt spid="14"/>
                                        </p:tgtEl>
                                        <p:attrNameLst>
                                          <p:attrName>style.color</p:attrName>
                                        </p:attrNameLst>
                                      </p:cBhvr>
                                      <p:by>
                                        <p:hsl h="7200000" s="0" l="0"/>
                                      </p:by>
                                    </p:animClr>
                                    <p:animClr clrSpc="hsl" dir="cw">
                                      <p:cBhvr>
                                        <p:cTn id="90" dur="1000" fill="hold"/>
                                        <p:tgtEl>
                                          <p:spTgt spid="14"/>
                                        </p:tgtEl>
                                        <p:attrNameLst>
                                          <p:attrName>fillcolor</p:attrName>
                                        </p:attrNameLst>
                                      </p:cBhvr>
                                      <p:by>
                                        <p:hsl h="7200000" s="0" l="0"/>
                                      </p:by>
                                    </p:animClr>
                                    <p:animClr clrSpc="hsl" dir="cw">
                                      <p:cBhvr>
                                        <p:cTn id="91" dur="1000" fill="hold"/>
                                        <p:tgtEl>
                                          <p:spTgt spid="14"/>
                                        </p:tgtEl>
                                        <p:attrNameLst>
                                          <p:attrName>stroke.color</p:attrName>
                                        </p:attrNameLst>
                                      </p:cBhvr>
                                      <p:by>
                                        <p:hsl h="7200000" s="0" l="0"/>
                                      </p:by>
                                    </p:animClr>
                                    <p:set>
                                      <p:cBhvr>
                                        <p:cTn id="92" dur="1000" fill="hold"/>
                                        <p:tgtEl>
                                          <p:spTgt spid="14"/>
                                        </p:tgtEl>
                                        <p:attrNameLst>
                                          <p:attrName>fill.type</p:attrName>
                                        </p:attrNameLst>
                                      </p:cBhvr>
                                      <p:to>
                                        <p:strVal val="solid"/>
                                      </p:to>
                                    </p:set>
                                  </p:childTnLst>
                                </p:cTn>
                              </p:par>
                              <p:par>
                                <p:cTn id="93" presetID="21" presetClass="emph" presetSubtype="0" repeatCount="indefinite" fill="hold" nodeType="withEffect">
                                  <p:stCondLst>
                                    <p:cond delay="0"/>
                                  </p:stCondLst>
                                  <p:endCondLst>
                                    <p:cond evt="onNext" delay="0">
                                      <p:tgtEl>
                                        <p:sldTgt/>
                                      </p:tgtEl>
                                    </p:cond>
                                  </p:endCondLst>
                                  <p:childTnLst>
                                    <p:animClr clrSpc="hsl" dir="cw">
                                      <p:cBhvr override="childStyle">
                                        <p:cTn id="94" dur="1000" fill="hold"/>
                                        <p:tgtEl>
                                          <p:spTgt spid="56"/>
                                        </p:tgtEl>
                                        <p:attrNameLst>
                                          <p:attrName>style.color</p:attrName>
                                        </p:attrNameLst>
                                      </p:cBhvr>
                                      <p:by>
                                        <p:hsl h="7200000" s="0" l="0"/>
                                      </p:by>
                                    </p:animClr>
                                    <p:animClr clrSpc="hsl" dir="cw">
                                      <p:cBhvr>
                                        <p:cTn id="95" dur="1000" fill="hold"/>
                                        <p:tgtEl>
                                          <p:spTgt spid="56"/>
                                        </p:tgtEl>
                                        <p:attrNameLst>
                                          <p:attrName>fillcolor</p:attrName>
                                        </p:attrNameLst>
                                      </p:cBhvr>
                                      <p:by>
                                        <p:hsl h="7200000" s="0" l="0"/>
                                      </p:by>
                                    </p:animClr>
                                    <p:animClr clrSpc="hsl" dir="cw">
                                      <p:cBhvr>
                                        <p:cTn id="96" dur="1000" fill="hold"/>
                                        <p:tgtEl>
                                          <p:spTgt spid="56"/>
                                        </p:tgtEl>
                                        <p:attrNameLst>
                                          <p:attrName>stroke.color</p:attrName>
                                        </p:attrNameLst>
                                      </p:cBhvr>
                                      <p:by>
                                        <p:hsl h="7200000" s="0" l="0"/>
                                      </p:by>
                                    </p:animClr>
                                    <p:set>
                                      <p:cBhvr>
                                        <p:cTn id="97" dur="1000" fill="hold"/>
                                        <p:tgtEl>
                                          <p:spTgt spid="56"/>
                                        </p:tgtEl>
                                        <p:attrNameLst>
                                          <p:attrName>fill.type</p:attrName>
                                        </p:attrNameLst>
                                      </p:cBhvr>
                                      <p:to>
                                        <p:strVal val="solid"/>
                                      </p:to>
                                    </p:set>
                                  </p:childTnLst>
                                </p:cTn>
                              </p:par>
                              <p:par>
                                <p:cTn id="98" presetID="21" presetClass="emph" presetSubtype="0" repeatCount="indefinite" fill="hold" nodeType="withEffect">
                                  <p:stCondLst>
                                    <p:cond delay="0"/>
                                  </p:stCondLst>
                                  <p:endCondLst>
                                    <p:cond evt="onNext" delay="0">
                                      <p:tgtEl>
                                        <p:sldTgt/>
                                      </p:tgtEl>
                                    </p:cond>
                                  </p:endCondLst>
                                  <p:childTnLst>
                                    <p:animClr clrSpc="hsl" dir="cw">
                                      <p:cBhvr override="childStyle">
                                        <p:cTn id="99" dur="1000" fill="hold"/>
                                        <p:tgtEl>
                                          <p:spTgt spid="12"/>
                                        </p:tgtEl>
                                        <p:attrNameLst>
                                          <p:attrName>style.color</p:attrName>
                                        </p:attrNameLst>
                                      </p:cBhvr>
                                      <p:by>
                                        <p:hsl h="7200000" s="0" l="0"/>
                                      </p:by>
                                    </p:animClr>
                                    <p:animClr clrSpc="hsl" dir="cw">
                                      <p:cBhvr>
                                        <p:cTn id="100" dur="1000" fill="hold"/>
                                        <p:tgtEl>
                                          <p:spTgt spid="12"/>
                                        </p:tgtEl>
                                        <p:attrNameLst>
                                          <p:attrName>fillcolor</p:attrName>
                                        </p:attrNameLst>
                                      </p:cBhvr>
                                      <p:by>
                                        <p:hsl h="7200000" s="0" l="0"/>
                                      </p:by>
                                    </p:animClr>
                                    <p:animClr clrSpc="hsl" dir="cw">
                                      <p:cBhvr>
                                        <p:cTn id="101" dur="1000" fill="hold"/>
                                        <p:tgtEl>
                                          <p:spTgt spid="12"/>
                                        </p:tgtEl>
                                        <p:attrNameLst>
                                          <p:attrName>stroke.color</p:attrName>
                                        </p:attrNameLst>
                                      </p:cBhvr>
                                      <p:by>
                                        <p:hsl h="7200000" s="0" l="0"/>
                                      </p:by>
                                    </p:animClr>
                                    <p:set>
                                      <p:cBhvr>
                                        <p:cTn id="102" dur="1000" fill="hold"/>
                                        <p:tgtEl>
                                          <p:spTgt spid="1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build="p"/>
      <p:bldP spid="17" grpId="1"/>
      <p:bldP spid="65" grpId="0" animBg="1"/>
      <p:bldP spid="66" grpId="0" animBg="1"/>
      <p:bldP spid="4" grpId="0" animBg="1"/>
      <p:bldP spid="57" grpId="0" animBg="1"/>
      <p:bldP spid="58" grpId="0" animBg="1"/>
      <p:bldP spid="59" grpId="0" animBg="1"/>
      <p:bldP spid="59" grpId="1" animBg="1"/>
      <p:bldP spid="67" grpId="0" animBg="1"/>
      <p:bldP spid="67"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59"/>
        <p:cNvGrpSpPr/>
        <p:nvPr/>
      </p:nvGrpSpPr>
      <p:grpSpPr>
        <a:xfrm>
          <a:off x="0" y="0"/>
          <a:ext cx="0" cy="0"/>
          <a:chOff x="0" y="0"/>
          <a:chExt cx="0" cy="0"/>
        </a:xfrm>
      </p:grpSpPr>
      <p:sp>
        <p:nvSpPr>
          <p:cNvPr id="2660" name="Google Shape;2660;p50"/>
          <p:cNvSpPr txBox="1">
            <a:spLocks noGrp="1"/>
          </p:cNvSpPr>
          <p:nvPr>
            <p:ph type="title"/>
          </p:nvPr>
        </p:nvSpPr>
        <p:spPr>
          <a:xfrm>
            <a:off x="720000" y="2150885"/>
            <a:ext cx="7704000" cy="8934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GB" b="1" dirty="0">
                <a:solidFill>
                  <a:schemeClr val="tx2">
                    <a:lumMod val="60000"/>
                    <a:lumOff val="40000"/>
                  </a:schemeClr>
                </a:solidFill>
                <a:latin typeface="Times New Roman" panose="02020603050405020304" pitchFamily="18" charset="0"/>
                <a:cs typeface="Times New Roman" panose="02020603050405020304" pitchFamily="18" charset="0"/>
              </a:rPr>
              <a:t>XIN </a:t>
            </a:r>
            <a:r>
              <a:rPr lang="vi-VN" b="1" dirty="0">
                <a:solidFill>
                  <a:schemeClr val="tx2">
                    <a:lumMod val="60000"/>
                    <a:lumOff val="40000"/>
                  </a:schemeClr>
                </a:solidFill>
                <a:latin typeface="Times New Roman" panose="02020603050405020304" pitchFamily="18" charset="0"/>
                <a:cs typeface="Times New Roman" panose="02020603050405020304" pitchFamily="18" charset="0"/>
              </a:rPr>
              <a:t>CẢM ƠN</a:t>
            </a:r>
            <a:endParaRPr lang="en-GB" b="1" dirty="0">
              <a:solidFill>
                <a:schemeClr val="tx2">
                  <a:lumMod val="60000"/>
                  <a:lumOff val="40000"/>
                </a:schemeClr>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iterate type="lt">
                                    <p:tmPct val="0"/>
                                  </p:iterate>
                                  <p:childTnLst>
                                    <p:set>
                                      <p:cBhvr>
                                        <p:cTn id="6" dur="1" fill="hold">
                                          <p:stCondLst>
                                            <p:cond delay="0"/>
                                          </p:stCondLst>
                                        </p:cTn>
                                        <p:tgtEl>
                                          <p:spTgt spid="2660"/>
                                        </p:tgtEl>
                                        <p:attrNameLst>
                                          <p:attrName>style.visibility</p:attrName>
                                        </p:attrNameLst>
                                      </p:cBhvr>
                                      <p:to>
                                        <p:strVal val="visible"/>
                                      </p:to>
                                    </p:set>
                                    <p:anim calcmode="lin" valueType="num">
                                      <p:cBhvr additive="base">
                                        <p:cTn id="7" dur="500" fill="hold"/>
                                        <p:tgtEl>
                                          <p:spTgt spid="2660"/>
                                        </p:tgtEl>
                                        <p:attrNameLst>
                                          <p:attrName>ppt_x</p:attrName>
                                        </p:attrNameLst>
                                      </p:cBhvr>
                                      <p:tavLst>
                                        <p:tav tm="0">
                                          <p:val>
                                            <p:strVal val="#ppt_x"/>
                                          </p:val>
                                        </p:tav>
                                        <p:tav tm="100000">
                                          <p:val>
                                            <p:strVal val="#ppt_x"/>
                                          </p:val>
                                        </p:tav>
                                      </p:tavLst>
                                    </p:anim>
                                    <p:anim calcmode="lin" valueType="num">
                                      <p:cBhvr additive="base">
                                        <p:cTn id="8" dur="500" fill="hold"/>
                                        <p:tgtEl>
                                          <p:spTgt spid="2660"/>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7" presetClass="emph" presetSubtype="0" repeatCount="indefinite" fill="remove" grpId="1" nodeType="afterEffect">
                                  <p:stCondLst>
                                    <p:cond delay="0"/>
                                  </p:stCondLst>
                                  <p:endCondLst>
                                    <p:cond evt="onNext" delay="0">
                                      <p:tgtEl>
                                        <p:sldTgt/>
                                      </p:tgtEl>
                                    </p:cond>
                                  </p:endCondLst>
                                  <p:iterate type="lt">
                                    <p:tmPct val="0"/>
                                  </p:iterate>
                                  <p:childTnLst>
                                    <p:animClr clrSpc="rgb" dir="cw">
                                      <p:cBhvr override="childStyle">
                                        <p:cTn id="11" dur="250" autoRev="1" fill="remove"/>
                                        <p:tgtEl>
                                          <p:spTgt spid="2660"/>
                                        </p:tgtEl>
                                        <p:attrNameLst>
                                          <p:attrName>style.color</p:attrName>
                                        </p:attrNameLst>
                                      </p:cBhvr>
                                      <p:to>
                                        <a:schemeClr val="bg1"/>
                                      </p:to>
                                    </p:animClr>
                                    <p:animClr clrSpc="rgb" dir="cw">
                                      <p:cBhvr>
                                        <p:cTn id="12" dur="250" autoRev="1" fill="remove"/>
                                        <p:tgtEl>
                                          <p:spTgt spid="2660"/>
                                        </p:tgtEl>
                                        <p:attrNameLst>
                                          <p:attrName>fillcolor</p:attrName>
                                        </p:attrNameLst>
                                      </p:cBhvr>
                                      <p:to>
                                        <a:schemeClr val="bg1"/>
                                      </p:to>
                                    </p:animClr>
                                    <p:set>
                                      <p:cBhvr>
                                        <p:cTn id="13" dur="250" autoRev="1" fill="remove"/>
                                        <p:tgtEl>
                                          <p:spTgt spid="2660"/>
                                        </p:tgtEl>
                                        <p:attrNameLst>
                                          <p:attrName>fill.type</p:attrName>
                                        </p:attrNameLst>
                                      </p:cBhvr>
                                      <p:to>
                                        <p:strVal val="solid"/>
                                      </p:to>
                                    </p:set>
                                    <p:set>
                                      <p:cBhvr>
                                        <p:cTn id="14" dur="250" autoRev="1" fill="remove"/>
                                        <p:tgtEl>
                                          <p:spTgt spid="2660"/>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0" grpId="0"/>
      <p:bldP spid="2660" grpId="1"/>
    </p:bldLst>
  </p:timing>
</p:sld>
</file>

<file path=ppt/theme/theme1.xml><?xml version="1.0" encoding="utf-8"?>
<a:theme xmlns:a="http://schemas.openxmlformats.org/drawingml/2006/main" name="Computer Science Proposal by Slidesgo">
  <a:themeElements>
    <a:clrScheme name="Simple Light">
      <a:dk1>
        <a:srgbClr val="FFFFFF"/>
      </a:dk1>
      <a:lt1>
        <a:srgbClr val="0F3570"/>
      </a:lt1>
      <a:dk2>
        <a:srgbClr val="00F4AD"/>
      </a:dk2>
      <a:lt2>
        <a:srgbClr val="0F3570"/>
      </a:lt2>
      <a:accent1>
        <a:srgbClr val="285293"/>
      </a:accent1>
      <a:accent2>
        <a:srgbClr val="9FC5E8"/>
      </a:accent2>
      <a:accent3>
        <a:srgbClr val="434343"/>
      </a:accent3>
      <a:accent4>
        <a:srgbClr val="00F4AD"/>
      </a:accent4>
      <a:accent5>
        <a:srgbClr val="285293"/>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7327</TotalTime>
  <Words>2837</Words>
  <Application>Microsoft Office PowerPoint</Application>
  <PresentationFormat>On-screen Show (16:9)</PresentationFormat>
  <Paragraphs>245</Paragraphs>
  <Slides>30</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Wingdings</vt:lpstr>
      <vt:lpstr>Roboto</vt:lpstr>
      <vt:lpstr>Symbol</vt:lpstr>
      <vt:lpstr>Times New Roman</vt:lpstr>
      <vt:lpstr>Arial</vt:lpstr>
      <vt:lpstr>Bebas Neue</vt:lpstr>
      <vt:lpstr>Computer Science Proposal by Slidesgo</vt:lpstr>
      <vt:lpstr>BÁO CÁO ĐỒ ÁN TỐT NGHIỆP</vt:lpstr>
      <vt:lpstr>PowerPoint Presentation</vt:lpstr>
      <vt:lpstr>TỔNG QUAN ĐỀ TÀI</vt:lpstr>
      <vt:lpstr>PowerPoint Presentation</vt:lpstr>
      <vt:lpstr>PowerPoint Presentation</vt:lpstr>
      <vt:lpstr>CƠ SỞ LÝ THUYẾT</vt:lpstr>
      <vt:lpstr>PowerPoint Presentation</vt:lpstr>
      <vt:lpstr>PowerPoint Presentation</vt:lpstr>
      <vt:lpstr>PowerPoint Presentation</vt:lpstr>
      <vt:lpstr>PHÂN TÍCH VÀ XÂY DỰNG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KẾT LUẬN</vt:lpstr>
      <vt:lpstr>PowerPoint Presentation</vt:lpstr>
      <vt:lpstr>DEMO</vt:lpstr>
      <vt:lpstr>XIN CẢM ƠN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SCIENCE PROPOSAL</dc:title>
  <dc:creator>ASUS</dc:creator>
  <cp:lastModifiedBy>Tuyết Nhi Hồ</cp:lastModifiedBy>
  <cp:revision>174</cp:revision>
  <dcterms:created xsi:type="dcterms:W3CDTF">2023-07-10T05:01:00Z</dcterms:created>
  <dcterms:modified xsi:type="dcterms:W3CDTF">2023-08-27T01:04:04Z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125BE9C9AFB044B7889C9165C21A668E</vt:lpwstr>
  </property>
  <property fmtid="{D5CDD505-2E9C-101B-9397-08002B2CF9AE}" pid="3" name="KSOProductBuildVer">
    <vt:lpwstr>1033-11.2.0.11219</vt:lpwstr>
  </property>
</Properties>
</file>